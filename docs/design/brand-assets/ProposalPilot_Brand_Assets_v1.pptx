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401a60596d4141" /><Relationship Type="http://schemas.openxmlformats.org/officeDocument/2006/relationships/extended-properties" Target="/docProps/app.xml" Id="Re2de0a00fb3e4095" /><Relationship Type="http://schemas.openxmlformats.org/officeDocument/2006/relationships/officeDocument" Target="/ppt/presentation.xml" Id="R136a85bf3eb84e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06c25ea1e44216"/>
  </p:sldMasterIdLst>
  <p:notesMasterIdLst>
    <p:notesMasterId xmlns:r="http://schemas.openxmlformats.org/officeDocument/2006/relationships" r:id="Rf51af4bd475641f1"/>
  </p:notesMasterIdLst>
  <p:sldIdLst>
    <p:sldId xmlns:r="http://schemas.openxmlformats.org/officeDocument/2006/relationships" id="256" r:id="Ra07d49129bdf4c79"/>
    <p:sldId xmlns:r="http://schemas.openxmlformats.org/officeDocument/2006/relationships" id="257" r:id="Rc69139efbadf4fdf"/>
    <p:sldId xmlns:r="http://schemas.openxmlformats.org/officeDocument/2006/relationships" id="258" r:id="Rb355491b30094e96"/>
    <p:sldId xmlns:r="http://schemas.openxmlformats.org/officeDocument/2006/relationships" id="259" r:id="R9215aba08f904058"/>
    <p:sldId xmlns:r="http://schemas.openxmlformats.org/officeDocument/2006/relationships" id="260" r:id="Rf72f4a0d74a4439d"/>
    <p:sldId xmlns:r="http://schemas.openxmlformats.org/officeDocument/2006/relationships" id="261" r:id="Rb060a782fd104b20"/>
    <p:sldId xmlns:r="http://schemas.openxmlformats.org/officeDocument/2006/relationships" id="262" r:id="R23d230320af1445e"/>
    <p:sldId xmlns:r="http://schemas.openxmlformats.org/officeDocument/2006/relationships" id="263" r:id="Rf36610dd964643e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a8893059ae462d" /><Relationship Type="http://schemas.openxmlformats.org/officeDocument/2006/relationships/slideMaster" Target="/ppt/slideMasters/slideMaster1.xml" Id="R6b06c25ea1e44216" /><Relationship Type="http://schemas.openxmlformats.org/officeDocument/2006/relationships/notesMaster" Target="/ppt/notesMasters/notesMaster1.xml" Id="Rf51af4bd475641f1" /><Relationship Type="http://schemas.openxmlformats.org/officeDocument/2006/relationships/presProps" Target="/ppt/presProps.xml" Id="R24dce13c0fd849fa" /><Relationship Type="http://schemas.openxmlformats.org/officeDocument/2006/relationships/tableStyles" Target="/ppt/tableStyles.xml" Id="Rdf83ca7f43324dca" /><Relationship Type="http://schemas.openxmlformats.org/officeDocument/2006/relationships/slide" Target="/ppt/slides/slide1.xml" Id="Ra07d49129bdf4c79" /><Relationship Type="http://schemas.openxmlformats.org/officeDocument/2006/relationships/slide" Target="/ppt/slides/slide2.xml" Id="Rc69139efbadf4fdf" /><Relationship Type="http://schemas.openxmlformats.org/officeDocument/2006/relationships/slide" Target="/ppt/slides/slide3.xml" Id="Rb355491b30094e96" /><Relationship Type="http://schemas.openxmlformats.org/officeDocument/2006/relationships/slide" Target="/ppt/slides/slide4.xml" Id="R9215aba08f904058" /><Relationship Type="http://schemas.openxmlformats.org/officeDocument/2006/relationships/slide" Target="/ppt/slides/slide5.xml" Id="Rf72f4a0d74a4439d" /><Relationship Type="http://schemas.openxmlformats.org/officeDocument/2006/relationships/slide" Target="/ppt/slides/slide6.xml" Id="Rb060a782fd104b20" /><Relationship Type="http://schemas.openxmlformats.org/officeDocument/2006/relationships/slide" Target="/ppt/slides/slide7.xml" Id="R23d230320af1445e" /><Relationship Type="http://schemas.openxmlformats.org/officeDocument/2006/relationships/slide" Target="/ppt/slides/slide8.xml" Id="Rf36610dd964643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69ccdf6fbc44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8f1b747c044c03" /><Relationship Type="http://schemas.openxmlformats.org/officeDocument/2006/relationships/notesMaster" Target="/ppt/notesMasters/notesMaster1.xml" Id="R1a6860a0d8474c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9e5726edf54c5f" /><Relationship Type="http://schemas.openxmlformats.org/officeDocument/2006/relationships/notesMaster" Target="/ppt/notesMasters/notesMaster1.xml" Id="R619266fbf30a4d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a678e0a24b440a" /><Relationship Type="http://schemas.openxmlformats.org/officeDocument/2006/relationships/notesMaster" Target="/ppt/notesMasters/notesMaster1.xml" Id="Rb4f5761b0e2e4f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a5accb8f294187" /><Relationship Type="http://schemas.openxmlformats.org/officeDocument/2006/relationships/notesMaster" Target="/ppt/notesMasters/notesMaster1.xml" Id="R963d8d78ce7244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3a07bc270e4803" /><Relationship Type="http://schemas.openxmlformats.org/officeDocument/2006/relationships/notesMaster" Target="/ppt/notesMasters/notesMaster1.xml" Id="R9419f2540bc546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eb12bfbab048c7" /><Relationship Type="http://schemas.openxmlformats.org/officeDocument/2006/relationships/notesMaster" Target="/ppt/notesMasters/notesMaster1.xml" Id="R04013da5c65949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efc31c48e44352" /><Relationship Type="http://schemas.openxmlformats.org/officeDocument/2006/relationships/notesMaster" Target="/ppt/notesMasters/notesMaster1.xml" Id="Ra20de75dcd284e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65f5ee6e984fe4" /><Relationship Type="http://schemas.openxmlformats.org/officeDocument/2006/relationships/notesMaster" Target="/ppt/notesMasters/notesMaster1.xml" Id="R45c28519d1cf46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af46a11cb14b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b314c397814fea" /><Relationship Type="http://schemas.openxmlformats.org/officeDocument/2006/relationships/slideLayout" Target="/ppt/slideLayouts/slideLayout1.xml" Id="Rcb902a33c7d04d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902a33c7d04d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609e18291c4a2f" /><Relationship Type="http://schemas.openxmlformats.org/officeDocument/2006/relationships/notesSlide" Target="/ppt/notesSlides/notesSlide1.xml" Id="R494f7bbfd2d649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c755b3ac13415c" /><Relationship Type="http://schemas.openxmlformats.org/officeDocument/2006/relationships/notesSlide" Target="/ppt/notesSlides/notesSlide2.xml" Id="R19c5d8e445024d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299d857d14cdc" /><Relationship Type="http://schemas.openxmlformats.org/officeDocument/2006/relationships/notesSlide" Target="/ppt/notesSlides/notesSlide3.xml" Id="R17d952e6043043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021f435a7498f" /><Relationship Type="http://schemas.openxmlformats.org/officeDocument/2006/relationships/notesSlide" Target="/ppt/notesSlides/notesSlide4.xml" Id="R649c0a307a6447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63aa79e994dc8" /><Relationship Type="http://schemas.openxmlformats.org/officeDocument/2006/relationships/notesSlide" Target="/ppt/notesSlides/notesSlide5.xml" Id="R99f67c7f329242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22ad5401440c6" /><Relationship Type="http://schemas.openxmlformats.org/officeDocument/2006/relationships/notesSlide" Target="/ppt/notesSlides/notesSlide6.xml" Id="R67060244f0cd4f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2aefed034a43cb" /><Relationship Type="http://schemas.openxmlformats.org/officeDocument/2006/relationships/notesSlide" Target="/ppt/notesSlides/notesSlide7.xml" Id="R4eb562cc839843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7117ad68284f46" /><Relationship Type="http://schemas.openxmlformats.org/officeDocument/2006/relationships/notesSlide" Target="/ppt/notesSlides/notesSlide8.xml" Id="R6e4009d2a41548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A9609B-1627-480E-835C-3DD0CCFC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9906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AE298F-8B0F-4798-BDFF-56CD321C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" y="998220"/>
            <a:ext cx="198120" cy="5943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744172-04DD-4C70-92CE-CBE4A6BA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" y="998220"/>
            <a:ext cx="376428" cy="1981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11FD8A-EEEE-4427-9B7B-DF44D1BE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676" y="1176528"/>
            <a:ext cx="217932" cy="17830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ACBA2-B8E9-4684-AE99-468349AD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548" y="1374648"/>
            <a:ext cx="217932" cy="990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28BCBA-61BF-4C1B-8156-BA927DC5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3820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ProposalPilot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24DE9E-ED7D-4AE2-9215-129032E4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4097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E8FF"/>
                </a:solidFill>
              </a:defRPr>
            </a:pPr>
            <a:r>
              <a:rPr sz="1650" b="1">
                <a:solidFill>
                  <a:srgbClr val="D9E8FF"/>
                </a:solidFill>
              </a:rPr>
              <a:t>AI営業秘書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FB49E0-268A-4FA7-A93C-41764D1C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Brand Assets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07FAC4-6BF0-4619-8543-497E5509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8FF"/>
                </a:solidFill>
              </a:defRPr>
            </a:pPr>
            <a:r>
              <a:rPr sz="1650" b="0">
                <a:solidFill>
                  <a:srgbClr val="D9E8FF"/>
                </a:solidFill>
              </a:rPr>
              <a:t>正式公開・販促物・アプリ画面で共通利用するブランド資産の仕様。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46FFCA-140D-465B-8E6F-065D6F71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BD7FF"/>
                </a:solidFill>
              </a:defRPr>
            </a:pPr>
            <a:r>
              <a:rPr sz="1350" b="0">
                <a:solidFill>
                  <a:srgbClr val="BBD7FF"/>
                </a:solidFill>
              </a:rPr>
              <a:t>Candidate assets. Final logo approval required.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BC3A13-4F4D-46E9-81E9-568AE4F8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ProposalPilot Brand Asset Production / Candidate assets, not final trademark approval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D55429-E16B-4C4C-878F-A88FF16B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581676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D923E0-6047-4F9B-AB7D-318C93F1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619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4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E7DEF4-E3A6-4098-AE35-74296753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1975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546A05-702C-42C6-BBAE-2ED1BD91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ブランドカラーと役割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785266-7916-4D53-A948-F14A0781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Blue / Navy / Whiteを軸に、Emeraldを完了と前進のアクセントとして扱います。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8CD025-607C-4608-BAEF-C8C673C0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22098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FBFD0-97F7-4613-9739-98A1B5E9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33A87-4439-40E4-9AA0-C495921D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765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Proposal Blue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983D0D-23BF-4DA8-BBBC-33CA713E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4320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#155EEF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0E7A50-3C2B-41EB-89B2-831F9613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24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主CTA・リンク・強調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2B8852-6F84-442E-BD22-18EFFDAA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66950"/>
            <a:ext cx="22098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623DCE-C019-4666-9525-34B745B1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5745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0B160D-4532-493B-9A4F-A4C5C593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765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Deep Navy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0417B6-76F2-4C59-BF1A-F6B3A4CA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4320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#102A43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91502D-224A-4BB3-AD36-C3394CF8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24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信頼感・見出し・濃色背景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188043-D863-4FFF-8618-92B1B9CA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66950"/>
            <a:ext cx="22098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4DA842-785A-4C0B-9218-53C0FE4D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5745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2B76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9679A8-5DCC-45BF-86A5-2BD1CB3F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765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Emerald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7CAD5B-70E0-4BD3-9ED9-CB66577F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4320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#12B76A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CE11E2-99CA-4319-AF54-3E86B0E5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24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完了・成功・前進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CF3C22-4FB0-4558-9129-DC4EFA46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66950"/>
            <a:ext cx="22098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BB59EE-32B8-44BE-8FB4-4E3013F6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5745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82584C-DFE3-4F22-8AFE-1DAAC561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4765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Background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D940EF-5F1E-4611-8AC6-36F9261D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4320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#F8FAFC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6391E2-BE3F-437D-A8D5-4623C845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24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余白・画面背景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24A798-F3B6-4019-90A5-D411B5D4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22098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9EC0A2-C19B-4063-B7BB-3E104E02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6240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355B9F-394B-46E0-95C8-C83002A5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814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Surface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23936C-1B0E-4C62-BA37-DEF7AA72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24815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#FFFFFF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39AAB1-EFB4-45B7-AA48-AABFCDBC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291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カード・本文面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6EA1A8-8BFD-4D22-A835-63322B48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771900"/>
            <a:ext cx="22098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19F7CA-A2F7-4258-BE63-604C8CD7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96240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D2939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C02552-CCE3-47CE-8E2B-28F003FF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814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Text Primary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3C2762-94D7-43AF-9D9D-12C1C0CC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4815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#1D2939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FFF059-E0A9-4CB1-B158-5F163DF2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6291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本文・見出し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B96232-2C07-4C49-A39B-65882DC3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71900"/>
            <a:ext cx="22098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59A623-AD72-45A6-9576-A5E0806B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6240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667085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EED8E8-F54D-41DC-929C-BE746F01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814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Text Secondary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1FF95E-9599-4736-BD58-2D84F096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4815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#667085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9A5272-BA21-4320-97D8-BC615ADA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291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補足・メタ情報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C43BEA-8A1B-48B9-8CDE-112FD919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ProposalPilot Brand Asset Production / Candidate assets, not final trademark approval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BEA609E-8EDD-473A-9020-B08EE055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992229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55EC87-D4A8-4BFB-A5FB-E204F881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619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4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F301C1-13D3-44DA-A425-7D0BF207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1975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Logo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D7C1C4-3D89-4253-A8BD-AFE96A96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ロゴ利用ルール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71A345-DB67-4712-AD30-E06C5B44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正式採用前は候補として扱い、商標・類似ロゴ調査後に確定します。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6C51F2-CA1B-469A-B324-AF89AA42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4953000" cy="270510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561CFC-25D7-4CAE-893B-FB34CDC0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9144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74EC4D-DE71-4FEE-84C4-3BC3D29F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256" y="2659380"/>
            <a:ext cx="182880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D056B8-0B3A-4EB3-A63C-F5251F0F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272" y="2659380"/>
            <a:ext cx="347472" cy="1828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345D9A-7D70-4F08-9C32-D4D8294E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424" y="2823972"/>
            <a:ext cx="201168" cy="16459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2D0057-EF56-45C6-AB8D-8E8E6D0A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152" y="3006852"/>
            <a:ext cx="201168" cy="914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72381A-B1A5-45FE-AABE-0FF41991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60985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Proposal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8B3F5A-652F-4A63-8A55-104B7296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0985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5EEF"/>
                </a:solidFill>
              </a:defRPr>
            </a:pPr>
            <a:r>
              <a:rPr sz="2550" b="1">
                <a:solidFill>
                  <a:srgbClr val="155EEF"/>
                </a:solidFill>
              </a:rPr>
              <a:t>Pilot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06360E-5FF2-4E82-B8CA-37AB4288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81400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推奨候補: Pilot Fold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7701EF-04F8-4411-848A-C848C67D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43350"/>
            <a:ext cx="4419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アプリ、LP、営業資料、faviconへ展開しやすい候補。小サイズでの識別性を重視します。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E0761A-FDFA-40A0-BDA3-BA55E6C6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150B18-C48C-4BBF-B942-FB79F641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62200"/>
            <a:ext cx="3829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クリアスペース: ロゴ高さの25%以上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082C10-9D50-47BD-8B0A-163EFC9D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52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D5B738-41E6-4CAC-A7B5-1C7B24E3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76550"/>
            <a:ext cx="3829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最小表示: 横組み140px、シンボル24px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2CCB55-51A9-44BC-9C61-A4099930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67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FBA1D7-5B7A-4B8B-BCE4-0EA1CFD5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90900"/>
            <a:ext cx="3829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色変更・変形・影付け・回転は禁止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A7F35D-5B92-4292-91AA-00C27E60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B2D9EA-DE85-432F-97EB-34768CCC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05250"/>
            <a:ext cx="3829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Taglineは小サイズでは省略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1B1851-FF2F-4638-B7C9-784D6B43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ProposalPilot Brand Asset Production / Candidate assets, not final trademark approval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751713-FC9C-4CAD-9D05-7C33DB34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442519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0AFAC0-762F-41B2-9271-2C2DE88E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619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4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B8BEB-7341-42BD-BFEF-0F3AF458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1975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Icon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EE231-C4F2-4915-A588-261369FD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Favicon / App Icon仕様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2D52F1-4C77-481B-9060-6789EDEB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小サイズで潰れないことを優先し、文字は入れません。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66EA4-454C-41DE-9D21-2AFE11FA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1200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D3686A-24CA-4FEC-B1B1-3192E0E9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676525"/>
            <a:ext cx="6096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500161-C379-4A2F-A669-8954FC5F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879" y="2798445"/>
            <a:ext cx="12192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D612FA-7E70-48C6-9EEF-5EA7C8FB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223" y="2798445"/>
            <a:ext cx="231648" cy="1219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B3BCAB-74F8-4246-A0F4-611B1F99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991" y="2908173"/>
            <a:ext cx="134112" cy="10972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9CC9CF-F86D-430D-811D-D04624CA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143" y="3030093"/>
            <a:ext cx="134112" cy="609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CB2B58-FAE2-4198-B35C-364564CF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16x16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F3AE67-0B87-43C7-92A3-86AEF52B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favicon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083E53-38AA-4A49-ADE7-BD1C595A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81250"/>
            <a:ext cx="1200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98C130-105B-4BB0-96CF-C61D8825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676525"/>
            <a:ext cx="6096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0D9D46-F3BB-494C-9DFE-10198268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329" y="2798445"/>
            <a:ext cx="12192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EF8158-E88B-4B32-9961-12125F5C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673" y="2798445"/>
            <a:ext cx="231648" cy="1219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F899C4-D814-4A48-A7D9-68572E10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441" y="2908173"/>
            <a:ext cx="134112" cy="10972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8104C9-38C0-4B64-ADF8-DB062694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593" y="3030093"/>
            <a:ext cx="134112" cy="609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5BBBFB-B855-498C-8EDF-96FD4ED6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909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32x32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FB8788-27C0-4CEB-A0DD-731B3D15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386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favicon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9DC216-09A0-46EB-A1BA-C369E0E7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81250"/>
            <a:ext cx="1200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63D87E-1A9A-4046-A9C5-42331FF5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676525"/>
            <a:ext cx="6096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8656CA-0F78-4B54-9AB3-125E92A0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779" y="2798445"/>
            <a:ext cx="12192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FFA695-1AA4-48D2-9DF5-D4D8CD9A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123" y="2798445"/>
            <a:ext cx="231648" cy="1219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8CC66E-F09D-4346-A5A0-0475F34E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891" y="2908173"/>
            <a:ext cx="134112" cy="10972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A5B80A-A45F-4411-8146-670FB14D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6043" y="3030093"/>
            <a:ext cx="134112" cy="609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C79889-8281-4971-A790-8CC58260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909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48x48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9E2D12-3502-4D01-93F4-55610B2D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386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favicon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81EBAF-5223-46B7-AC43-E6D140B7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81250"/>
            <a:ext cx="1200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8DC329-8250-4CA1-BADF-C6496795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76525"/>
            <a:ext cx="6096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4B822D-37A6-45F6-9554-3C542708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4229" y="2798445"/>
            <a:ext cx="12192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C90C34-4A9A-4A1E-B549-B96D81C8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573" y="2798445"/>
            <a:ext cx="231648" cy="1219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87E028-D8E2-47F5-97A2-F0D72076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8341" y="2908173"/>
            <a:ext cx="134112" cy="10972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91B4CB-450D-46D6-B4B7-316AF0C9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493" y="3030093"/>
            <a:ext cx="134112" cy="609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DC78CD-3173-49D7-9E03-36C87891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7909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180x180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1E9AFB-F1FE-4EB0-A65A-28F215CE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386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iOS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10601E-BFC9-4EE5-AA75-3978ED7E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81250"/>
            <a:ext cx="1200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72C31D-8020-4346-BC33-FD7F44E4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76525"/>
            <a:ext cx="6096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5EBD92-1872-4B0F-A749-1F871F9D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9679" y="2798445"/>
            <a:ext cx="12192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F5C476-357C-4F8A-BCBD-69570E1B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023" y="2798445"/>
            <a:ext cx="231648" cy="1219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BB75156-311F-4B89-97CA-8308591E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791" y="2908173"/>
            <a:ext cx="134112" cy="10972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104B1D-C983-479F-AF27-3C842474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6943" y="3030093"/>
            <a:ext cx="134112" cy="609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389B494-1E08-44E8-B329-131A6E41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7909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192x192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2E6A99D-A313-4203-9F52-AD269CC9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386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Web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8668DAD-E91C-44B3-A6E6-1ECA6425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81250"/>
            <a:ext cx="1200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DD7E139-7644-4F27-B9F6-3BA4F559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676525"/>
            <a:ext cx="6096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54A4279-1237-4F43-8A24-246DF131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5129" y="2798445"/>
            <a:ext cx="12192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D2F4DA6-2547-426B-9B0B-D6F78597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0473" y="2798445"/>
            <a:ext cx="231648" cy="1219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E62E24F-1FDF-46D3-B09F-008BDAF7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241" y="2908173"/>
            <a:ext cx="134112" cy="10972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A9AB97D-4055-4F32-8346-52901D91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2393" y="3030093"/>
            <a:ext cx="134112" cy="609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4A763B5-AE16-462B-B894-D15884F8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909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512x512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34CCAE3-5BB2-4A6E-A56E-895CD0CB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386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PWA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633D35B-D250-4B5D-9611-007304DF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76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Maskable 512x512は中央80%にシンボルを収め、外周に重要情報を置きません。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5871197-14F2-4058-8F85-93D64207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ProposalPilot Brand Asset Production / Candidate assets, not final trademark approval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C8690FE-89F6-4D40-A27A-267D7C92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637165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51E913-87C9-437F-9A27-E332815E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619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4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6D7EA9-77DA-415D-BDFC-3968D4EE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1975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Social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CF4EC8-AFC1-43C6-9D20-EEE74F28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OGP / SNS画像仕様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5406D-6615-42DD-955C-F286CA34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公開サイト、SNS共有、営業資料表紙に使うテンプレートの基本構成。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C6EFE-51D9-4CBB-868D-592CB8EE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41719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4A3A8-FD1D-4D0C-82D6-D42CFBCC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52700"/>
            <a:ext cx="6667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9CAF4C-2F11-4A6A-87F0-80555A6B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" y="2686050"/>
            <a:ext cx="1333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48F015-C128-4A8C-AEB6-E06137A7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" y="2686050"/>
            <a:ext cx="25336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B65EE4-F872-44C3-AF8D-252F50C2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" y="2806065"/>
            <a:ext cx="146685" cy="12001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134CFD-E65E-4249-A7ED-853A8274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" y="2939415"/>
            <a:ext cx="14668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3CA95F-8980-4388-8D54-41B879CA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5717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OGP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8A2B82-FCB7-49BF-8F7A-E86ACD5A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9146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1200x630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EC3FC0-054F-4754-AE13-C0138AA2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200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CTAあり / なしを分けて管理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1A5F16-6BEE-48F9-A243-77D75BE2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86000"/>
            <a:ext cx="41719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15E9ED-53E0-486F-A860-C06FEC69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52700"/>
            <a:ext cx="6667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0F11FB-C5A5-4FD6-9238-CE408CB0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686050"/>
            <a:ext cx="1333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02C2DE-3A42-4509-B4F9-E5283B6D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2686050"/>
            <a:ext cx="25336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138588-47D2-42C8-ACCB-EE744675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605" y="2806065"/>
            <a:ext cx="146685" cy="12001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04C6A3-F2DC-400F-AA69-23DE40FF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4615" y="2939415"/>
            <a:ext cx="14668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89FA90-F5EF-489D-A29B-4D3050D6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717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X / SNS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C274E1-D906-4A01-9D2A-FB16BE3C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146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1200x675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37EABD-5FD7-4297-B1BB-9B1DAFE9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00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CTAあり / なしを分けて管理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04B9B5-50FB-48B5-8430-18647241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41719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F0824A-6EFC-4D91-B77D-1CEB66B9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71950"/>
            <a:ext cx="6667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B54610-30B6-412C-8B42-77A360AE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" y="4305300"/>
            <a:ext cx="1333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477C65-A6E7-4CA5-ABF0-7B2DB4D0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" y="4305300"/>
            <a:ext cx="25336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9062BB-1283-40F0-A518-C65E6D26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" y="4425315"/>
            <a:ext cx="146685" cy="12001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302782-184B-4AF5-BE69-CF1FA53A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" y="4558665"/>
            <a:ext cx="14668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C4B591-58EF-48C7-88FA-0AD414CB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191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LinkedIn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8AEADD-1C8E-43B4-9571-58DD41F2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5339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1200x627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1D5B01-1469-4E94-A484-8BF0AE57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819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CTAあり / なしを分けて管理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4F3DDE-786D-4CD0-9FA0-1CDCA3E7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905250"/>
            <a:ext cx="41719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1618C1-6B4C-4A01-A2FB-D95B577D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171950"/>
            <a:ext cx="6667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1FC78F-0AC4-4704-9F53-D50B24F7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305300"/>
            <a:ext cx="1333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E321C4-1538-46E3-84C4-31542250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4305300"/>
            <a:ext cx="25336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885326-C471-49F4-8309-18E4159A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605" y="4425315"/>
            <a:ext cx="146685" cy="12001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300EC2-E48B-4B8C-8EF8-C16D8B3D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4615" y="4558665"/>
            <a:ext cx="14668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84F2B6-FCC8-468D-85D3-A44CB0CF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91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YouTube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FEFD61-720D-4B73-BC15-83CEA849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5339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BD7FF"/>
                </a:solidFill>
              </a:defRPr>
            </a:pPr>
            <a:r>
              <a:rPr sz="1350" b="0">
                <a:solidFill>
                  <a:srgbClr val="BBD7FF"/>
                </a:solidFill>
              </a:rPr>
              <a:t>1280x720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24A74C-9341-443E-95DF-14AB90E7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19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BD7FF"/>
                </a:solidFill>
              </a:defRPr>
            </a:pPr>
            <a:r>
              <a:rPr sz="1050" b="0">
                <a:solidFill>
                  <a:srgbClr val="BBD7FF"/>
                </a:solidFill>
              </a:rPr>
              <a:t>CTAあり / なしを分けて管理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2610F8-49DD-41C9-9720-AFF27EC1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ProposalPilot Brand Asset Production / Candidate assets, not final trademark approval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7270A8E-B598-4BFD-BE98-07F2CA26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623269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0D2CB4-89F2-4130-906A-2FB11395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619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4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CEF54-C1DA-4DC6-AE98-6766582E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1975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Inventory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D50803-C7A6-4C3D-A937-38F47DA5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ブランド資産一覧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2E5299-76DF-4137-968C-F9157DF2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使用目的、推奨サイズ、形式、更新元を分けて管理します。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8B5362-56B1-40FD-8041-41F15C67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9810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2E2B78-9A70-40E3-99D1-E5B9DEAE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241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横組みロゴ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A4F28-6E70-4FF2-9910-6B422FF7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241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LP / README / 営業資料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1BF982-CA3B-45F0-A80C-ECAEC0AF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241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5EEF"/>
                </a:solidFill>
              </a:defRPr>
            </a:pPr>
            <a:r>
              <a:rPr sz="1200" b="1">
                <a:solidFill>
                  <a:srgbClr val="155EEF"/>
                </a:solidFill>
              </a:rPr>
              <a:t>SVG / PNG / PPTX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4EB34A-20AF-45E9-B836-C32DB691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9810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C9780A-D6A0-4AB6-914C-BB50E3B7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908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シンボル単体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5E28DF-1114-413E-B522-C6FAE289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908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favicon / App Icon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9DA920-29B0-4D61-9AFF-D6B113CF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90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5EEF"/>
                </a:solidFill>
              </a:defRPr>
            </a:pPr>
            <a:r>
              <a:rPr sz="1200" b="1">
                <a:solidFill>
                  <a:srgbClr val="155EEF"/>
                </a:solidFill>
              </a:rPr>
              <a:t>SVG / PNG / ICO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B4FF63-CEB6-4597-A997-FBFA938D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9810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A0C117-0308-481C-9CC6-83703BAF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576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OGP画像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0DD501-D6E0-4254-87DD-0E1823D9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576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SNS共有 / LP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D4BB10-EA15-40C7-9680-60D87FCF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57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5EEF"/>
                </a:solidFill>
              </a:defRPr>
            </a:pPr>
            <a:r>
              <a:rPr sz="1200" b="1">
                <a:solidFill>
                  <a:srgbClr val="155EEF"/>
                </a:solidFill>
              </a:rPr>
              <a:t>PNG / PPTX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1E0658-B294-4B71-B202-B7FF1586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9810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F83FFB-C4A2-485B-A886-07928CA4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243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営業資料表紙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FC9598-82B6-4726-96F2-785DC6CD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243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パンフレット / カタログ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5A4E18-48F9-438C-8424-C9EC5A8B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243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5EEF"/>
                </a:solidFill>
              </a:defRPr>
            </a:pPr>
            <a:r>
              <a:rPr sz="1200" b="1">
                <a:solidFill>
                  <a:srgbClr val="155EEF"/>
                </a:solidFill>
              </a:rPr>
              <a:t>PPTX / PDF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6C2315-52AD-4034-91E9-DAE3AF28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9810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8E2D22-848F-4573-82BB-474812CC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911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展示会パネル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08BFE2-66EB-4C2F-A71E-3CC64247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911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ブース / 配布物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802812-CBCE-4A02-9DA7-3EA9BB61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911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5EEF"/>
                </a:solidFill>
              </a:defRPr>
            </a:pPr>
            <a:r>
              <a:rPr sz="1200" b="1">
                <a:solidFill>
                  <a:srgbClr val="155EEF"/>
                </a:solidFill>
              </a:rPr>
              <a:t>PDF / SVG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FA652B-189D-4BB1-BE3C-9E6A0CDA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ProposalPilot Brand Asset Production / Candidate assets, not final trademark approval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890A1B-8889-4105-B5DA-E9D66219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194924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EF179E-24AD-4AF4-8E68-C51FE863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619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4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343E79-AE90-444E-9BC5-F4998033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1975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Safety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9CC140-EA4A-402F-8DE5-AFD18067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権利・安全確認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CDA53-5025-467B-B2B3-78B35A63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ブランド資産は外部素材なしで制作。正式利用前に商標・類似ロゴ調査を推奨します。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30C5EC-74E5-40FA-BBD2-5A6312BB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86000"/>
            <a:ext cx="4343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5B6E22-2E7B-4CB0-89B8-F832CBED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479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12B76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847D7-C2E9-45A6-8030-D11957E0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479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他社ロゴとの意図的な類似なし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086220-1710-424C-9855-C0B89988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286000"/>
            <a:ext cx="4343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BE9297-955D-4A1D-B713-185E9874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479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12B7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90B1A6-3E3D-4CDB-B811-5CD5206F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479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外部有料素材未使用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CBB5A9-D77D-4CDD-8BD7-9610A796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4343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88D6B8-DE0F-49A4-89A3-739DF95A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670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12B76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DB0634-9ACD-47B5-BD16-AB9B6C3E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670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フォントは環境差に注意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4D4DF8-CC1E-4C26-884E-B7F09295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05150"/>
            <a:ext cx="4343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6BB5D4-199A-4790-97F9-DB614CA9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670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12B76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573BB9-602A-4405-9C7D-5C4AF5CE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670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商標登録可能性は未調査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F39DBD-35A6-4FC5-B9B7-F0B3779B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24300"/>
            <a:ext cx="4343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799DB9-F5A9-4461-B40B-E9E001E9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862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12B76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53595E-DE34-485E-8D50-BF54D484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862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AI生成画像は使用なし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2CA924-2248-4842-814C-AF101B5B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924300"/>
            <a:ext cx="4343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A562ED-BB0E-4DA1-954F-7A776130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862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12B76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2D1079-086C-4AAC-9058-827FDB1B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862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秘密情報・実顧客情報なし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1AF933-28B8-4875-8596-49F2CD7C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ProposalPilot Brand Asset Production / Candidate assets, not final trademark approval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E41C5E-A351-4EC0-9BF3-8675A808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527855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B3CDBF-3207-45D3-A857-B97FF42C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619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4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0EB87A-43A6-4185-8E0F-C5072C70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1975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Export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02BAC2-6E82-4B1E-9B80-644D1B1F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書き出しと承認フロー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AB9016-AB3B-437F-8C7B-FA100924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マスターPPTXを更新元にし、用途別にSVG / PNG / PDFを書き出します。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F99902-4DB2-4546-B3B6-49C74110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4FF"/>
          </a:solidFill>
          <a:ln xmlns:a="http://schemas.openxmlformats.org/drawingml/2006/main" w="19050">
            <a:solidFill>
              <a:srgbClr val="155E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90CD9E-7948-4AA4-A8E9-7B5B98CB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5EEF"/>
                </a:solidFill>
              </a:defRPr>
            </a:pPr>
            <a:r>
              <a:rPr sz="1800" b="1">
                <a:solidFill>
                  <a:srgbClr val="155EE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ACFF42-3370-4D65-905E-282EE9AD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116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候補選定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B5D9E7-9FA4-4D1C-BCCC-D9D929FF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527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8AECBC-35DE-4281-9DD0-D5E92FAD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908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4FF"/>
          </a:solidFill>
          <a:ln xmlns:a="http://schemas.openxmlformats.org/drawingml/2006/main" w="19050">
            <a:solidFill>
              <a:srgbClr val="155E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0C744A-6023-4974-B38E-51A3E8A2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0035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5EEF"/>
                </a:solidFill>
              </a:defRPr>
            </a:pPr>
            <a:r>
              <a:rPr sz="1800" b="1">
                <a:solidFill>
                  <a:srgbClr val="155EE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12C17C-A592-4D42-8CE1-D82A4B91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581400"/>
            <a:ext cx="116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商標・類似調査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E7100A-A9C6-4751-AC42-B93973E5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527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E95565-C6AC-4EE1-86E0-9C5D1DF9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908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F3CD36-ECFD-40C8-9C0F-9B395F54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0035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1EBCDA-8A43-4DD2-8DD2-3B5B29F2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581400"/>
            <a:ext cx="116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ロゴ確定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11D471-E398-4EC6-858C-5CE0FA41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9527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4FE726-E7C2-4A15-84FC-5EEF4B6A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908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240D79-927C-40EC-B49E-F3276A3C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0035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E66320-46E4-4E9C-A6A7-A27B9D7C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581400"/>
            <a:ext cx="116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各サイズ書き出し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671F9D-25A9-42ED-AB24-AC1BC610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527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83A7D6-8DD9-49E9-A738-F6E52CA2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908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694FE3-B11A-4204-85D7-C14DBD3E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0035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B216BE-4048-4617-A4BA-91E264D8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81400"/>
            <a:ext cx="116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アプリ・LP反映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DFC158-6D58-4647-892E-6EAD1181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527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15A4CA-A407-472F-AE1E-23846F63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908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84D129-7AFF-4962-A747-7259C39C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0035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12C8D6-58EE-4021-B652-B0E540AA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81400"/>
            <a:ext cx="116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公開前確認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2D65B7-A19F-47DF-8C08-3E525675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0060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正式ロゴとして確定する前に、人の承認と権利確認を必ず実施します。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653D6E-5D7C-4F57-B4F2-362EAB99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ProposalPilot Brand Asset Production / Candidate assets, not final trademark approval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E8C6F8-7D73-4C81-8960-85B7B323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627844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2026-07-16T01:28:02.2550000Z</dcterms:created>
  <dcterms:modified xsi:type="dcterms:W3CDTF">2026-07-16T01:28:02.2550000Z</dcterms:modified>
</coreProperties>
</file>