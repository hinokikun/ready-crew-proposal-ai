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5e564aa0f4f06" /><Relationship Type="http://schemas.openxmlformats.org/officeDocument/2006/relationships/extended-properties" Target="/docProps/app.xml" Id="R17f14b5d776647cb" /><Relationship Type="http://schemas.openxmlformats.org/officeDocument/2006/relationships/officeDocument" Target="/ppt/presentation.xml" Id="Rb38945ca2fe5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c16225f2304815"/>
  </p:sldMasterIdLst>
  <p:notesMasterIdLst>
    <p:notesMasterId xmlns:r="http://schemas.openxmlformats.org/officeDocument/2006/relationships" r:id="R0e93951681b34f9a"/>
  </p:notesMasterIdLst>
  <p:sldIdLst>
    <p:sldId xmlns:r="http://schemas.openxmlformats.org/officeDocument/2006/relationships" id="256" r:id="R882a7705c16c4e25"/>
    <p:sldId xmlns:r="http://schemas.openxmlformats.org/officeDocument/2006/relationships" id="257" r:id="Rc6c3057cd76c4031"/>
    <p:sldId xmlns:r="http://schemas.openxmlformats.org/officeDocument/2006/relationships" id="258" r:id="R6b5285340394438f"/>
    <p:sldId xmlns:r="http://schemas.openxmlformats.org/officeDocument/2006/relationships" id="259" r:id="R638b864913ae45e6"/>
    <p:sldId xmlns:r="http://schemas.openxmlformats.org/officeDocument/2006/relationships" id="260" r:id="Re12e7b158e4040e2"/>
    <p:sldId xmlns:r="http://schemas.openxmlformats.org/officeDocument/2006/relationships" id="261" r:id="Rf0eea31e9ae144ce"/>
    <p:sldId xmlns:r="http://schemas.openxmlformats.org/officeDocument/2006/relationships" id="262" r:id="Rd228b08d4e354f85"/>
    <p:sldId xmlns:r="http://schemas.openxmlformats.org/officeDocument/2006/relationships" id="263" r:id="R241c709fbc1041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83477429ae493e" /><Relationship Type="http://schemas.openxmlformats.org/officeDocument/2006/relationships/slideMaster" Target="/ppt/slideMasters/slideMaster1.xml" Id="Rb6c16225f2304815" /><Relationship Type="http://schemas.openxmlformats.org/officeDocument/2006/relationships/notesMaster" Target="/ppt/notesMasters/notesMaster1.xml" Id="R0e93951681b34f9a" /><Relationship Type="http://schemas.openxmlformats.org/officeDocument/2006/relationships/presProps" Target="/ppt/presProps.xml" Id="R2052fc1da18241c3" /><Relationship Type="http://schemas.openxmlformats.org/officeDocument/2006/relationships/tableStyles" Target="/ppt/tableStyles.xml" Id="Rd56e95e126ff410d" /><Relationship Type="http://schemas.openxmlformats.org/officeDocument/2006/relationships/slide" Target="/ppt/slides/slide1.xml" Id="R882a7705c16c4e25" /><Relationship Type="http://schemas.openxmlformats.org/officeDocument/2006/relationships/slide" Target="/ppt/slides/slide2.xml" Id="Rc6c3057cd76c4031" /><Relationship Type="http://schemas.openxmlformats.org/officeDocument/2006/relationships/slide" Target="/ppt/slides/slide3.xml" Id="R6b5285340394438f" /><Relationship Type="http://schemas.openxmlformats.org/officeDocument/2006/relationships/slide" Target="/ppt/slides/slide4.xml" Id="R638b864913ae45e6" /><Relationship Type="http://schemas.openxmlformats.org/officeDocument/2006/relationships/slide" Target="/ppt/slides/slide5.xml" Id="Re12e7b158e4040e2" /><Relationship Type="http://schemas.openxmlformats.org/officeDocument/2006/relationships/slide" Target="/ppt/slides/slide6.xml" Id="Rf0eea31e9ae144ce" /><Relationship Type="http://schemas.openxmlformats.org/officeDocument/2006/relationships/slide" Target="/ppt/slides/slide7.xml" Id="Rd228b08d4e354f85" /><Relationship Type="http://schemas.openxmlformats.org/officeDocument/2006/relationships/slide" Target="/ppt/slides/slide8.xml" Id="R241c709fbc10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ede5da7f8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8b5a1f5da74eb4" /><Relationship Type="http://schemas.openxmlformats.org/officeDocument/2006/relationships/notesMaster" Target="/ppt/notesMasters/notesMaster1.xml" Id="R40e61b8c66a942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05f4fca8e4645" /><Relationship Type="http://schemas.openxmlformats.org/officeDocument/2006/relationships/notesMaster" Target="/ppt/notesMasters/notesMaster1.xml" Id="Rd23dbce99ee741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278a1ea274162" /><Relationship Type="http://schemas.openxmlformats.org/officeDocument/2006/relationships/notesMaster" Target="/ppt/notesMasters/notesMaster1.xml" Id="R0576fa91777640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d0b3f1ce6647d6" /><Relationship Type="http://schemas.openxmlformats.org/officeDocument/2006/relationships/notesMaster" Target="/ppt/notesMasters/notesMaster1.xml" Id="R23b73246dfc24e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2f7afb01fb4734" /><Relationship Type="http://schemas.openxmlformats.org/officeDocument/2006/relationships/notesMaster" Target="/ppt/notesMasters/notesMaster1.xml" Id="R1b2d52c61b0948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5fc908aa0143f5" /><Relationship Type="http://schemas.openxmlformats.org/officeDocument/2006/relationships/notesMaster" Target="/ppt/notesMasters/notesMaster1.xml" Id="Rf1f4ac2fa2b24c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28be00f3fc4cc5" /><Relationship Type="http://schemas.openxmlformats.org/officeDocument/2006/relationships/notesMaster" Target="/ppt/notesMasters/notesMaster1.xml" Id="R8c909f2fab3345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8b6dd59cfb4e40" /><Relationship Type="http://schemas.openxmlformats.org/officeDocument/2006/relationships/notesMaster" Target="/ppt/notesMasters/notesMaster1.xml" Id="Rfa720e54131d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12f3c64d5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b7b0ba1104ee4" /><Relationship Type="http://schemas.openxmlformats.org/officeDocument/2006/relationships/slideLayout" Target="/ppt/slideLayouts/slideLayout1.xml" Id="Rc49b4317214d4f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9b4317214d4f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7908a93f446d8" /><Relationship Type="http://schemas.openxmlformats.org/officeDocument/2006/relationships/notesSlide" Target="/ppt/notesSlides/notesSlide1.xml" Id="Rc1d1bcb0f9da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0f44e5a0b471e" /><Relationship Type="http://schemas.openxmlformats.org/officeDocument/2006/relationships/notesSlide" Target="/ppt/notesSlides/notesSlide2.xml" Id="R7dd257253fda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0107b32ef4a33" /><Relationship Type="http://schemas.openxmlformats.org/officeDocument/2006/relationships/notesSlide" Target="/ppt/notesSlides/notesSlide3.xml" Id="R179b0831028149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ffe7bb774385" /><Relationship Type="http://schemas.openxmlformats.org/officeDocument/2006/relationships/notesSlide" Target="/ppt/notesSlides/notesSlide4.xml" Id="R582a8f67552947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d8f2cc6514c0b" /><Relationship Type="http://schemas.openxmlformats.org/officeDocument/2006/relationships/notesSlide" Target="/ppt/notesSlides/notesSlide5.xml" Id="R8aade4a395554d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499c3ffbd486d" /><Relationship Type="http://schemas.openxmlformats.org/officeDocument/2006/relationships/notesSlide" Target="/ppt/notesSlides/notesSlide6.xml" Id="R5f100e31ece643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29a20edac4d3d" /><Relationship Type="http://schemas.openxmlformats.org/officeDocument/2006/relationships/notesSlide" Target="/ppt/notesSlides/notesSlide7.xml" Id="Rdefd1f8692dd45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2aeee69a84237" /><Relationship Type="http://schemas.openxmlformats.org/officeDocument/2006/relationships/notesSlide" Target="/ppt/notesSlides/notesSlide8.xml" Id="Ra2f866bf8643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1C053-57A5-4AA9-9D4A-03DD0131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57250"/>
            <a:ext cx="3619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EE6AD-EC9D-4D8D-A3A8-4733AA90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7D42E-E868-4B8A-BA0B-FCAA2A77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8575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BC58C-8D12-4D97-A6E2-7ECC717F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00250"/>
            <a:ext cx="5429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53C8E-FD9F-4F28-8FCD-91F967A6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57425"/>
            <a:ext cx="31432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9311B-4514-4485-870B-8526F547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43175"/>
            <a:ext cx="3143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3C890-9A63-4E27-AA04-663A7BF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A43"/>
                </a:solidFill>
              </a:defRPr>
            </a:pPr>
            <a:r>
              <a:rPr sz="40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8BB6C-CE25-4D67-BB85-E2A71C0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5EEF"/>
                </a:solidFill>
              </a:defRPr>
            </a:pPr>
            <a:r>
              <a:rPr sz="40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B4123-883C-47FD-A6CD-1FC82FB0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7085"/>
                </a:solidFill>
              </a:defRPr>
            </a:pPr>
            <a:r>
              <a:rPr sz="1950" b="1">
                <a:solidFill>
                  <a:srgbClr val="667085"/>
                </a:solidFill>
              </a:rPr>
              <a:t>AI営業秘書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CBA2A-651C-46E7-B704-F58721BD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Brand logo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6C2A1-F0E3-49AB-9DF7-D0126C13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正式採用前の候補案です。商標登録可能性は未調査であり、人の承認後に確定します。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6ED5C-1B6B-4EFC-A2FB-1F3302E2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41A3B-BD85-4E74-9C90-BFFD00FB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342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Version 33.0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59695-A59E-4930-A163-8EF95B2D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3A87D-734E-4AD1-8AAB-B6EF6AD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82939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9495B-5EE1-44EA-86CD-659E11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3C35D-8AAC-4122-B288-F27BFA89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Candidate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780E-0251-4B0F-805E-065E48EC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Pilot 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8B2B4-EB29-4671-B472-B4C481A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Pの骨格と前進ラインで、提案が整理され次へ進む感覚を表す案。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A9EA5-6A75-401D-94CF-ACC3AAE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8F63A-5204-422C-8228-B014DE81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D3C11-36B6-4C68-B788-D4E928B0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56" y="2659380"/>
            <a:ext cx="18288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B2E2D-70F1-4859-B360-462C02EA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" y="2659380"/>
            <a:ext cx="347472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80971-9520-46C1-B58E-1F907C90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124" y="2823972"/>
            <a:ext cx="201168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F5CC2-A3D9-461F-B747-24261ECF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52" y="3006852"/>
            <a:ext cx="201168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CF0D1-070A-4299-8F8E-F084731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454BC-131F-418C-AB3A-BB584198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9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</a:defRPr>
            </a:pPr>
            <a:r>
              <a:rPr sz="25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CC454-4977-4F54-8564-5B25A619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A. Pilot Fold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6857B-B352-43D0-8B93-7FB808E1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Pの骨格を折り返しと前進ラインで構成。小サイズ、favicon、アプリアイコンへの展開に強い候補です。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F2DB7-ED11-418B-903A-C9DD0577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191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5F9CD-6547-4905-85A9-7840189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評価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D46B8-F5B4-413A-9BAB-C1CA8F6F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57601-5DE3-4C3B-8475-464564B9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小サイズ適性: 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231AA-AD74-44E2-A70F-0BDDDC4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64286-0DE8-4952-BDD3-DD2C7AE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モノクロ適性: 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EB0E0-BB2F-436D-9E01-1435C71F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7805A-FBF2-4077-B149-ACE0C761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アプリアイコン適性: 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C2B0C-84BC-4BE4-A38E-BA6C458B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33AF2-303D-48BB-B5FE-CC13C1AF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注意: 類似P系ロゴ調査が必要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A1F00-8F70-4964-A453-8FEE028A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50E53-4AE4-47C0-B4C6-299C4A91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098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3BAA3-940D-4E93-AE8D-7BC473A9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F9F56-9F16-4D99-A1AA-687D900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Candidate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AD6A6-4633-4A5B-9029-987B6D8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Pilot Fold variants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711A6-9C1D-4952-9502-EB9B5351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カラー、濃色背景、白抜き、モノクロに展開しやすい構成。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B7BA3-F487-42DF-883D-26FEEECD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Symbol 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CB08B-988F-44C3-A688-78CE61E1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9A4C7-A9E9-42BE-8905-7FBFF012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75AFE-27BE-4B88-ACA1-0A7061E6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242" y="2880360"/>
            <a:ext cx="137160" cy="4114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29D24-B395-419A-A46C-B2BBACF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254" y="2880360"/>
            <a:ext cx="260604" cy="1371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634CB-82B5-4C12-B0F8-2F8D59F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118" y="3003804"/>
            <a:ext cx="150876" cy="1234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F6D8F-7266-40AD-B759-F5E377A6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414" y="3140964"/>
            <a:ext cx="150876" cy="68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7070F-D66C-4EF6-91BA-7356036B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Color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97339-53DD-4BB5-B10E-6D5B1960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E3178-10E3-4937-81C4-61232E57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0A7C0-CBF1-4F91-A6F1-4083DD0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992" y="2880360"/>
            <a:ext cx="137160" cy="4114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1E53A-9D7A-4E04-B5DD-D2CDCDFF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004" y="2880360"/>
            <a:ext cx="260604" cy="1371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DC89B-1E37-416F-B32B-E3BB40D4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868" y="3003804"/>
            <a:ext cx="150876" cy="1234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472E6-F39C-43D8-8CA0-A2FC91E8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64" y="3140964"/>
            <a:ext cx="150876" cy="68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057F2-C64E-414C-939A-72A4265A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Deep Navy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48839-CA0A-40A1-B473-4FD4611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4EC41-2CC1-4289-89CB-4BB9A6CA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2A060-B4D6-41E3-936D-C593AFC7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2" y="2880360"/>
            <a:ext cx="137160" cy="4114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A14D0-1D99-4931-8411-37D1B3B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754" y="2880360"/>
            <a:ext cx="260604" cy="1371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955AE-6A88-4147-82DD-E570928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618" y="3003804"/>
            <a:ext cx="150876" cy="1234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0FCA5-7C8D-45B5-BB44-86443287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914" y="3140964"/>
            <a:ext cx="150876" cy="68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AEE0F-75BE-41C8-BD76-AFF4E84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White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357366-06F2-41BE-ABC6-E2B93A83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65596-C3AB-474A-BFDE-17E07A34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A48FE-714D-4307-A4AD-E53CAC5E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492" y="2880360"/>
            <a:ext cx="137160" cy="4114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62123-8529-4CAE-9C6F-43243B4F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504" y="2880360"/>
            <a:ext cx="260604" cy="1371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A8BE3-E702-4F08-8C0A-5EC93ED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368" y="3003804"/>
            <a:ext cx="150876" cy="1234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495D4-6186-4BA6-AA93-7C64E02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664" y="3140964"/>
            <a:ext cx="150876" cy="68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B5419-F4C0-4E51-9EA6-E395D6D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Mono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22C7D-74F1-45C0-AE85-931DE42F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52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DE5B1A-704F-41F4-A890-BCF951D5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2FB69-B400-4F12-ABF4-440FC34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56" y="4945380"/>
            <a:ext cx="18288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7C40DE-4234-47D2-A3C5-F8CA63C6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72" y="4945380"/>
            <a:ext cx="347472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40B9DD-5908-4F91-8982-3514E906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524" y="5109972"/>
            <a:ext cx="201168" cy="16459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51571F-52A6-4607-97B6-207032C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2" y="5292852"/>
            <a:ext cx="201168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60843B-DD62-4245-A92B-F3DB49D5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25561-CCBE-4054-BC3C-C2215EB6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</a:defRPr>
            </a:pPr>
            <a:r>
              <a:rPr sz="25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BD5812-9713-4874-91BA-79184EF8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Horizontal lockup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F00346-2654-42BE-84A6-838813F3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499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横組みロゴはLP、README、営業資料に使用。正式決定までは候補として扱います。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48A258-6C42-45BD-A241-0894C04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81E0DF-BE63-40B5-8FEF-92AC6CB5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9731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01FFA-5BF8-44AD-B8AA-AF5F0AC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BAD39-1BF1-4E66-BE24-963BD161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Candidate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421E0-142E-46F3-A926-C80917F2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Forward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1FC78-8A64-4D3E-B3DE-8A05E38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AIと人の協働、段階的な前進、構造化された提案プロセスを表す案。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AA0C9-6276-4148-9F80-8ABEC820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2D491-63B8-46D9-B862-5052298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F05E-1311-48B0-9F92-8E58BC5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92" y="2695956"/>
            <a:ext cx="347472" cy="16459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9969B-04B2-48F3-8E2C-42949512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84" y="2860548"/>
            <a:ext cx="384048" cy="16459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79995-E418-41AE-AD1D-A0D59BE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5140"/>
            <a:ext cx="256032" cy="12801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B7EBC-CC59-4B80-825D-AB3F53F4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C1212-54C1-4BEB-9D30-F89E3EB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9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</a:defRPr>
            </a:pPr>
            <a:r>
              <a:rPr sz="25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3A1F3-D3F8-491D-9688-4211B1AD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B. Forward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DA765-4034-473A-AF93-D9298CE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右上方向へ進む2枚のプレートで、営業提案がステップに沿って前進することを表します。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7CE86-CDE3-490A-9E8A-E171A97B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191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C4EAD-2D07-4309-96B9-80DF9543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評価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D12A4-061B-463F-A544-D82AA868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EF903-9B7B-4FE7-B4FB-0B61F5AD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小サイズ適性: 中〜高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59338-51F8-41B0-871F-9F516297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50750-BDF2-4A38-AB0F-CEAC970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モノクロ適性: 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D9562-6D3F-413C-85EF-012F4CD0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5C726-E6FF-4F97-9484-130B8F79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ステップUIとの親和性: 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3F716-2AD6-421A-BFED-211561AB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5C6DC-5C9C-40DB-90A9-568A7638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注意: 汎用的な矢印表現に寄りすぎない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22EB3-9550-43F1-A1A2-C427A87A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DD144-6D2B-4F4C-8D30-6D883D5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4174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0BE3C-5ECB-4579-8E64-D46FACDB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B4E73-DFDA-4461-B81D-574930B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Candidate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73162-FE32-4D45-A59C-FB1427B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Forward Grid variants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33DCB-B4BA-4A55-A6E7-F47E937E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進行方向を示しながらも、過度なスピード感を避けた候補。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DF734-5C91-4F5D-A04C-4C91436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Symbol 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0E1E2-3446-4970-8FF9-7038EE42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2FE0E-D6EE-4657-BD0F-0CC91B33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89021-014A-44D3-9D78-8B71AE6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94" y="2907792"/>
            <a:ext cx="260604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9AFDC-4EE8-4CCF-9BEA-EBF3B077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38" y="3031236"/>
            <a:ext cx="288036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55C15-1305-4A55-8575-0C7E32AC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54680"/>
            <a:ext cx="192024" cy="9601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FE4A5-06DF-43A7-916A-B198A1DF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Color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28CE0-BD6A-490A-8C08-E45FBB5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3523D-33A3-46EC-ABE2-E518D6CD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92CD9-58BB-4044-AE17-6D96A0E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844" y="2907792"/>
            <a:ext cx="260604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F0B99-9435-4C44-9414-8C4CA5C2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288" y="3031236"/>
            <a:ext cx="288036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6BB98-AFD9-4191-96D9-50B50C54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54680"/>
            <a:ext cx="192024" cy="9601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2C6B1-C90C-46AC-940B-2A14343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Deep Navy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06325-64DB-4DF4-9406-9470B882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F0228-86B9-478A-8DD3-FBFC8126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FAE0C-2278-467E-92F7-71D2273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594" y="2907792"/>
            <a:ext cx="260604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435B1-F5FE-413D-AB84-0C4977BD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038" y="3031236"/>
            <a:ext cx="288036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D6D92-F315-4DCC-99A2-37693CF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54680"/>
            <a:ext cx="192024" cy="9601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9C69C-077A-4481-BAE2-683E18F4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White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3467A-7236-447C-8EEB-B2B71A4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65E40-823C-4D27-BD50-8E593CCF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685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78E03-FDA7-4CB4-A81A-7C95660B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344" y="2907792"/>
            <a:ext cx="260604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B92AD-F841-49CB-AC2D-505C6C90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788" y="3031236"/>
            <a:ext cx="288036" cy="123444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8D310-D54C-4395-8225-8A5E1914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4680"/>
            <a:ext cx="192024" cy="9601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BDAD75-8C6F-4A21-A4FE-16117AC9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95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Mono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85431A-0B22-4E7B-8D02-9C5FB853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52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00709-039E-4E67-9AAD-B2762335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DB2AF5-0F10-4042-A68E-CE19349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92" y="4981956"/>
            <a:ext cx="347472" cy="16459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DAF584-658F-4B35-A524-9FDDE24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084" y="5146548"/>
            <a:ext cx="384048" cy="164592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804CB-B085-455D-80E6-7DA43B29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1140"/>
            <a:ext cx="256032" cy="12801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3D0CC-2BBA-4381-9303-104FE1A0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74A8C-4400-49C7-8ACC-A045DBB6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</a:defRPr>
            </a:pPr>
            <a:r>
              <a:rPr sz="25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0BE8F-21DF-4A6F-BBB7-E92A727F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Vertical lockup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97D0B-26E1-4BF7-B24C-1A9D4E08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4991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縦組みは展示会パネル、表紙、余白の大きい資料での利用を想定します。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22B345-D914-4DF1-A170-59286595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795EF-36B1-4567-A4BC-8978636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3216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CDF07-D078-4BF2-A2DA-8B414F3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9D400-022E-470F-92C2-7F920377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Candidate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40C3D-1B4E-4D3F-B2B4-4700CD98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Quiet Wordmark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309DB-8B9F-4DF3-A49B-3D802343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テキストロゴを中心に、長期運用しやすい静かな信頼感を優先する案。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4AEEB-46CF-4B63-866D-2BDDE55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1435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E56AF-71AA-4364-9CB9-33094695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02650-7FAF-4365-8D99-D8D62FF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641092"/>
            <a:ext cx="310896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7330E-A72B-4EDC-B39A-86C24D3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708" y="3043428"/>
            <a:ext cx="164592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CCE98-1F06-4982-9B89-0FEDDD9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Proposal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6DFBF-96C8-4C10-8D7F-1125FA7A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98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EEF"/>
                </a:solidFill>
              </a:defRPr>
            </a:pPr>
            <a:r>
              <a:rPr sz="2550" b="1">
                <a:solidFill>
                  <a:srgbClr val="155EEF"/>
                </a:solidFill>
              </a:rPr>
              <a:t>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1ECF1-9E2D-42EC-AAEE-9A282124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C. Quiet Wordmark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38789-6DCD-4775-8F3D-3D0CFA9F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ProposalPilotの文字組みを主役にし、Pilotに控えめなアクセントを加えたミニマルな候補です。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E4AE6-A67C-48FF-998A-24E5EF2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191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22231-F590-466C-9A90-24BBA813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評価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8EAE3-55CE-4D75-AB33-EAE071F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3494F-F2BC-4A3B-9DB6-7A33768A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小サイズ適性: 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8A962-45C1-448E-B5EF-AC7FB9DA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EE408-E034-444C-A181-5A517900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モノクロ適性: 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2F865-0726-42E3-B768-98924715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6ABCA-AC17-4E9A-9921-D28D9F5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営業資料適性: 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E32D1-2CAC-42EA-9E3D-A55B203E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F1B82-E07D-45B6-A2C5-3D9BC17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注意: アイコン用途には簡略シンボルが必要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403C8-37F2-4868-B921-08FF687B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CC4B8-EAC4-420E-A172-F021011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2886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CAECF-52E2-4785-94D5-2B246E6F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C9606-04DA-44C0-852F-A5753D27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36516-0671-4D03-8131-44465A9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3案の比較と推奨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2692F-B4AC-4BBC-BD7D-1E852C84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正式採用前に、人が類似ロゴ・商標・実機表示を確認します。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4ECB8-C3FB-42D8-B08D-2B69E81C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905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261CF-2258-4739-8614-689C59C5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589ED-91BC-4FB3-86C3-82ACED7C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20002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4A4E5-D4A3-42C3-A679-BB72015A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526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 Pilot Fold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B3566-34AE-46BB-9B12-18F88D48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20002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326F5-078B-44FB-A63A-BBA51919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26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 Forward 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1ED3D-602F-471D-991E-777E5636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20002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E4E89-D5D2-4581-9F1C-CF5545EA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526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 Quiet Wordmark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263B9-2905-4679-920E-FC52C50F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A375B-3D00-40DD-A442-96A6FE51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939"/>
                </a:solidFill>
              </a:defRPr>
            </a:pPr>
            <a:r>
              <a:rPr sz="1200" b="1">
                <a:solidFill>
                  <a:srgbClr val="1D2939"/>
                </a:solidFill>
              </a:rPr>
              <a:t>小サイズ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6E445-1532-418A-B6DE-D5E24CF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0D723-2F97-4A24-A63B-7545D08B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05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0A6F0-6943-43E8-939A-BCF7442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953DF-C21D-45A2-9613-53A239B9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05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中〜高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586FA-7F14-4B1A-A849-F3287AE5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78D7C-C96A-492F-8025-D4782FD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05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865E8-3EAB-40F9-9C3A-7CE7912F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8AA83-1EE0-424F-874F-180EC88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939"/>
                </a:solidFill>
              </a:defRPr>
            </a:pPr>
            <a:r>
              <a:rPr sz="1200" b="1">
                <a:solidFill>
                  <a:srgbClr val="1D2939"/>
                </a:solidFill>
              </a:rPr>
              <a:t>モノクロ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B6767-FAA3-4600-86A5-7DC9D4B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F189A-9BC6-4DEE-8BC3-65C3343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04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10167-53BC-4AF6-A12A-4B15900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47882-CDC6-4740-AEFA-4F048A7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2A1E8-09B4-468C-84D9-D201143E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956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A71948-06F6-43B1-9ED5-63574A13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04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EDC2A-367F-4043-8F60-9C7C7E5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6AFA0-8D57-47A8-B8D6-343A3CC1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939"/>
                </a:solidFill>
              </a:defRPr>
            </a:pPr>
            <a:r>
              <a:rPr sz="1200" b="1">
                <a:solidFill>
                  <a:srgbClr val="1D2939"/>
                </a:solidFill>
              </a:rPr>
              <a:t>アプリ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0CAC14-7198-4551-B703-E609DFA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909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05B1D-A48B-45DC-9C57-B213D78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957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A970DE-1C61-4FE5-A384-BA2D487A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43D0C6-34C5-496F-8FCA-611087B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957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0E8EA-E867-4928-9E20-48E2B2E1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8375A-63B2-45C1-9BEC-0DFAADD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957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低〜中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0DE05-3DDB-4A63-80BB-127D588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A9DFAA-7B4A-43DB-B479-BEBA1D7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939"/>
                </a:solidFill>
              </a:defRPr>
            </a:pPr>
            <a:r>
              <a:rPr sz="1200" b="1">
                <a:solidFill>
                  <a:srgbClr val="1D2939"/>
                </a:solidFill>
              </a:rPr>
              <a:t>記憶性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044D8-D3F4-44F8-8971-98C2747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86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ACB9E4-8673-4228-9AE0-BBEE173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910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C9A0BD-4BFF-4525-A5E8-94A5B1FE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57826F-5B7E-485B-AF12-E0B54FC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6250EA-D1F5-491A-9232-E6128030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55DA0D-A28D-400C-9A21-37EA8453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910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E2875D-A0BC-4297-AA23-D67F5A2A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905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01CDBA-1C4C-4949-9033-0123DD3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939"/>
                </a:solidFill>
              </a:defRPr>
            </a:pPr>
            <a:r>
              <a:rPr sz="1200" b="1">
                <a:solidFill>
                  <a:srgbClr val="1D2939"/>
                </a:solidFill>
              </a:rPr>
              <a:t>推奨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F419F7-6F2A-4240-8712-D8E7E0A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815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56E095-8309-4F1C-B696-4E9D80BB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863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EEF"/>
                </a:solidFill>
              </a:defRPr>
            </a:pPr>
            <a:r>
              <a:rPr sz="1200" b="1">
                <a:solidFill>
                  <a:srgbClr val="155EEF"/>
                </a:solidFill>
              </a:rPr>
              <a:t>最有力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5D7A42-43CF-48A9-9823-3B0BB3E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815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358F13-3C2D-4682-AC32-66FA4226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863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補助候補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21F292-A935-4A31-B665-DFDFF0D2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81550"/>
            <a:ext cx="2000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50749A-0C46-456E-A812-35C791A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863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939"/>
                </a:solidFill>
              </a:defRPr>
            </a:pPr>
            <a:r>
              <a:rPr sz="1200" b="0">
                <a:solidFill>
                  <a:srgbClr val="1D2939"/>
                </a:solidFill>
              </a:rPr>
              <a:t>資料向け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2ABB80-7CC9-4237-A653-5249AC4A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69A57A-4B6B-441B-A618-7E3251F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816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D704B-C4F8-429A-97A2-A934FF31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1BABE-783D-4C05-ABA8-B346ED06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EEF"/>
                </a:solidFill>
              </a:defRPr>
            </a:pPr>
            <a:r>
              <a:rPr sz="1050" b="1">
                <a:solidFill>
                  <a:srgbClr val="155EEF"/>
                </a:solidFill>
              </a:rPr>
              <a:t>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D2F1B-4F53-46E1-99F4-FF69F0D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正式決定前に確認すること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CA474-3722-46C7-8E96-1E8F08DE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本資料は候補案です。正式利用前に、権利・視認性・運用性を確認してください。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2D8C6-6731-4310-BBCF-E410CB06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56858-A12B-46E5-B665-04E404E6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0A32E-461E-472E-9A7C-FD3C70FB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類似ロゴ調査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1266B-F1B5-4A71-8A27-DCF86B6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835D8-F8B0-4A89-AF55-E90D64A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87BD0-2D1C-4DA7-A85E-F8BD925B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66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商標調査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312FB-51D6-40B5-BF54-BE7584B7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8D865-A652-42AC-BE53-9785406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42DE9-248D-4D88-82A4-266CF58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527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小サイズ表示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31AF1-5414-4E29-BF11-AD10852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20E60-E6DF-4AAE-A744-3409339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EBCAF-FC8C-497F-A38A-A66AA8AC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白抜き表示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07915-FF64-4D54-A4F1-7CF543A6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C509E-37CE-4FBE-B510-90497EE9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33AE8-352B-4A93-B8A7-6BA3C988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モノクロ表示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AE280-386F-4ABF-87A2-EFCAA4E3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E9EEC-2B33-4E41-B3B4-8758F275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48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263ED-E797-4AE1-888F-E758C1C7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5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アプリ画面での視認性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C10A6-7712-40B2-AE49-3E01A94D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FB98C-6EC3-4AE9-B59A-C28C63D2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6B592-A16A-40A7-9AD3-BA357E0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LP・営業資料での印象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9072A-C02E-48BD-B682-960E5B5B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00550"/>
            <a:ext cx="4381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DE23F-45E6-47F2-8973-B456941F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2B7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11E0F8-16A6-4814-A140-0D7EF8C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関係者承認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FFC97-5870-4E10-AC8F-775F73D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ProposalPilot Brand Asset Production / Candidate assets, not final trademark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89EB4-A88A-4568-AC9F-E644EF6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4956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2026-07-16T01:27:58.3920000Z</dcterms:created>
  <dcterms:modified xsi:type="dcterms:W3CDTF">2026-07-16T01:27:58.3920000Z</dcterms:modified>
</coreProperties>
</file>