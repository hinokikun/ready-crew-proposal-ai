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5475f09af44d3" /><Relationship Type="http://schemas.openxmlformats.org/officeDocument/2006/relationships/extended-properties" Target="/docProps/app.xml" Id="R85ec9d4ea46a4826" /><Relationship Type="http://schemas.openxmlformats.org/officeDocument/2006/relationships/officeDocument" Target="/ppt/presentation.xml" Id="Rcc9ba36409b6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d75df828e44b13"/>
  </p:sldMasterIdLst>
  <p:notesMasterIdLst>
    <p:notesMasterId xmlns:r="http://schemas.openxmlformats.org/officeDocument/2006/relationships" r:id="Re10f880fac67435a"/>
  </p:notesMasterIdLst>
  <p:sldIdLst>
    <p:sldId xmlns:r="http://schemas.openxmlformats.org/officeDocument/2006/relationships" id="256" r:id="R8a12a2711c6e4d63"/>
    <p:sldId xmlns:r="http://schemas.openxmlformats.org/officeDocument/2006/relationships" id="257" r:id="Rba1d11a23f60438c"/>
    <p:sldId xmlns:r="http://schemas.openxmlformats.org/officeDocument/2006/relationships" id="258" r:id="R78318e656d8a4ce7"/>
    <p:sldId xmlns:r="http://schemas.openxmlformats.org/officeDocument/2006/relationships" id="259" r:id="R1933e4f010de42f8"/>
    <p:sldId xmlns:r="http://schemas.openxmlformats.org/officeDocument/2006/relationships" id="260" r:id="Rbb674d4592fa482f"/>
    <p:sldId xmlns:r="http://schemas.openxmlformats.org/officeDocument/2006/relationships" id="261" r:id="Rc09049cf8b1d41e4"/>
    <p:sldId xmlns:r="http://schemas.openxmlformats.org/officeDocument/2006/relationships" id="262" r:id="Rde6cf5b01b804643"/>
    <p:sldId xmlns:r="http://schemas.openxmlformats.org/officeDocument/2006/relationships" id="263" r:id="Re6824c15788f44e6"/>
    <p:sldId xmlns:r="http://schemas.openxmlformats.org/officeDocument/2006/relationships" id="264" r:id="Rf1e3847e8e4949fc"/>
    <p:sldId xmlns:r="http://schemas.openxmlformats.org/officeDocument/2006/relationships" id="265" r:id="R9c96cdbf40a14d4e"/>
    <p:sldId xmlns:r="http://schemas.openxmlformats.org/officeDocument/2006/relationships" id="266" r:id="Raea0d430958b4cad"/>
    <p:sldId xmlns:r="http://schemas.openxmlformats.org/officeDocument/2006/relationships" id="267" r:id="R72a00a3cbe6e4b9c"/>
    <p:sldId xmlns:r="http://schemas.openxmlformats.org/officeDocument/2006/relationships" id="268" r:id="Red60f9c9419343ef"/>
    <p:sldId xmlns:r="http://schemas.openxmlformats.org/officeDocument/2006/relationships" id="269" r:id="Rcdfb35288a6d4584"/>
    <p:sldId xmlns:r="http://schemas.openxmlformats.org/officeDocument/2006/relationships" id="270" r:id="R96bd1960b4ec48fd"/>
    <p:sldId xmlns:r="http://schemas.openxmlformats.org/officeDocument/2006/relationships" id="271" r:id="R872281f637934ef4"/>
    <p:sldId xmlns:r="http://schemas.openxmlformats.org/officeDocument/2006/relationships" id="272" r:id="R911b34dae85e4e59"/>
    <p:sldId xmlns:r="http://schemas.openxmlformats.org/officeDocument/2006/relationships" id="273" r:id="R4ee570c4f178452f"/>
    <p:sldId xmlns:r="http://schemas.openxmlformats.org/officeDocument/2006/relationships" id="274" r:id="R921aebf7ea8e4a6e"/>
    <p:sldId xmlns:r="http://schemas.openxmlformats.org/officeDocument/2006/relationships" id="275" r:id="R8599185f8ffb4648"/>
    <p:sldId xmlns:r="http://schemas.openxmlformats.org/officeDocument/2006/relationships" id="276" r:id="R95ce336f27014584"/>
    <p:sldId xmlns:r="http://schemas.openxmlformats.org/officeDocument/2006/relationships" id="277" r:id="R5185f04de8a04f8a"/>
    <p:sldId xmlns:r="http://schemas.openxmlformats.org/officeDocument/2006/relationships" id="278" r:id="R421849cdd8cd41b6"/>
    <p:sldId xmlns:r="http://schemas.openxmlformats.org/officeDocument/2006/relationships" id="279" r:id="Rcb6ef1606f3c4948"/>
    <p:sldId xmlns:r="http://schemas.openxmlformats.org/officeDocument/2006/relationships" id="280" r:id="Rc6a86623292148a1"/>
    <p:sldId xmlns:r="http://schemas.openxmlformats.org/officeDocument/2006/relationships" id="281" r:id="R0febb8ab97394942"/>
    <p:sldId xmlns:r="http://schemas.openxmlformats.org/officeDocument/2006/relationships" id="282" r:id="R61c1310f30e146a1"/>
    <p:sldId xmlns:r="http://schemas.openxmlformats.org/officeDocument/2006/relationships" id="283" r:id="R53114521773d4bab"/>
    <p:sldId xmlns:r="http://schemas.openxmlformats.org/officeDocument/2006/relationships" id="284" r:id="R5f78a546094e4a4a"/>
    <p:sldId xmlns:r="http://schemas.openxmlformats.org/officeDocument/2006/relationships" id="285" r:id="R9234dbda5c3947e6"/>
    <p:sldId xmlns:r="http://schemas.openxmlformats.org/officeDocument/2006/relationships" id="286" r:id="R91832313853a4ccf"/>
    <p:sldId xmlns:r="http://schemas.openxmlformats.org/officeDocument/2006/relationships" id="287" r:id="R7d12868257cd4e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f63168ffcf459e" /><Relationship Type="http://schemas.openxmlformats.org/officeDocument/2006/relationships/slideMaster" Target="/ppt/slideMasters/slideMaster1.xml" Id="R91d75df828e44b13" /><Relationship Type="http://schemas.openxmlformats.org/officeDocument/2006/relationships/notesMaster" Target="/ppt/notesMasters/notesMaster1.xml" Id="Re10f880fac67435a" /><Relationship Type="http://schemas.openxmlformats.org/officeDocument/2006/relationships/presProps" Target="/ppt/presProps.xml" Id="Ra66aecb19bff4e7c" /><Relationship Type="http://schemas.openxmlformats.org/officeDocument/2006/relationships/tableStyles" Target="/ppt/tableStyles.xml" Id="R1a4ada35cf7f43da" /><Relationship Type="http://schemas.openxmlformats.org/officeDocument/2006/relationships/slide" Target="/ppt/slides/slide1.xml" Id="R8a12a2711c6e4d63" /><Relationship Type="http://schemas.openxmlformats.org/officeDocument/2006/relationships/slide" Target="/ppt/slides/slide2.xml" Id="Rba1d11a23f60438c" /><Relationship Type="http://schemas.openxmlformats.org/officeDocument/2006/relationships/slide" Target="/ppt/slides/slide3.xml" Id="R78318e656d8a4ce7" /><Relationship Type="http://schemas.openxmlformats.org/officeDocument/2006/relationships/slide" Target="/ppt/slides/slide4.xml" Id="R1933e4f010de42f8" /><Relationship Type="http://schemas.openxmlformats.org/officeDocument/2006/relationships/slide" Target="/ppt/slides/slide5.xml" Id="Rbb674d4592fa482f" /><Relationship Type="http://schemas.openxmlformats.org/officeDocument/2006/relationships/slide" Target="/ppt/slides/slide6.xml" Id="Rc09049cf8b1d41e4" /><Relationship Type="http://schemas.openxmlformats.org/officeDocument/2006/relationships/slide" Target="/ppt/slides/slide7.xml" Id="Rde6cf5b01b804643" /><Relationship Type="http://schemas.openxmlformats.org/officeDocument/2006/relationships/slide" Target="/ppt/slides/slide8.xml" Id="Re6824c15788f44e6" /><Relationship Type="http://schemas.openxmlformats.org/officeDocument/2006/relationships/slide" Target="/ppt/slides/slide9.xml" Id="Rf1e3847e8e4949fc" /><Relationship Type="http://schemas.openxmlformats.org/officeDocument/2006/relationships/slide" Target="/ppt/slides/slide10.xml" Id="R9c96cdbf40a14d4e" /><Relationship Type="http://schemas.openxmlformats.org/officeDocument/2006/relationships/slide" Target="/ppt/slides/slide11.xml" Id="Raea0d430958b4cad" /><Relationship Type="http://schemas.openxmlformats.org/officeDocument/2006/relationships/slide" Target="/ppt/slides/slide12.xml" Id="R72a00a3cbe6e4b9c" /><Relationship Type="http://schemas.openxmlformats.org/officeDocument/2006/relationships/slide" Target="/ppt/slides/slide13.xml" Id="Red60f9c9419343ef" /><Relationship Type="http://schemas.openxmlformats.org/officeDocument/2006/relationships/slide" Target="/ppt/slides/slide14.xml" Id="Rcdfb35288a6d4584" /><Relationship Type="http://schemas.openxmlformats.org/officeDocument/2006/relationships/slide" Target="/ppt/slides/slide15.xml" Id="R96bd1960b4ec48fd" /><Relationship Type="http://schemas.openxmlformats.org/officeDocument/2006/relationships/slide" Target="/ppt/slides/slide16.xml" Id="R872281f637934ef4" /><Relationship Type="http://schemas.openxmlformats.org/officeDocument/2006/relationships/slide" Target="/ppt/slides/slide17.xml" Id="R911b34dae85e4e59" /><Relationship Type="http://schemas.openxmlformats.org/officeDocument/2006/relationships/slide" Target="/ppt/slides/slide18.xml" Id="R4ee570c4f178452f" /><Relationship Type="http://schemas.openxmlformats.org/officeDocument/2006/relationships/slide" Target="/ppt/slides/slide19.xml" Id="R921aebf7ea8e4a6e" /><Relationship Type="http://schemas.openxmlformats.org/officeDocument/2006/relationships/slide" Target="/ppt/slides/slide20.xml" Id="R8599185f8ffb4648" /><Relationship Type="http://schemas.openxmlformats.org/officeDocument/2006/relationships/slide" Target="/ppt/slides/slide21.xml" Id="R95ce336f27014584" /><Relationship Type="http://schemas.openxmlformats.org/officeDocument/2006/relationships/slide" Target="/ppt/slides/slide22.xml" Id="R5185f04de8a04f8a" /><Relationship Type="http://schemas.openxmlformats.org/officeDocument/2006/relationships/slide" Target="/ppt/slides/slide23.xml" Id="R421849cdd8cd41b6" /><Relationship Type="http://schemas.openxmlformats.org/officeDocument/2006/relationships/slide" Target="/ppt/slides/slide24.xml" Id="Rcb6ef1606f3c4948" /><Relationship Type="http://schemas.openxmlformats.org/officeDocument/2006/relationships/slide" Target="/ppt/slides/slide25.xml" Id="Rc6a86623292148a1" /><Relationship Type="http://schemas.openxmlformats.org/officeDocument/2006/relationships/slide" Target="/ppt/slides/slide26.xml" Id="R0febb8ab97394942" /><Relationship Type="http://schemas.openxmlformats.org/officeDocument/2006/relationships/slide" Target="/ppt/slides/slide27.xml" Id="R61c1310f30e146a1" /><Relationship Type="http://schemas.openxmlformats.org/officeDocument/2006/relationships/slide" Target="/ppt/slides/slide28.xml" Id="R53114521773d4bab" /><Relationship Type="http://schemas.openxmlformats.org/officeDocument/2006/relationships/slide" Target="/ppt/slides/slide29.xml" Id="R5f78a546094e4a4a" /><Relationship Type="http://schemas.openxmlformats.org/officeDocument/2006/relationships/slide" Target="/ppt/slides/slide30.xml" Id="R9234dbda5c3947e6" /><Relationship Type="http://schemas.openxmlformats.org/officeDocument/2006/relationships/slide" Target="/ppt/slides/slide31.xml" Id="R91832313853a4ccf" /><Relationship Type="http://schemas.openxmlformats.org/officeDocument/2006/relationships/slide" Target="/ppt/slides/slide32.xml" Id="R7d12868257cd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4162c58ca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097df4317e4237" /><Relationship Type="http://schemas.openxmlformats.org/officeDocument/2006/relationships/notesMaster" Target="/ppt/notesMasters/notesMaster1.xml" Id="R43e73e8218b24c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4640e0956a4cd3" /><Relationship Type="http://schemas.openxmlformats.org/officeDocument/2006/relationships/notesMaster" Target="/ppt/notesMasters/notesMaster1.xml" Id="R86e9ed0143b944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e195b45764bc5" /><Relationship Type="http://schemas.openxmlformats.org/officeDocument/2006/relationships/notesMaster" Target="/ppt/notesMasters/notesMaster1.xml" Id="Rd9e92e1505b240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10acdef9294666" /><Relationship Type="http://schemas.openxmlformats.org/officeDocument/2006/relationships/notesMaster" Target="/ppt/notesMasters/notesMaster1.xml" Id="Ra9d3863ddc1d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d147d0f0f14a17" /><Relationship Type="http://schemas.openxmlformats.org/officeDocument/2006/relationships/notesMaster" Target="/ppt/notesMasters/notesMaster1.xml" Id="R2f82d270d1014b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4099c0d08d48ef" /><Relationship Type="http://schemas.openxmlformats.org/officeDocument/2006/relationships/notesMaster" Target="/ppt/notesMasters/notesMaster1.xml" Id="R851ce01a202a41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654ffe17334f95" /><Relationship Type="http://schemas.openxmlformats.org/officeDocument/2006/relationships/notesMaster" Target="/ppt/notesMasters/notesMaster1.xml" Id="Raeff8e02be7e48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8ecd2a97da4897" /><Relationship Type="http://schemas.openxmlformats.org/officeDocument/2006/relationships/notesMaster" Target="/ppt/notesMasters/notesMaster1.xml" Id="Rb68719e9ada144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859cbebc204872" /><Relationship Type="http://schemas.openxmlformats.org/officeDocument/2006/relationships/notesMaster" Target="/ppt/notesMasters/notesMaster1.xml" Id="R1ec98729d86f4f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23277f5a3841d0" /><Relationship Type="http://schemas.openxmlformats.org/officeDocument/2006/relationships/notesMaster" Target="/ppt/notesMasters/notesMaster1.xml" Id="R0a371ecd9ed448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3a0296ce43439f" /><Relationship Type="http://schemas.openxmlformats.org/officeDocument/2006/relationships/notesMaster" Target="/ppt/notesMasters/notesMaster1.xml" Id="R81391cf8c44747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9c0e9747df4289" /><Relationship Type="http://schemas.openxmlformats.org/officeDocument/2006/relationships/notesMaster" Target="/ppt/notesMasters/notesMaster1.xml" Id="Rfaedabbc764c47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78c4f9dc314153" /><Relationship Type="http://schemas.openxmlformats.org/officeDocument/2006/relationships/notesMaster" Target="/ppt/notesMasters/notesMaster1.xml" Id="R47820f6a3ec045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1af13f4aed4943" /><Relationship Type="http://schemas.openxmlformats.org/officeDocument/2006/relationships/notesMaster" Target="/ppt/notesMasters/notesMaster1.xml" Id="R446e60588c864d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98e8a6affc4c13" /><Relationship Type="http://schemas.openxmlformats.org/officeDocument/2006/relationships/notesMaster" Target="/ppt/notesMasters/notesMaster1.xml" Id="R0918e83d205944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00cdcc4b0d433b" /><Relationship Type="http://schemas.openxmlformats.org/officeDocument/2006/relationships/notesMaster" Target="/ppt/notesMasters/notesMaster1.xml" Id="Ra23dd77fb1f74d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ede60e2ec224362" /><Relationship Type="http://schemas.openxmlformats.org/officeDocument/2006/relationships/notesMaster" Target="/ppt/notesMasters/notesMaster1.xml" Id="R2d56a65c7cf148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c3c2cf2fb74079" /><Relationship Type="http://schemas.openxmlformats.org/officeDocument/2006/relationships/notesMaster" Target="/ppt/notesMasters/notesMaster1.xml" Id="R3cca81b3680f4f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6e7691b2914d73" /><Relationship Type="http://schemas.openxmlformats.org/officeDocument/2006/relationships/notesMaster" Target="/ppt/notesMasters/notesMaster1.xml" Id="R7b29c705359e4e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5d9ec59913452e" /><Relationship Type="http://schemas.openxmlformats.org/officeDocument/2006/relationships/notesMaster" Target="/ppt/notesMasters/notesMaster1.xml" Id="Ra510cc4ac47142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780cfbd2d54e66" /><Relationship Type="http://schemas.openxmlformats.org/officeDocument/2006/relationships/notesMaster" Target="/ppt/notesMasters/notesMaster1.xml" Id="R3b5373565d3d4c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86497be4134536" /><Relationship Type="http://schemas.openxmlformats.org/officeDocument/2006/relationships/notesMaster" Target="/ppt/notesMasters/notesMaster1.xml" Id="Rcb5ef9f8833147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bf8136d23f4a61" /><Relationship Type="http://schemas.openxmlformats.org/officeDocument/2006/relationships/notesMaster" Target="/ppt/notesMasters/notesMaster1.xml" Id="Rd43dd47c623540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f41c3a0fbc43e6" /><Relationship Type="http://schemas.openxmlformats.org/officeDocument/2006/relationships/notesMaster" Target="/ppt/notesMasters/notesMaster1.xml" Id="R49f52d1bab1a4a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aa3d6bd2f2451e" /><Relationship Type="http://schemas.openxmlformats.org/officeDocument/2006/relationships/notesMaster" Target="/ppt/notesMasters/notesMaster1.xml" Id="R577ececa562844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9269d3385844c4" /><Relationship Type="http://schemas.openxmlformats.org/officeDocument/2006/relationships/notesMaster" Target="/ppt/notesMasters/notesMaster1.xml" Id="R0a4a3e84c710418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a64a84e43b4f05" /><Relationship Type="http://schemas.openxmlformats.org/officeDocument/2006/relationships/notesMaster" Target="/ppt/notesMasters/notesMaster1.xml" Id="Rf3cae6177a0247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5c6a5e4029430d" /><Relationship Type="http://schemas.openxmlformats.org/officeDocument/2006/relationships/notesMaster" Target="/ppt/notesMasters/notesMaster1.xml" Id="R313edfc49bee40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751d44f3b5e47bd" /><Relationship Type="http://schemas.openxmlformats.org/officeDocument/2006/relationships/notesMaster" Target="/ppt/notesMasters/notesMaster1.xml" Id="R4aff37ba4e4749e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e2bf384de9486c" /><Relationship Type="http://schemas.openxmlformats.org/officeDocument/2006/relationships/notesMaster" Target="/ppt/notesMasters/notesMaster1.xml" Id="R3072c4a1f2e644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42cde7d736f4d5e" /><Relationship Type="http://schemas.openxmlformats.org/officeDocument/2006/relationships/notesMaster" Target="/ppt/notesMasters/notesMaster1.xml" Id="Rf0f7f7164949489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c4f952e2f9148ed" /><Relationship Type="http://schemas.openxmlformats.org/officeDocument/2006/relationships/notesMaster" Target="/ppt/notesMasters/notesMaster1.xml" Id="R8a0d2d3a8b9446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cd17320a848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7676ccb6d4e21" /><Relationship Type="http://schemas.openxmlformats.org/officeDocument/2006/relationships/slideLayout" Target="/ppt/slideLayouts/slideLayout1.xml" Id="Red2dd90036e64e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dd90036e64e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aaff95b6c4966" /><Relationship Type="http://schemas.openxmlformats.org/officeDocument/2006/relationships/notesSlide" Target="/ppt/notesSlides/notesSlide1.xml" Id="R582cfca694a144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20c6e2e2a4a91" /><Relationship Type="http://schemas.openxmlformats.org/officeDocument/2006/relationships/notesSlide" Target="/ppt/notesSlides/notesSlide2.xml" Id="Refd8dca71f0f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ee9243aef4c17" /><Relationship Type="http://schemas.openxmlformats.org/officeDocument/2006/relationships/notesSlide" Target="/ppt/notesSlides/notesSlide3.xml" Id="R7f162e42e522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79623f344b0c" /><Relationship Type="http://schemas.openxmlformats.org/officeDocument/2006/relationships/notesSlide" Target="/ppt/notesSlides/notesSlide4.xml" Id="R28d7a1cf94c7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2e2615c914444" /><Relationship Type="http://schemas.openxmlformats.org/officeDocument/2006/relationships/notesSlide" Target="/ppt/notesSlides/notesSlide5.xml" Id="Reb3debd7944a48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bd2a5dcf54140" /><Relationship Type="http://schemas.openxmlformats.org/officeDocument/2006/relationships/notesSlide" Target="/ppt/notesSlides/notesSlide6.xml" Id="Rc0ff75ac934f44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eadccf477465d" /><Relationship Type="http://schemas.openxmlformats.org/officeDocument/2006/relationships/notesSlide" Target="/ppt/notesSlides/notesSlide7.xml" Id="R51c098cfdb7148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97ebbcf174408" /><Relationship Type="http://schemas.openxmlformats.org/officeDocument/2006/relationships/notesSlide" Target="/ppt/notesSlides/notesSlide8.xml" Id="R0003a0401d764a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19488491b46ef" /><Relationship Type="http://schemas.openxmlformats.org/officeDocument/2006/relationships/notesSlide" Target="/ppt/notesSlides/notesSlide9.xml" Id="R95cebcbd952243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8fc95ccce461a" /><Relationship Type="http://schemas.openxmlformats.org/officeDocument/2006/relationships/notesSlide" Target="/ppt/notesSlides/notesSlide10.xml" Id="R6b09a24670cf45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fe766211a49d6" /><Relationship Type="http://schemas.openxmlformats.org/officeDocument/2006/relationships/notesSlide" Target="/ppt/notesSlides/notesSlide11.xml" Id="Rb90ca2fda86f4a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c098075414adf" /><Relationship Type="http://schemas.openxmlformats.org/officeDocument/2006/relationships/notesSlide" Target="/ppt/notesSlides/notesSlide12.xml" Id="Rf0831ccda9a646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d667589946f2" /><Relationship Type="http://schemas.openxmlformats.org/officeDocument/2006/relationships/notesSlide" Target="/ppt/notesSlides/notesSlide13.xml" Id="R44242f9d88c04c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6f8c93bd64739" /><Relationship Type="http://schemas.openxmlformats.org/officeDocument/2006/relationships/notesSlide" Target="/ppt/notesSlides/notesSlide14.xml" Id="R86eadcce13ac47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384ff175a4e0b" /><Relationship Type="http://schemas.openxmlformats.org/officeDocument/2006/relationships/notesSlide" Target="/ppt/notesSlides/notesSlide15.xml" Id="R6b4a35f8d00f4b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22b55d4d74879" /><Relationship Type="http://schemas.openxmlformats.org/officeDocument/2006/relationships/notesSlide" Target="/ppt/notesSlides/notesSlide16.xml" Id="R2c28e3684b1e40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5f4544d534358" /><Relationship Type="http://schemas.openxmlformats.org/officeDocument/2006/relationships/notesSlide" Target="/ppt/notesSlides/notesSlide17.xml" Id="R2e1593cf831f42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15a56c30440ea" /><Relationship Type="http://schemas.openxmlformats.org/officeDocument/2006/relationships/notesSlide" Target="/ppt/notesSlides/notesSlide18.xml" Id="R4c7ace64dc0741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77e0eaab34f13" /><Relationship Type="http://schemas.openxmlformats.org/officeDocument/2006/relationships/notesSlide" Target="/ppt/notesSlides/notesSlide19.xml" Id="Ra5601a02243e47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ec4ea68b742cb" /><Relationship Type="http://schemas.openxmlformats.org/officeDocument/2006/relationships/notesSlide" Target="/ppt/notesSlides/notesSlide20.xml" Id="Rcb85cdf0d01f45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8b634cc24f8d" /><Relationship Type="http://schemas.openxmlformats.org/officeDocument/2006/relationships/notesSlide" Target="/ppt/notesSlides/notesSlide21.xml" Id="Rb4ede16b6b0a42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50b8c62674529" /><Relationship Type="http://schemas.openxmlformats.org/officeDocument/2006/relationships/notesSlide" Target="/ppt/notesSlides/notesSlide22.xml" Id="R13ad98a66c1f40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62fb13a3342ef" /><Relationship Type="http://schemas.openxmlformats.org/officeDocument/2006/relationships/notesSlide" Target="/ppt/notesSlides/notesSlide23.xml" Id="Rc208d5d1783c4d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e087bc67d41d4" /><Relationship Type="http://schemas.openxmlformats.org/officeDocument/2006/relationships/notesSlide" Target="/ppt/notesSlides/notesSlide24.xml" Id="R58091b1c4a0e467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acee3e5164589" /><Relationship Type="http://schemas.openxmlformats.org/officeDocument/2006/relationships/notesSlide" Target="/ppt/notesSlides/notesSlide25.xml" Id="R61183be85f3c4e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7048bede1415c" /><Relationship Type="http://schemas.openxmlformats.org/officeDocument/2006/relationships/notesSlide" Target="/ppt/notesSlides/notesSlide26.xml" Id="R9f6d8c0bfaca49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b3e2f67ea4c16" /><Relationship Type="http://schemas.openxmlformats.org/officeDocument/2006/relationships/notesSlide" Target="/ppt/notesSlides/notesSlide27.xml" Id="R28ef3c9b32834c2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46e8a76e5493d" /><Relationship Type="http://schemas.openxmlformats.org/officeDocument/2006/relationships/notesSlide" Target="/ppt/notesSlides/notesSlide28.xml" Id="Rc0497ce1f6a6483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1b2e829d4569" /><Relationship Type="http://schemas.openxmlformats.org/officeDocument/2006/relationships/notesSlide" Target="/ppt/notesSlides/notesSlide29.xml" Id="R5781fda9a2e1483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53eb2eb0a4385" /><Relationship Type="http://schemas.openxmlformats.org/officeDocument/2006/relationships/notesSlide" Target="/ppt/notesSlides/notesSlide30.xml" Id="R44b46f8c67584ad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d8545a7364dc7" /><Relationship Type="http://schemas.openxmlformats.org/officeDocument/2006/relationships/notesSlide" Target="/ppt/notesSlides/notesSlide31.xml" Id="R35e5015d1e1f42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4e7181ec54615" /><Relationship Type="http://schemas.openxmlformats.org/officeDocument/2006/relationships/notesSlide" Target="/ppt/notesSlides/notesSlide32.xml" Id="Rbe4536857db046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1C02A-2186-45F6-AC64-8E908B2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50957-6269-4536-83CB-A25B6B30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3C972-FACC-420F-893D-914EA3B6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D9FF"/>
                </a:solidFill>
              </a:defRPr>
            </a:pPr>
            <a:r>
              <a:rPr sz="1950" b="1">
                <a:solidFill>
                  <a:srgbClr val="20D9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AFDB2-7A47-49E8-80FF-0A2E6705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B88AF-4D69-423F-9B46-BE34A0F4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Vision / OCR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6A8FA-294D-4E31-80AC-C79E44F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D9FF"/>
                </a:solidFill>
              </a:defRPr>
            </a:pPr>
            <a:r>
              <a:rPr sz="1650" b="1">
                <a:solidFill>
                  <a:srgbClr val="20D9FF"/>
                </a:solidFill>
              </a:rPr>
              <a:t>Vision / OCR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3539C-5397-4E38-8B7F-F4A9932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対象を読み取り、候補を返す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E2D7-7214-402B-B1AB-6789BE36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AI画像認識・AI-OCR向けの視覚表現。AIまたはシステムが行う仕事を、1ページの主役として見せます。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98A65-B3DC-4FB7-BE8F-CE0BC7F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20D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F9E34-789D-467D-8429-BFF76106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0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1859B-C85F-450B-8E32-0A99B8B8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02452-1C14-4AFF-ADEE-67F412D5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Vision / 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33CBF-E64A-4977-B502-E31944B6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86000"/>
            <a:ext cx="14058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9F0C4-8D8A-4776-9940-F7976011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86000"/>
            <a:ext cx="47625" cy="140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FE49A-C00D-438F-A96F-E5556B46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061" y="2286000"/>
            <a:ext cx="14058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74DA5-7CFE-4763-84CC-9B74CBD4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86000"/>
            <a:ext cx="47625" cy="140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38AC8-D2F6-4924-93AD-B25B0710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19425"/>
            <a:ext cx="14058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2DCC7-28B4-4B04-BE8E-424C5050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26461"/>
            <a:ext cx="47625" cy="140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DF135-F83D-42B1-B54C-58AC0587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061" y="3019425"/>
            <a:ext cx="14058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CC013C-8270-4B73-A268-C9F346A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26461"/>
            <a:ext cx="47625" cy="140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A3400-24D3-4464-9AFE-B4E5DA8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8CDB3-3F9A-4EA4-BFE7-299A2DE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812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F407F-93D6-47F9-87ED-7F21990F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BDA18-2F88-4354-8DFA-9E4DF2C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19450"/>
            <a:ext cx="666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候補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63249-53DB-4A34-BB1B-511D0E3E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19450"/>
            <a:ext cx="666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80C6E-37F6-41F5-96E9-031ABD02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666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5CF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連携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ABD1AF-730D-429D-863C-9CE619B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D9FF"/>
                </a:solidFill>
              </a:defRPr>
            </a:pPr>
            <a:r>
              <a:rPr sz="1500" b="1">
                <a:solidFill>
                  <a:srgbClr val="20D9FF"/>
                </a:solidFill>
              </a:rPr>
              <a:t>AI Work Frame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9F05E-92A6-4412-A376-FC7C467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CF33B-54BD-4018-A213-1330C1B9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CCD81-AA18-4DD3-9A71-0770C66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317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94A2B0-8D1C-4916-A609-00AD5E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D9FF"/>
                </a:solidFill>
              </a:defRPr>
            </a:pPr>
            <a:r>
              <a:rPr sz="1950" b="1">
                <a:solidFill>
                  <a:srgbClr val="20D9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0FC21-2AA0-4D73-85B6-44E945B7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56E96-23ED-488E-AB92-8852A733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Vision / OCR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F85B6-7282-46BA-BEAE-51095933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画像 / 帳票から確認・修正までの役割を再配置する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DEBAA-FB78-45A0-B60D-924B6BB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8757F-31CF-41E4-9BD0-35E61CC2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D9FF"/>
                </a:solidFill>
              </a:defRPr>
            </a:pPr>
            <a:r>
              <a:rPr sz="1650" b="1">
                <a:solidFill>
                  <a:srgbClr val="20D9FF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8A675-EF9A-4F74-AFAC-11E97F8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869EE-15F3-4FE3-9CED-D55BA02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A3325-1AD3-4000-AA50-2F457051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目視確認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CBB02-0949-4DF7-818C-D8F574CC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4DBE2-9C47-41C3-8F67-2938BC5D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CC667-6EA0-4875-A338-3E25A1B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47079-1439-41C1-9695-BC08019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転記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1C3E7-6885-438A-B9BF-4F3D7611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02A3D-4CDF-4C4A-9C15-D66A2A41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E85CD-861D-4040-AE54-007D79E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E28AF-7C57-4A06-8A31-8566814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項目確認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6B37C-79D3-4882-88B4-8CEBA65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584EB-F741-4A39-84B7-7683620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BB6FB-3AB2-409D-A2D2-3F7D28E2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9CC66-F41F-4ED5-A95E-58B98929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例外処理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4B450-8A24-494D-A657-F0004ADC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D9FF"/>
                </a:solidFill>
              </a:defRPr>
            </a:pPr>
            <a:r>
              <a:rPr sz="1650" b="1">
                <a:solidFill>
                  <a:srgbClr val="20D9FF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DD726-EFCD-4E5C-B704-AD1A2A3B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20D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E175C-2A84-4B6F-B7F5-7F7778FC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0C56C-A126-45A3-AF81-882AB94D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AI候補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F5547-E016-4932-9D83-E54528D7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8AA35-CCA5-4888-A6ED-AA0EBDCA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A629A-C158-4C8B-BAEB-667E57C7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C66ED-BF41-4865-8F31-D9304EC5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人の確認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CE9FF-E74E-48D3-B619-3978904A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ABAD7-05B7-4511-90B2-6B81C19E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7DDB6-A974-43A0-9114-04A8D109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3B2E8F-D404-4C21-9AE7-4747E3FA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連携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7F6040-E3EA-44A1-AE6E-A7592EE1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18E82E-55AE-4E01-BA33-40389D67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C8D19A-361A-405F-B76D-DA5724E6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11DFC2-DC6A-4155-94A0-C6778738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改善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C31477-4063-46B5-9780-4773FE31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03C9EE-238A-4363-8F96-9356066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再学習を次の改善へ戻す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187EF0-5438-4F10-B841-9C787CC3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F60453-507C-4BEA-B476-A98FAA6E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1979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404F6A-CCF8-4063-8A5E-BE5CFC0E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D9FF"/>
                </a:solidFill>
              </a:defRPr>
            </a:pPr>
            <a:r>
              <a:rPr sz="1950" b="1">
                <a:solidFill>
                  <a:srgbClr val="20D9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34C5-45CA-4A6F-B70C-C1D9FEA3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27D39-A950-42E1-813D-9618E47C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Vision / OCR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D4D3A-E2DC-4C3F-BEF1-92621FFC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Vision / OCR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AEA43-98AB-4625-ACDE-E81874FB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85E5C-92E8-4211-92B2-2ED6D36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06704-3E4B-4744-9244-27B9E9AA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FBAA7-AEAB-4A3A-AEB2-19962C73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989E2-4968-4D76-8601-DD5151F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5AE08-DF7A-4133-AFDD-C74D2FDE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画像・帳票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DD159-3F19-4D14-B427-3D1D2F69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61696-D88C-4109-9EFE-25B0CC9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2D374-9154-4DA6-AE6B-8A09A1F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20D9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55814-CE6D-4135-BF1D-CA865789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114B0-41C0-413B-B9F0-579CB3AF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FAAA9-7171-4438-9FC6-15F5DD1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83180-153B-44E8-957A-173849CA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2C7EE-E351-452D-833E-BE7D8F6A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9A67D-CC64-4814-8605-2E5E8C9E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DB064-DCB5-4CDF-9AB5-7BF47DB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995AC-BFC3-41A2-8BF2-ED4CA89A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39432-5F81-4521-A391-33F59BF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CB84F-7194-4B91-AEC5-AAACF45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F7434-5B4F-4F67-B97E-E381578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38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A04A4-FE10-4577-9E24-D9CC3A06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Recognition / OCR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0E35C-49A2-4291-A0D5-3731CDF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7FCC42-33D9-4865-8770-3631135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D8666-3894-478A-A2DD-C3F68EF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195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BE981-BC59-4181-A4FC-88E8BC1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67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5F0B1-92C5-4C75-94D6-4140B5B4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Confidence &amp; Field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D1195-3F6C-44BD-B7A3-2F025858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1D8AD9-5C77-48C2-A32F-C369D1D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8AA0A-74D5-4C1F-88FE-5BB58683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0D4BB-690D-4A72-89AE-7F9807D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817D83-2B52-4900-8AE6-E2DA8D8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6C4190-EE46-4493-A8FD-28ED8D52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52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428A97-707D-4192-9F4A-998E431B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Review UI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AE6D5-8A66-40C4-A5B2-220A280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3B0F7E-451B-4F7F-94F5-9E772202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DBCBB6-107D-4A39-B3BF-1176A599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5507CF-5F98-45D9-B423-5E3D7861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84BE86-6B6A-4757-98A5-073C70D9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051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D8602B-E68A-423E-A43D-447AB451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52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52F6D-E423-4E3E-90BA-64BC9D91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API / CSV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9015BA-F64A-4767-983B-B5A2CCB0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65F53D-16A4-4620-93BD-80E46438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C7B2A7-34D0-4CA8-9970-45484C9B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20D9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C7203E-2020-4327-820A-6EBAC9C1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Layer：再学習・監査・権限・運用改善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590F3C-4274-41BB-B14F-2A141A49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D9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06947C-DA4E-4A6A-B20F-07E75886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BA4C29-B4BF-448D-8B2B-D4A2544D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2979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3DCF29-6232-494C-9BB9-6DF1DDF9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80F0C-ADC9-4C3B-96A1-A0D212FB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E710F-BE9B-4EF5-8D83-DF6605DF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Vision / OCR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4B362-D71E-4C42-828D-E10F0A88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Vision / OCRの判断指標は、数値を捏造せずPoCで確定する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2E0FE-ACE2-4539-BDE6-8C98F480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785CF-26A2-4441-987A-E68A8DC8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6826A-63B6-4671-AE3A-6A6D055B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71B38"/>
          </a:solidFill>
          <a:ln xmlns:a="http://schemas.openxmlformats.org/drawingml/2006/main" w="19050">
            <a:solidFill>
              <a:srgbClr val="20D9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C6C03-0AE6-45AA-AB2D-D789636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6679C-A627-49C0-8A84-CB92D0C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36293-C76B-479A-AF57-190C0EC4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E88F2-C4AA-494C-B780-6F3770A0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9B451-69CD-41BE-A686-F6193E93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96C1A-4203-4297-8F52-39BA9C57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3DBD1-E547-4096-9A92-76061833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BEE63-977B-4E04-9528-48CD2652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A7E24-5B71-45D8-A30A-53C55532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04F26-25AE-4ACD-9F7A-F10A45E1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67651-8324-4F9B-BC59-A7FAAEB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75128-0D94-48E8-AF65-DED104BE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候補正答率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2D02C-1273-495F-83AC-118BCDF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6D85C-007F-4D5D-90C8-D5461EA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8D49A-0C9C-4A00-9F98-05307BD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E5255-3888-493E-B4D3-E03BACA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6F53A-36D7-4997-B1AB-E4D6F313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読取精度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75BC0-123F-4E2A-87E8-A70F2912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93FE3-2233-420C-9CEB-942694AD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8CB6E-7C57-4798-86AF-AAD98BCF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C48336-42C9-4D5A-9953-F867FF93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77FDF-D77D-4ACC-A5BE-D7E9DE94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人手修正率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C0624-35DA-445B-A3B9-AC4D176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49B8B-F523-4345-BC66-1CE9546D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FE6BA5-F67A-4362-8BD0-A2A45733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E93B67-0539-4A4E-841F-22BBDCF4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64C29-1504-4B6D-8073-75808CA3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確認時間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F95024-5EB4-41B2-AF56-BB851FD7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CAECE2-C236-42FF-B06E-AD7026BB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B14E8D-6B8C-45F8-A984-D0D824C4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30C93-3D05-4E56-9B8A-025A3AE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38DF6F-9ABF-46B0-974B-11F0E101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誤登録率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9076A8-B937-4E33-B6E5-8F502DB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4065CC-DA20-45BA-A6C4-21BC49D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65C71E-9097-4448-8692-DCF7951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2A5DEA-E555-4ED9-8613-E8950A74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A00B24-C3FD-4552-9496-95C15EC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1054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53095E-9E40-4C73-B229-DD7B2723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638EB-4F02-40B5-BAAE-17B7AE9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BC025-297C-4DA2-859C-F2956C39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7357-2511-4CCE-BC13-8B841A9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2BFD-D192-40F5-8319-34DCC2A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BD86F-1E05-48DF-817F-3C43A8A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Automation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B7B52-F664-4A48-A921-FF25BE45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定型処理を自動で進め、例外だけを人が見る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107B5-55EC-48AE-8CE2-D59F851F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RPA・業務自動化向けの視覚表現。AIまたはシステムが行う仕事を、1ページの主役として見せます。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2FFF6-52A9-411D-BC3F-F79B44F5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146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A07F4-4141-48BB-98C1-E356DCC2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C6267-1EC6-4660-AF86-4E744E10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6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85D4D-9929-437E-942A-DFE3FA1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Automation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A6B8E-A33F-419F-8E0C-195861D9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19050">
            <a:solidFill>
              <a:srgbClr val="146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60EF7-3064-4C3E-8F1E-B1D2FA8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63FF"/>
                </a:solidFill>
              </a:defRPr>
            </a:pPr>
            <a:r>
              <a:rPr sz="1200" b="1">
                <a:solidFill>
                  <a:srgbClr val="1463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4240C-986E-4A9A-A3AF-1F3A43DA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67000"/>
            <a:ext cx="228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6DFA1-375E-430C-99E6-F02206B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315DD-3B64-4021-9687-2FFAA516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19050">
            <a:solidFill>
              <a:srgbClr val="146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59FEE-714C-42A2-8B5E-F6AECB2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63FF"/>
                </a:solidFill>
              </a:defRPr>
            </a:pPr>
            <a:r>
              <a:rPr sz="1200" b="1">
                <a:solidFill>
                  <a:srgbClr val="1463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42C6F-38C7-4572-BD4D-F9B54B5B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28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D3E5A-49EE-47CC-BE08-4549E9F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828EA-D551-477C-9E3F-CDBA803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19050">
            <a:solidFill>
              <a:srgbClr val="F3B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6E272-62FD-4F4B-B037-C6D6F987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6400"/>
                </a:solidFill>
              </a:defRPr>
            </a:pPr>
            <a:r>
              <a:rPr sz="1200" b="1">
                <a:solidFill>
                  <a:srgbClr val="9A6400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EB27B-48F4-4EF4-B8D9-E41DFCE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28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BD362-8E10-47F6-B79C-9B110D1A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EF6C9-48C2-4FDF-972F-65FD614D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19050">
            <a:solidFill>
              <a:srgbClr val="F3B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52C04-D901-480B-B47A-F799A017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6400"/>
                </a:solidFill>
              </a:defRPr>
            </a:pPr>
            <a:r>
              <a:rPr sz="1200" b="1">
                <a:solidFill>
                  <a:srgbClr val="9A6400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DFC9CB-C2E3-4865-B010-1EA48FB5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19450"/>
            <a:ext cx="17335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例外だけ人が確認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2DD0C-351C-4484-8C9B-6C7614C4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FF"/>
                </a:solidFill>
              </a:defRPr>
            </a:pPr>
            <a:r>
              <a:rPr sz="1500" b="1">
                <a:solidFill>
                  <a:srgbClr val="1463FF"/>
                </a:solidFill>
              </a:rPr>
              <a:t>AI Work Frame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A828B8-BA73-48FC-8F9F-BF214F6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50B92-3C2F-4543-AFCD-84A2D75A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BD666-EA83-4139-9BC9-CDF4F213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3261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4C2B59-DF8D-4F76-BCB8-581D784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F0B02-25EB-4642-9BD2-6B081E6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F358-F5C3-4C17-B51E-2584335E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EF858-32F2-4F79-8EE0-86238FE9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業務トリガーから例外確認までの役割を再配置する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0ABC6-8F8D-421D-8892-458B23F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A02BB-8A42-4E0E-ACA3-04132E79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36678-B88E-4077-A152-C7B9C46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2964B-ED7F-4045-A785-C8E608B7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76C32-E0A1-44E9-9070-449AF93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手作業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41441-F5E3-49E5-9C1A-F3F3AA26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4A46E-1BC8-42DF-A0A0-6C0593E3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710AC-789B-4E9C-94A1-98805C13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2B88B-6A45-4253-A6F5-36CEEB5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転記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7EA06-4B22-4059-B22F-B0E96AA5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FE00F-BB41-4ECF-AA29-82DCA1F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C782B-EF44-4061-9448-60044988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FD929-47AB-47FC-8C59-202D1B8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待ち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E27C3-57A1-441A-BCAF-0AA025D4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3087D-90E5-4943-A183-B50B4549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E2346-267C-48C5-9024-B665AA7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31A1C-417B-4753-8B07-C0D481AF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例外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1BBA8-846E-44AB-B046-45B084F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3FF"/>
                </a:solidFill>
              </a:defRPr>
            </a:pPr>
            <a:r>
              <a:rPr sz="1650" b="1">
                <a:solidFill>
                  <a:srgbClr val="1463FF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64ACC-897A-45AC-8573-89635F5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0CD26-645C-4B8B-B8D4-0424B28A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A4127-686C-4C88-9F21-AA831C57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起動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1616D-B0EF-4E00-8699-1046834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B49DC-9D8B-4452-BC69-CF0AFFDF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CF5516-EF4A-4AE2-81CF-6557A48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A897AF-F652-4330-99A2-430BFF5D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Bot実行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A306B1-DC72-42BA-9300-50546AC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62EC8-676B-4A36-9743-A531CF9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27311-9674-447B-B70D-9F62A1B8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C4852-791F-469B-A95C-5EADFC1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例外確認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D51DA8-EAF1-4AF3-B1DD-0D977570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9B242-14FD-4426-A81B-7E1B637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F1FCDD-E591-45DA-98B4-1A74753D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1F0E8-535D-4BC2-B827-EE0A00FF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監視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EE677-62A8-43EE-B300-649B7822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FD01EA-E3D4-4368-894C-627DB50C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改善ルールを次の改善へ戻す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D7C283-D6D9-47E4-A2CB-3584E2A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90D8A6-2FBF-41BF-876D-F82B5648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4001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F96610-B57C-46AA-B28A-8EA26A2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0A095-E334-4B0A-8B57-D317105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DD07D-6BCE-49F7-BEB3-65A5BD69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74926-F206-4E7E-841A-5F3DAE15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Automation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28934-1F65-4FFA-B6B3-2DB12EAB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05067-9951-438B-9A11-B3BBBD7B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0F8BC-9DE2-41A8-9D06-A545629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F22A5-2DA6-4F7C-83AE-5E362FBA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05150"/>
            <a:ext cx="247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8C1C9-0126-410F-8185-C758200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81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1E743-29AB-4F98-B446-D2CD13E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81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A9B2D-180E-454A-86AE-0C2D9DA3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業務イベント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CCCEF-E174-461E-B6FE-4A57EEB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744A9-2933-4B48-A9A5-4F30F7A6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9378C-6BA8-4802-B636-A980D96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146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16CB7-9CEC-4454-BC17-8D1E350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E190E-00C0-4769-B043-F09F04D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470D1-1BD1-4CA8-9209-17ED9C0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BA6A7-FBD6-4856-A93A-32BB7FC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D9187-747E-40A1-A90E-EE1118F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A8906-CE3F-43E7-B585-39DEFF25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E468D-D7AC-4526-BEE2-9A7DE053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088E4-B905-41EE-B552-DB3BC429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92157-9664-4CEC-9EFA-73B0F04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37A3B-05B9-4092-91F6-D5546C7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90800"/>
            <a:ext cx="247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0B448-B72C-4543-99B7-125EBE5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94CDA-56AC-4EE8-B0DB-5D4ADE4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1E609-8385-4563-90C3-1F7EA7AF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Bot Orchestrator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1DEDD-50B4-4D53-BA53-CF00304F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D7B86-47AE-4EAB-9EF3-3240803F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6A304D-59C2-4804-A362-A2CD0B1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19550"/>
            <a:ext cx="247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F871E-0194-4B4C-A49D-51F1D63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95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2F2B3C-D666-465E-96FB-D4B2B61E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95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65708D-94D1-4A0B-B71F-C30ED76A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Rule / Scenario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F6CF63-B038-4BED-8091-58E0F4FF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EC5FA-2D94-4EA2-B192-E45D683C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A3EF7A-0443-458E-B758-9FD89DD3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8A8F00-A64E-4387-911C-8F9E1750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E8DDF2-32AC-4660-82AC-12B7BCB4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05150"/>
            <a:ext cx="247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69233C-86CB-464C-94FC-3796341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81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128DDB-7510-459F-86EC-7C8F1F1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81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8C1708-A78A-440B-BC13-10E05030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Exception Desk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1C3EAF-C0BA-4FC5-B7C1-E6F6C3A1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52F274-D80F-46A4-88D9-2B8521A9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B280C3-BA8D-4BD0-B5D8-E9B65B3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7815DE-1E18-402A-8802-DB0F2536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135CF1-1C60-470A-A741-8317A51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105150"/>
            <a:ext cx="247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3047CF-FCA7-4C2C-AAA1-87A69796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81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DF04E1-EEE5-44B5-BF6E-D47481F2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813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259120-972F-4592-8D8C-B34EFE66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Audit Log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891E7D-E521-4A2A-AF14-A3E7D933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66AF46-4987-449F-AFBE-49EA69F1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33F8BA-EDE5-45B7-9D50-E6CF58E6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31397D-7B10-45D7-87D6-ACE68D6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Layer：改善ルール・監査・権限・運用改善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EF8026-EAE1-456C-81FB-411EBA7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63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9B5DC6-14EC-4750-8D53-00EC8783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5AC5DE-4F23-42A9-8B56-466AF2E3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7277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C09F02-E97D-4006-80A9-13A1D73E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74A23-497F-465F-A91B-2BD4D74A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C9F71-F360-4B86-8096-9EB74EE8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A021C-682E-4104-B63A-EAE667EA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Automationの判断指標は、数値を捏造せずPoCで確定する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5263B-298F-4D90-BBB8-2C0D98C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C1F61-425D-4504-B604-D92FAF55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BFA19-17D5-4910-B2FE-DAB6222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8224A"/>
          </a:solidFill>
          <a:ln xmlns:a="http://schemas.openxmlformats.org/drawingml/2006/main" w="19050">
            <a:solidFill>
              <a:srgbClr val="14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699C0-7768-4936-8B1D-CFDA795D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2CA3E-518A-41EC-BEC1-B02FCF18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2D801-85C9-4570-93A0-61179F76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2C525-DA63-4021-A2BD-C3F69DF7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B89E1-AA94-479C-803E-652868C5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8FE47-9025-4BB7-9643-ADB35802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DF862-D69F-45D1-AB55-D9D75E5B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80B4F-B080-4C9C-AB57-4E9D7434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A9EE2-8250-4B0D-9488-0CE29B4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93DB-3E6E-49F6-BFD3-1451C8A2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0CDFA-542F-4105-8F02-22592201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8DEC6-57BC-4D52-8CC7-717E3CA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自動化件数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824A5-19E9-402E-AF4E-B0DC110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A4151-3B4A-4511-A174-22C75035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F87EF-1B6C-446C-8719-5A14C80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44609-75FE-417D-9AA7-6AEFF536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FCBAB-1FBB-4DD3-9CBA-88E2B45B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成功率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B12EC-0DFB-4DD9-A833-2E573817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A645C1-3367-4790-A781-D7057C86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337AB-C88B-4730-943E-9D3CD7E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EA498-8227-4D73-8329-6E14878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5EEDFB-2B70-485E-B4DE-51F30432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例外率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797BF-D108-4FD6-9E0C-039409A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708D9D-FC20-4B1E-A9F2-9EFD605E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9746A-B0B1-40CF-ACE4-332D47C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98ED2-35B1-4449-8DB2-4908A734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BA020A-AEA4-4F22-A1D4-462BB81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処理時間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AAD44-A9C5-485B-B85D-6E36570E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02EE1-9069-40A9-9A99-FCF54654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919526-CC15-4B15-908B-43715DD3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3B6DC-EA97-4627-8C46-8D219A63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FD4512-8E06-4FC0-AF26-88D37A29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削減工数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6CB35-34BF-4C7A-9C1F-BBFF02F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BA5FEF-10C6-438D-B920-18A06A22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152EFA-7116-4451-BF4E-2C180F2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8E1B1A-3CE7-41FE-BD59-530875B6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4E7533-E7E5-4D13-B227-61A0E7B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7907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8DE9D-CD08-4F55-BB0E-AE9C359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5AD5-B0B5-403B-A058-88910044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7FD11-8004-4E0A-B740-1F3248F2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05CFF"/>
                </a:solidFill>
              </a:defRPr>
            </a:pPr>
            <a:r>
              <a:rPr sz="1950" b="1">
                <a:solidFill>
                  <a:srgbClr val="705CF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EF2E1-30DC-4061-92EF-292DC018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27E4B-EFA3-49B8-8027-FA21C52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377B4-C35E-407E-8216-8AA346B4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5CFF"/>
                </a:solidFill>
              </a:defRPr>
            </a:pPr>
            <a:r>
              <a:rPr sz="1650" b="1">
                <a:solidFill>
                  <a:srgbClr val="705CFF"/>
                </a:solidFill>
              </a:rPr>
              <a:t>Conversational AI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18BD0-9051-412A-BA61-9F411C4F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質問を理解し、回答候補とエスカレーションを分ける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3ABB3-5D06-4500-B6B3-45D87329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AIチャットボット・問い合わせ対応向けの視覚表現。AIまたはシステムが行う仕事を、1ページの主役として見せます。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BD7E7-971D-40CB-962F-06EB983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705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40B5C-3381-44BC-91C4-3C1C984B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705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E7956-13FE-4133-8C66-42949B89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05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12C8A-ADCC-4196-AF44-C34500CD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375F8-F01F-453E-98B1-87C4124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114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DA1C5-E890-4F0A-B39B-F45178B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146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質問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F2760-EBEC-4560-93F9-8396B32F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114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705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144B1-8DC3-47B2-A2A2-069E19B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0035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CFF"/>
                </a:solidFill>
              </a:defRPr>
            </a:pPr>
            <a:r>
              <a:rPr sz="1275" b="1">
                <a:solidFill>
                  <a:srgbClr val="705CFF"/>
                </a:solidFill>
              </a:rPr>
              <a:t>回答候補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691CA-76A1-42E4-8390-475E0058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6230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7DAB7-CFEB-4725-8409-955DDA2D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48025"/>
            <a:ext cx="1219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34D"/>
                </a:solidFill>
              </a:defRPr>
            </a:pPr>
            <a:r>
              <a:rPr sz="1125" b="1">
                <a:solidFill>
                  <a:srgbClr val="08734D"/>
                </a:solidFill>
              </a:rPr>
              <a:t>人へエスカレーション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0744B-C311-41F9-ACE6-F79C8AA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5CFF"/>
                </a:solidFill>
              </a:defRPr>
            </a:pPr>
            <a:r>
              <a:rPr sz="1500" b="1">
                <a:solidFill>
                  <a:srgbClr val="705CFF"/>
                </a:solidFill>
              </a:rPr>
              <a:t>AI Work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93B80-EA9D-46BA-B7C4-4F80CFD2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DA13F-5762-4461-960F-4EA14024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81B83-BFE3-47B4-B929-445A882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7250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B4E8C1-B4F9-43CF-880C-CB1927E2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05CFF"/>
                </a:solidFill>
              </a:defRPr>
            </a:pPr>
            <a:r>
              <a:rPr sz="1950" b="1">
                <a:solidFill>
                  <a:srgbClr val="705CFF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55A99-8C70-44CC-AD49-94AAA7F7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D8A98-C5B3-497E-981E-3273441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99654-DA66-4D2E-95B3-0E01D843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質問からエスカレーションまでの役割を再配置する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D0670-1B7D-408B-A0BE-6F05610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902F6-6DAB-4A78-9AAD-E5C391D8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5CFF"/>
                </a:solidFill>
              </a:defRPr>
            </a:pPr>
            <a:r>
              <a:rPr sz="1650" b="1">
                <a:solidFill>
                  <a:srgbClr val="705CFF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6FE95-F8FF-439F-8E1C-BA44B4BF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74791-D7B3-4930-ABDA-027C9A85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4F3F5-6622-4B0B-AFEC-3FEA4A57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問い合わせ集中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E3CBF-1880-4F9E-83E8-9392F1F1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26410-08B9-4E9D-B2B0-8C8459B3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6D3B3-5E40-4C6E-B293-9B1DCFCD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58917-D045-4C4B-B6A7-3683573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回答差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6A565-5D50-4BE3-8075-F5A49F1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8510B-9F54-432C-98CB-937CC77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4AE58-1453-427D-AE1B-FBD7A714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94B4D-DADA-438E-AA66-8F079A7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待ち時間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6CD88-A873-432E-BE8A-4809BF63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18C15-21CC-448D-AA2B-0CCA990E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DF355-222A-4B25-A0E7-D2636D6B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F6A48-59C2-4EDC-AFA5-91DB56CB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引継ぎ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5475D-4B2F-4DD4-9B0F-8707CD40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5CFF"/>
                </a:solidFill>
              </a:defRPr>
            </a:pPr>
            <a:r>
              <a:rPr sz="1650" b="1">
                <a:solidFill>
                  <a:srgbClr val="705CFF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99A26-06A9-46BA-8CD6-F5580C9D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705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171CF-DEF8-4810-B54E-B2E3916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AE801-9F02-4013-AB3B-CE39CD77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質問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110A8-CB85-4FFA-ABF9-34672E4C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67AAA-63A7-4FEF-A270-FC12A077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418D8-B19E-403D-88B9-C36CE4E2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8555E-B02E-4450-8FA5-01BBA61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AI回答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E58D39-00CF-4B0F-BB7E-61B8FEB9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935124-4BEE-4A22-BDB0-0F94A11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B0109-8781-4F7E-AC66-5D7A8475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237C6-66AF-42DC-B4DB-83A868F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人へ連携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96D7AD-9F1B-411A-9A52-102FD2C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260558-8576-4822-9D6C-37FBCBFA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7BADDB-137E-4D85-B341-3689382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BF679-136C-410E-88F8-15C5D8C5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改善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C3A74-5502-4FD1-87E6-B5444545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98605F-D664-49FF-AA12-0D4705C8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会話ログを次の改善へ戻す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0F57E8-720F-4B95-B711-DBF331EE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92AAD3-CE71-41F3-ABF1-489CAE65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71544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5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AD1D3E-AA38-4682-AA40-31AD56E4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05CFF"/>
                </a:solidFill>
              </a:defRPr>
            </a:pPr>
            <a:r>
              <a:rPr sz="1950" b="1">
                <a:solidFill>
                  <a:srgbClr val="705CFF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264C2-57A6-440C-9D8E-FA99161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582B1-E3DB-409E-8509-2BE1D42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1F1D0-6DC6-4142-826A-F4C65046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Conversation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ECC48-3C84-448D-B14D-E6CE4FF2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E3213-385B-424D-855E-28F283AE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5766-B171-4D61-B753-7EC0FF4B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484EF-C0B3-4B11-8966-F94C8D3B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66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825CA-9CE5-4153-9DD6-0B788D03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F4EAD-5686-4FB6-BDB2-C0E1B85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Web / 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55258-A87F-4218-96CA-05E7989D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BF98D-F6F9-4D0E-B148-7D46E3D0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FADD2-C0EC-41F0-AD21-2F3E687F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705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FF32A-ACAC-4836-84C0-C209100A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A73E2-B3EB-448B-B15A-D4AC1BD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0EF4F-81BF-4258-B34C-798F55DF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C30F3-275A-4ABE-A52F-0E2F4623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BD25D-3034-422E-A78E-D7FD6D1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30C33-A2F2-446E-BC5E-CBFE2C7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99CD3-2874-4E50-A4B9-0D5628CF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724D7-1FB1-4284-A941-7C509460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A2066-2792-44D6-A413-4DEB45BA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09D9A-D2BE-4DFC-925C-D5F61704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266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574FB-D565-414C-A97C-9EA749D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336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D7489-E1E8-4297-AEE7-862CDB0A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Conversation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5EB44-428F-44B3-9B83-A5269E51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37A15-179E-4DF4-8FDF-F2FC9F38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CCE31-CD97-43BE-9444-60B64025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19550"/>
            <a:ext cx="266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CE78D-F997-4FBA-A80F-0219C275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62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6AB54-FAE9-4354-92F9-3F0E4769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Knowledge &amp; Guardrail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57830-CB28-4042-B5C6-9B757D99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EC946F-EB09-465F-AC14-7E6E0B5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A3A5C-1158-4C89-BBF9-FDB16025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CA4F0-F33D-4604-AB47-495F1840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0F0308-C910-4101-B373-CA414264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266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14711-1555-436B-8A64-67BA9930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48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388A36-D11E-489F-94D8-DE8F253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Escalation Desk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BE0E87-96B7-43B5-8E6E-51D6A46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39EB13-A987-4E18-8E96-19C3BD3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D2F4B4-683A-48D0-9E57-40DF02DB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E32BD9-36B1-4E34-80A7-C176E14A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C14AF0-FEED-4906-9593-090594D9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05150"/>
            <a:ext cx="266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0C727D-B444-4F77-A874-A9641DD6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48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6CF7CA-1BF1-4FE5-A10B-1C86F0D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Channel 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2DA474-151B-44A8-9EF1-DBEBB62A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CB36C0-530F-44E5-B922-60686323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71ED5D-236D-4E4F-8770-DF17FF79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705C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446914-5BF0-4509-BB0F-52C48AA3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Layer：会話ログ・監査・権限・運用改善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2B5666-7A9A-4AF6-A7FB-3F572492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5C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9F5E7A-434B-4AF3-836E-528F59D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E8025B-6DA0-4B72-9E2E-F34C4A7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1294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92FCB-82F5-43FE-AF46-6A27AE14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6A2E7-5438-42DE-8959-A3DE3EAB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68ABA-6DCA-41F2-A64B-8E2FCF7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21965-CA8E-4838-B1AC-E22FAFE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Conversationの判断指標は、数値を捏造せずPoCで確定する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00E13-BCDC-4AF3-B52B-E2A7437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BEDBA-0637-4C80-AD48-C6D58835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06D50-537D-4666-BC49-A2F5BB30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1542"/>
          </a:solidFill>
          <a:ln xmlns:a="http://schemas.openxmlformats.org/drawingml/2006/main" w="19050">
            <a:solidFill>
              <a:srgbClr val="705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C02AA-0084-4E51-A67D-2D95D8A0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F56B0-324F-47AB-A355-B1A077D3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B881B-5D51-4893-8DE7-6890E2E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17252-30F3-494E-BE44-20115923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5F9BF-BC1B-4708-910A-F122FD4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CC3F9-EEC9-4807-97B0-17A8329C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40962-CF4A-4DAE-B6F6-D0CA61C6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210AA-1379-4AF1-9403-272DC2B6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A476C-5AF2-49A3-9CB1-D297FAB0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D6EA4-E6C0-42F9-9266-28737DD0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C0324-51BF-48B7-9E11-66B0945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70916-7E02-41C3-ADC4-447365ED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自己解決率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198E9-3FFC-4D4A-A108-2B4107C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EBF40-24CE-49C2-9377-D3CC711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54F2B-233D-4963-8854-9C528A20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079A7-9DB2-49DE-B8B0-892CB58D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31BF1-C742-4149-AD79-B3259F8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エスカ率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04E28-5D2B-42E6-BC8F-461A1EA8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31FF8-3383-4953-8353-A5ACE8C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2E193-0AAB-42CA-96E9-595BC0CB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E5B0F-66E8-4CEF-A01F-7DF1FF27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0F94FE-D5DB-439D-B414-7341C63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回答品質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5608D-4031-4AEA-B1DD-DDCEF2A0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6139F-4E44-49CB-BC23-6D972644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5BAA8-2868-4388-B4C2-214C0B34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705CE-D91E-416C-94F3-2B482CF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E921E4-F18A-4C24-A179-BF8D0DB5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応答時間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E1F9B3-6B7C-4FE0-933B-B0660FB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4BDC0A-56C2-4D43-B4DC-8EC5A771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C3DBB-03D1-4A85-9618-9349BE01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389194-179C-444D-AB10-ABDEE057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E62798-64C3-4E5A-8F9A-D284277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満足度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427555-1CF5-443A-A1CF-5E6D0A1F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EC36B4-0D8D-4F87-89D7-1BAC3DAB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3FB40C-AC7F-4A8F-A1FF-A44CFD28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B08A68-81FE-403A-A314-5DC773D7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091D63-7A33-4D74-8874-6205F796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8666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2F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C03E7-8597-4475-B7EA-333A447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967C1-277D-446D-804F-C3A58B0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31C8B-AD6A-4620-BA9B-71DC0C7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B7A6"/>
                </a:solidFill>
              </a:defRPr>
            </a:pPr>
            <a:r>
              <a:rPr sz="1950" b="1">
                <a:solidFill>
                  <a:srgbClr val="1DB7A6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16C1-8EB9-443C-AC99-C16630DF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20831-2203-4417-9B8B-9EC2F641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Knowledge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7C535-EE02-4FDE-8B7C-0B9D4DF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B7A6"/>
                </a:solidFill>
              </a:defRPr>
            </a:pPr>
            <a:r>
              <a:rPr sz="1650" b="1">
                <a:solidFill>
                  <a:srgbClr val="1DB7A6"/>
                </a:solidFill>
              </a:rPr>
              <a:t>Knowledge AI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83568-7DD5-4395-9D7A-147D39A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根拠つきで必要な知識へ到達する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CA579-FD24-4542-954A-A69518A0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社内ナレッジ検索・RAG向けの視覚表現。AIまたはシステムが行う仕事を、1ページの主役として見せます。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86E9D-C07A-469D-A83B-BF21F232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1DB7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B5423-DD8A-411F-90E0-0533FF4D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1DB7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5D9E4-A676-4596-8548-D08E170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B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642BC-D9FD-415D-A051-617C303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Knowledge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3C1A-B0CC-4CDA-8D58-682D1078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2228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9050">
            <a:solidFill>
              <a:srgbClr val="1DB7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DFEE7-1F7F-4A83-BAC7-C5EDB3E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4600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</a:defRPr>
            </a:pPr>
            <a:r>
              <a:rPr sz="1275" b="1">
                <a:solidFill>
                  <a:srgbClr val="101827"/>
                </a:solidFill>
              </a:rPr>
              <a:t>検索要求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ECA82-DEF7-4731-9F5F-B28D7C7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4BB40-4ED1-4BAA-BB7F-1C5FFD5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58BD3-871B-4396-97C1-5480BA1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2C555-9C6E-41B0-A854-64D4CCC2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10CBC-320E-466A-BA0E-75117F2C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0506A"/>
                </a:solidFill>
              </a:defRPr>
            </a:pPr>
            <a:r>
              <a:rPr sz="1050" b="1">
                <a:solidFill>
                  <a:srgbClr val="40506A"/>
                </a:solidFill>
              </a:rPr>
              <a:t>根拠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B2B6C-E819-466F-9AC5-0658DD79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F96D9-B324-427D-AA71-54866C4A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0506A"/>
                </a:solidFill>
              </a:defRPr>
            </a:pPr>
            <a:r>
              <a:rPr sz="1050" b="1">
                <a:solidFill>
                  <a:srgbClr val="40506A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C8D76-8F41-40F2-AA29-EE5F27A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480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52599-44E5-447B-9B7D-909633B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718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0506A"/>
                </a:solidFill>
              </a:defRPr>
            </a:pPr>
            <a:r>
              <a:rPr sz="1050" b="1">
                <a:solidFill>
                  <a:srgbClr val="40506A"/>
                </a:solidFill>
              </a:rPr>
              <a:t>根拠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73B4C-7513-4000-87A2-61E442BE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B7A6"/>
                </a:solidFill>
              </a:defRPr>
            </a:pPr>
            <a:r>
              <a:rPr sz="1500" b="1">
                <a:solidFill>
                  <a:srgbClr val="1DB7A6"/>
                </a:solidFill>
              </a:rPr>
              <a:t>AI Work 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30C252-1E28-4E83-A4E1-535318CA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631CC-4E65-4D67-A259-8042C5B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13DAC-78DC-4EE0-AA97-0B83B03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8191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CBAF0A-B870-47C7-96E4-6D535CC3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B7A6"/>
                </a:solidFill>
              </a:defRPr>
            </a:pPr>
            <a:r>
              <a:rPr sz="1950" b="1">
                <a:solidFill>
                  <a:srgbClr val="1DB7A6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AF3C9-B71F-456D-8BD0-46E07A8C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D5B2F-67D1-4160-9B7C-68B503FF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Knowledge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53ABE-9AB8-4F6B-8984-DF4C4165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検索要求から利用者確認までの役割を再配置する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74675-70F4-486D-A90B-E5BFF8D1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48E9E-22F5-43CB-BC43-51E1056A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B7A6"/>
                </a:solidFill>
              </a:defRPr>
            </a:pPr>
            <a:r>
              <a:rPr sz="1650" b="1">
                <a:solidFill>
                  <a:srgbClr val="1DB7A6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D7675-E07D-4321-8850-8FB6C579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06EE4-6C51-4CE8-8F94-9CAE635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F2CE5-58C0-463F-B4C1-D0FC82FA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文書散在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F35EB-6C47-41EA-BEDC-F3115504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2A8CC-F5AE-4DE7-9F76-264BB343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ADF4F-A47E-498D-A47C-B9205831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50C8F-0C2F-4D7E-858A-15DEF828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探索時間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878D6-9E92-493B-BC12-8EA925D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E3A6D-BA7F-4BEC-B929-634E74A7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9D08F-2B4A-4F39-A532-2DBB21F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7CAEE-E20D-4970-8BF9-D0FD5ECD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属人回答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B3A15-E6BF-46B3-8F5B-8E1EC307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45A0FB-F58B-44CA-BB5D-452AE71A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DB599-7423-4046-8A17-DC28B9A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7AE46-5D3A-4588-B5F7-DCBDE9C8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古い資料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C4441-28DB-42DE-A53D-63AB8C2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B7A6"/>
                </a:solidFill>
              </a:defRPr>
            </a:pPr>
            <a:r>
              <a:rPr sz="1650" b="1">
                <a:solidFill>
                  <a:srgbClr val="1DB7A6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4A185-ACEF-4C62-8F37-010FF2A9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1DB7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D52C3-C6A4-494A-9B14-80AC2427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F0559-7694-4E53-8144-741BDA8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質問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B3551-1DE8-446B-A668-4BA23275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F2A73-3AF9-42D2-9569-59A5264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25E31-15C8-409B-9C7A-CD737FB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2283C-AB57-401F-887D-ADBA7B8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検索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86426-9D16-4A07-9F3C-DD14F44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A9B652-3B46-460C-B7FB-CDBF42D8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693E0-09AD-47A3-8FF5-946DFA42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73EE9-9433-462B-A94A-E4D21C7C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根拠提示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60B4C-BEC2-461D-ABC5-74FE16CA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3FDA41-9987-4318-ABB5-30B07A26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E64C41-3183-4B8A-B00C-8E6AD641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049A3-B4E0-4CC9-A3FE-BE9D3972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評価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156A7B-F2B4-4A32-A8A1-7F2B7FD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02C68A-9A0F-4DCF-9AA3-20CB2F4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利用反馈を次の改善へ戻す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0F1BA3-78F1-498A-8365-1B0CAEA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FE11D1-FF15-4BA7-807E-CA226689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071212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2F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EEF4DC-84F3-44D8-947A-4B1312A9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B7A6"/>
                </a:solidFill>
              </a:defRPr>
            </a:pPr>
            <a:r>
              <a:rPr sz="1950" b="1">
                <a:solidFill>
                  <a:srgbClr val="1DB7A6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AAC73-74E4-436F-8B86-3CBA9459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B5207-A11F-4706-9DD8-9A2A3DD5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Knowledge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CF9A9-F1F2-4965-B0BF-D375BEB1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Knowledge AI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940EE-3071-40F8-B1CD-C8A6FF7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BFF43-D3B4-4D38-AD55-D86CA13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6E206-055C-47A1-AF87-71477F1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8F5B7-66BC-435A-B439-6B081BD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4C0D1-5E2B-432B-92AB-8245BCB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605BC-FCF4-4EE8-A08A-E22B3DCC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Document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F8413-23B6-447F-9AF9-7911D0B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DBC52-E938-4639-A174-265C90C8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5120C-EDCA-43FE-AEF9-3A88321B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1DB7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4B81F-101C-4A49-A35A-4073835E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05FE9-A57C-4704-9737-4A0C7786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4BA4C-95FC-48E1-8B28-E9C124A7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E4A77-814F-47C9-B1F2-9DE66587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E59DF-C0C5-4650-92A3-9E3803EA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51A0B-8D05-454C-B47C-EBB2FDC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FECDE-AF30-4754-89C6-692CF02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C4F5A-930C-4202-B9D0-ACC42FB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B796C-B40B-4BE8-BD5A-E2FBE51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BE62D-467A-4AE2-889A-AF481A0E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81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52C6F-3B4C-4A90-A524-3E14F1C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3367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D8163-2E65-44FD-87C0-E3422F4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Index / Retrieval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7AF4C-4D36-4BFD-A60F-EEAAA800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A29297-B81E-42C7-972B-96974A86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DA2C2-5F0F-4E77-871E-9351A9D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CD7071-137C-46F1-B538-1A33141A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73C19-B7E0-4D63-AF9E-CEA2108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Grounded Answer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D3EC5-79FA-4F6A-9F27-86429F69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F2A24-BE8F-435E-8408-59F6A257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86E6EE-02E4-475A-9A26-9D9820B2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799B8-B105-407F-B88F-C6370FD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9586A8-2303-47BE-B0E6-4C9090F5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1D4C71-BFCF-4067-9C6E-78904347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480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47A258-AA65-49AC-905F-EFFD3183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Source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1FA98C-1267-40CB-8CEE-4B7A7B9C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3A3FC8-EC86-4B7A-A2BA-C87BFD6B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68948A-38E5-453B-834B-68E4662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ECC2EF-0734-484B-8BAE-622B456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910DCB-3CAC-4C9F-843D-6E849FC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95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129B5C-32BE-41D2-8185-EF94A1CF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48025"/>
            <a:ext cx="114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288459-73AC-4DF0-93C5-BAFCD09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Feedback 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255EA6-3895-40CD-9913-50F56989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DD70F7-6A60-4F84-9324-44A6A708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A70659-9000-4327-8775-4B037F72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1DB7A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4673A6-DA31-41B4-8D35-A0CBEC93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Layer：利用反馈・監査・権限・運用改善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065037-E5FB-4007-90FA-A433215A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DB7A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562942-1F61-46A0-92F6-FEE1AD10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93F616-5CDD-4831-BFE5-EF0DA763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158128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E8194E-07DB-414F-AFD8-BE219D7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E016-5454-4FA2-937E-DDFF2ECB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DD3D1-1110-40B9-BAD7-50ABB60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Knowledge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40D83-816A-47BC-8EF8-B07FAF6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Knowledge AIの判断指標は、数値を捏造せずPoCで確定する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E23C3-BBE6-428A-9001-673F107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515EB-8F18-4CCC-9001-5F8D433F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BC2A6-8C0C-4A37-88E7-D6D2701F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62F3F"/>
          </a:solidFill>
          <a:ln xmlns:a="http://schemas.openxmlformats.org/drawingml/2006/main" w="19050">
            <a:solidFill>
              <a:srgbClr val="1DB7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37BFD-BE81-4A01-8A08-6EAF50F9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65120-5DF2-4039-B760-0BE39631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7BB51-4E3D-4321-96B4-CD2C4C71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9973C-2B4D-4E3A-A075-9123B56A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90D4E-E8E7-4467-A684-5F61B5C6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EACEF-A964-4FE2-BDC0-32125001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DCB3D-94DD-46B2-A2F3-E415296C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290F2-7628-4327-82B9-6E7BC60A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A2A9C-0474-454A-BA42-E3B5B9A9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E8371-A1B1-4816-B3D0-FC434A4D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4B055-5AC8-490D-AD2D-F2575BDF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EDAEA-6C48-4D5F-AAC7-817016AC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検索成功率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ADF3F-B0ED-4028-A9CE-D559EAB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63D44-73C0-4D1F-BF91-F94F2377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2E7A0-C149-41DE-A62A-8D1331E3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31E2A-FBE0-4191-BA4C-2939DE5A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5CC9F-4D2E-4C83-9925-1841A480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根拠提示率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25338-1A57-4ED7-8D22-4B0A3B4A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8A4AD-57EC-4379-A461-CC3AD76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C40F2-2EF5-4EEB-899A-55F5C2B7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D8D71F-6FEB-4190-BA16-CE864E3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AB9869-7335-4935-AE21-DFEF982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回答精度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BF9E2-FA5F-46AA-9D0D-03CD532C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0ED3B-47E8-47A2-869B-71EEC9EA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7A58E-DBA0-4DF6-A1C5-5A9B179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D5C39-A00A-48C2-B2F2-8D2E91A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125EB7-F7BD-4314-B2BE-0F531DE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探索時間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9CE501-378F-44A6-9748-697DEAFA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9D8F8-C3BE-4A98-BF51-5214C421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10D6A-73A9-42B4-8F11-80488FD3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EDFB67-ABB7-4DC2-B6C5-04215B79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80B502-991A-4162-A73B-1FE478E6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利用率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3AFDFC-FB93-48DF-9976-0624977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31CFB0-CBE1-4786-9F2F-77735F3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28EB7F-457A-427D-BBEC-C5900601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1D3523-2102-4954-A690-D84A1D05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CD459C-7B0E-4714-8DC0-9F65E147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070764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42D3C2-A0DA-4A84-B845-124DE183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81B43-B102-46A2-97D0-23B070F9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DA4EC-8A42-49F4-991C-B8652BB5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6B57A"/>
                </a:solidFill>
              </a:defRPr>
            </a:pPr>
            <a:r>
              <a:rPr sz="1950" b="1">
                <a:solidFill>
                  <a:srgbClr val="26B57A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2A754-6DFA-484C-A4C1-798935A7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ADEF-01A5-496E-8EE8-87076219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4FDDB-40F3-45A9-8F16-0404D14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B57A"/>
                </a:solidFill>
              </a:defRPr>
            </a:pPr>
            <a:r>
              <a:rPr sz="1650" b="1">
                <a:solidFill>
                  <a:srgbClr val="26B57A"/>
                </a:solidFill>
              </a:rPr>
              <a:t>CRM / Sales Intelligence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D6523-9210-49EE-9CE1-5D8D8D0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顧客情報から次の営業行動を見つける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3CEBE-ECB8-4C3D-B29F-59A44191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CRM・営業支援・顧客分析向けの視覚表現。AIまたはシステムが行う仕事を、1ページの主役として見せます。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3DC4B-0373-407F-B50F-6F341A25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26B5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4BD66-F0B6-4135-9B8B-91B7B639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6B5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39599-69FA-465A-8F62-B3434C68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B5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277A4-5EBC-4C38-A72D-C39300C7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CRM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B0766-4F8E-468A-ADCF-9A6D5D0C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914400" cy="9334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34317-61D6-46A2-A8B9-9CEFB196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E36A9-D121-4641-B867-BEE3EA4F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990F5-5F2F-4EBD-BE92-2368E6E3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304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EEB24-CB17-4476-8808-8A46F49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7D1B8-74E8-47BE-B888-2226C29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3B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98684-B061-4865-BAC7-FDD26858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7"/>
                </a:solidFill>
              </a:defRPr>
            </a:pPr>
            <a:r>
              <a:rPr sz="1200" b="1">
                <a:solidFill>
                  <a:srgbClr val="101827"/>
                </a:solidFill>
              </a:rPr>
              <a:t>次アクション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859B0-B37E-4191-9B96-1F6899C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B57A"/>
                </a:solidFill>
              </a:defRPr>
            </a:pPr>
            <a:r>
              <a:rPr sz="1500" b="1">
                <a:solidFill>
                  <a:srgbClr val="26B57A"/>
                </a:solidFill>
              </a:rPr>
              <a:t>AI Work Frame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DFB07-CB5C-4FCB-928B-D5EF9ED9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ADBC6-4C4E-4200-9BFC-7479B4D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DE4F3-E0D6-46CB-B762-E1E0D13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01270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E82FB5-2820-422B-A9B6-AB3FFCB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6B57A"/>
                </a:solidFill>
              </a:defRPr>
            </a:pPr>
            <a:r>
              <a:rPr sz="1950" b="1">
                <a:solidFill>
                  <a:srgbClr val="26B57A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23C6D-9F7C-4180-A81C-9A5EBCFE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4C94B-5F35-49E7-807B-C32023F8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D3A6A-CC3B-408A-AFC9-9D25FF6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顧客情報から担当者判断までの役割を再配置する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A6AEF-025C-44DA-9C4B-58FD260D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BC45E-CF05-44A7-8FAA-F026A6A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B57A"/>
                </a:solidFill>
              </a:defRPr>
            </a:pPr>
            <a:r>
              <a:rPr sz="1650" b="1">
                <a:solidFill>
                  <a:srgbClr val="26B57A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1AF22-4E89-4E0A-B85E-1C258611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0A2C-D937-4ADC-BB40-B9F1636E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D4B4B-A1DE-44F6-90A6-BE08713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履歴分散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48D6A-7AC4-404C-A410-FC9F05E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48FE2-4D00-4919-9573-A8C38404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6AB76-ED4E-487A-BA98-75BF24A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181DF-D028-4D8A-AFED-37F90AB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更新漏れ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072E1-98CF-4CE0-A2DA-4DA6F4EF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5728A-64A1-426E-84E4-8DF4EB75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3DB73-1FE4-45DA-983F-0FEE4B12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930BD-03A1-453D-B28C-4D839DD1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次アクション不明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2D8E5-71D1-47C6-9B8E-44E0E40A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FE8E0-8B9B-40F5-A417-17E2D28A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3E59C-F613-4703-AE0E-D1C6C01D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77528-9F26-4AEE-BCDB-6323E2BE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案件停滞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FB3F6-949D-4651-9D6D-8E918704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B57A"/>
                </a:solidFill>
              </a:defRPr>
            </a:pPr>
            <a:r>
              <a:rPr sz="1650" b="1">
                <a:solidFill>
                  <a:srgbClr val="26B57A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F2534-3B14-4688-B2D0-FB6FBF18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26B5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C0389-BD06-44D5-8661-849E829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49B33-A88A-4BC1-96BA-1C6EA504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顧客360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91DF6E-A6E7-485D-A918-BD0B49D0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7B608-7916-4A03-9108-A414E13B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DD410B-B7E9-4AA6-AA6A-EB621761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D9957-5BE5-4D88-B412-C18AA54E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5CBE3-8786-49F8-86A8-77A5C53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7A16E4-1061-4422-9EAF-530DD5B5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9E651-F0D2-4FAA-BA6C-4B257A3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5DA058-84A9-4737-9F29-85099B78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推奨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A2EF2D-C5EC-44F6-BC27-30720E0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593B0B-9EB1-4B62-87E6-58C840A4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07CC2E-E0F1-46D2-ACF0-A21F2AE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19A282-B9BA-444B-B4BB-749BD000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実行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BAB70F-4842-4182-96E4-46EE4E39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E118DC-084E-468A-B1E3-826334CA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活動履歴を次の改善へ戻す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FED74-0B48-4F0A-A270-FA25C32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7FA488-8658-4CD9-8C4B-1CFA0C6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00562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F19D50-F5F5-42A6-B190-1793D2C2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6B57A"/>
                </a:solidFill>
              </a:defRPr>
            </a:pPr>
            <a:r>
              <a:rPr sz="1950" b="1">
                <a:solidFill>
                  <a:srgbClr val="26B57A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C9732-7DC8-4C09-95BB-C7A99A37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0E8A8-22F5-4A06-92FE-058124B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E34BC-ED52-4C8A-AA72-0E0A518D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CRM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9DC70-7ACF-46D3-89AC-A0491C00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BC8AA-F07C-4320-9028-8B44948E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22388-955D-47F3-8E16-D57C9A4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87F64-F574-40EF-AFFA-FA8D2E5D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76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1E090-4187-402E-9F43-5D7E75F5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304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FBB32-02E1-4019-A974-151D3E98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Customer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8C1BE-8868-46C9-B59E-4B25E170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4F422-8A7B-4CEC-8678-99BC3F0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AF784-59AA-4B97-B492-7618CFC0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26B5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409E2-A059-47AC-8877-6F358AE5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9CB57-548D-4D30-97B4-D4FF1657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B2871-6CBF-4B0B-8642-5AF927AB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B4DFC-07E4-4DAB-9A62-E287AD7C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4D1D0-022C-44A5-85BA-DF8D18C2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9DAD0-D4B3-4863-89F5-BCAE10AD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363D7-1151-4AF0-A31D-D00E590D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51341-9F0B-4A6B-AE81-4473BF27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DBF22-10B8-4F66-A2FC-7C57590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818B39-1204-4032-8002-4C253EC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62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79E29-AFEA-4BC4-832F-0D77B59E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52725"/>
            <a:ext cx="304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9049C-0BDA-420B-A75D-48C8651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Sales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72927-DD62-4D53-A565-90C31303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5AEDD-65D8-46A5-9023-C32D942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7B1F6-1A54-418A-B5BB-D0FF1A40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90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B9ADB-5509-4859-BEA4-0ED55B34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81475"/>
            <a:ext cx="304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9AE8D-1012-4FD7-AEF3-10F7F18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Action Suggestion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202A8E-D74B-4325-ABFA-141CDCFE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86A778-971B-40E9-B08F-8A6771A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7F664-1E94-4046-A760-B30CDCE5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BCD5E7-AF71-406D-859F-A3AC617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E7EBA-806F-4894-9B6F-A5EB7D5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76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C83CB4-F336-4FF7-A98B-CBD6D8CE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67075"/>
            <a:ext cx="304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3ED230-E669-4313-9FB7-5E9C7260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Manager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88D895-298A-4E0C-B018-09F6984E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B819EB-6E1B-4D02-9E41-8755102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138F0-CD9C-46F8-8052-57EAEE2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68602D-070D-4F34-BDD4-DA5C760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FBC9DC-E82E-409A-8621-5D6C7342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76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83EE7E-1EAB-40AD-A7C4-41925102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67075"/>
            <a:ext cx="3048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5CF14F-1AC6-4A95-BA93-7E317E4F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CRM Workflow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C37CBA-E1D3-4631-A541-A8638BAE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9B759B-F90C-4EEA-83C3-56898A9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E402A1-7A04-42A6-8B13-2BBA6520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26B5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3F3E08-FADC-4747-B0D7-F13D85E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Layer：活動履歴・監査・権限・運用改善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047071-B63D-456C-B767-2F382C42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B57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580B4A-82A3-4E88-ABA7-EA0498CE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7646CC-F88F-4C0C-BC07-76684A2C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86776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805AD1-3707-4C1B-8226-51A7ED56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98BC-C442-4500-82A1-FCD9FB3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14143-C47D-4ED5-9BBF-48351159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07403-8203-48D4-AC1A-F51CA5E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CRMの判断指標は、数値を捏造せずPoCで確定する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C935-2EA5-447D-BAC3-AD13C04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2C252-E0BC-4C5A-9684-7B2D017D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2FF96-C008-46DB-A286-C55808E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A2C3A"/>
          </a:solidFill>
          <a:ln xmlns:a="http://schemas.openxmlformats.org/drawingml/2006/main" w="19050">
            <a:solidFill>
              <a:srgbClr val="26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60C84-B511-4838-A9DB-107C8B71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39521-D882-4DE8-AFDC-A6FA816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4921B-FEBC-4AE3-B8A2-80099DAD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3BC2C-B8FD-4A4E-9F03-C68ACD3F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2A047-8DBD-42D9-8322-F053736B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BA536-707B-4D9F-9007-3D64A4C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78554-81FD-48EB-9E47-6644A285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A85E5-8486-4949-8548-158352EF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4E53F-930A-4055-94C1-A2FCE46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80A32-DA1D-4FF4-8697-25B1962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FEA7A-82A9-4AF3-A72A-630A2D2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C26EC-5CF2-4767-A9C3-ACB9B70C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入力率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B9D2D-3D6B-4820-8114-A32B025B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6AF25-FDF4-46B6-A7B7-C16DF0EB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9D3A8-BD8F-4505-922A-1998A456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151F9-CF8F-4A25-A4F8-EA913693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24B48-FF4B-4E21-866F-7B9E507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活動可視化率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21953-5DC7-4F04-BC6D-07D4B9C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82DCE-E738-427F-BD2A-2233BEB5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124210-784C-415E-98CB-E4FC3173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D1899-AA39-4989-BBA4-574659F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15AFF-8990-4168-A29E-03D4D156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案件更新率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810C59-8E3F-48E4-8193-231BECC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5977A-1DFA-4648-AA2A-E390DE1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B3E33-3589-45E8-B501-C470B22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8FE2F6-23A3-4637-BE84-C41181A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860B65-F2AC-4756-94E4-BC37911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実行率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D6BB54-057A-4DA3-8882-B5DBD459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168BFC-25F8-4C25-90C8-C04C9AC9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4B4CB0-4105-4801-8E72-01B611F7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BD3C59-8EC2-4162-9918-8C90B780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E87D72-CB86-4DEB-819D-E65C7FD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情報品質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87C4E-EAD4-4B68-AA5B-1AFCB9C2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41A6A7-E80F-4E6B-82EA-192CD1AE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C22714-3EDB-41FB-B84D-B5EADD52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FF34B1-4391-421D-99C2-2B2E7AEC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F2C97B-4063-4390-A30F-0B63B7EC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535259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217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4A8EE-0E67-4A9C-9458-085C4BB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D033B-32C8-4C95-A3B5-AFAA68E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00171-339F-424D-B744-3C161687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CA3"/>
                </a:solidFill>
              </a:defRPr>
            </a:pPr>
            <a:r>
              <a:rPr sz="1950" b="1">
                <a:solidFill>
                  <a:srgbClr val="FF7CA3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54B8F-2E8F-41A6-9CDF-FAAAA59C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601A1-A617-41F7-A829-DE863F77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Generative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6A0E3-345C-4E6D-8174-1A526E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CA3"/>
                </a:solidFill>
              </a:defRPr>
            </a:pPr>
            <a:r>
              <a:rPr sz="1650" b="1">
                <a:solidFill>
                  <a:srgbClr val="FF7CA3"/>
                </a:solidFill>
              </a:rPr>
              <a:t>Generative AI Transformation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8A48F-A247-42A6-9944-9105913B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業務入力をAIで下書きし、人がレビューして活用する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04820-A426-419D-9E52-F6C8259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生成AI導入支援・社内AI活用向けの視覚表現。AIまたはシステムが行う仕事を、1ページの主役として見せます。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9D477-9D43-4A96-AE73-6356D03B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FF7C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9FC40-7EB0-40BD-8F68-822565BA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FF7C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CA9FC-2CBD-407B-8837-C0712F4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7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916E4-00E5-40B2-A8D6-F8BA8A6E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Generative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FA46D-09B0-4FF8-8781-FB7EDD51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1028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7F0"/>
          </a:solidFill>
          <a:ln xmlns:a="http://schemas.openxmlformats.org/drawingml/2006/main" w="9525">
            <a:solidFill>
              <a:srgbClr val="FF7C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D4B9F-91CB-4CAA-830A-DD18AB1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7CA3"/>
                </a:solidFill>
              </a:defRPr>
            </a:pPr>
            <a:r>
              <a:rPr sz="1275" b="1">
                <a:solidFill>
                  <a:srgbClr val="FF7CA3"/>
                </a:solidFill>
              </a:rPr>
              <a:t>入力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2AC93-F6E2-4C2C-8CDF-47B77BA3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3238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43C93-562A-454A-9B8A-E2EF45EA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A9219-EDC4-4316-93B4-F8CB9A52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876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315B4-C13F-4F2E-84AB-358E977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レビュー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9C527-8385-48D8-88B1-80FA5A3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3525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5CF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ガバナンス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7F6E2-B4D7-4CA9-9778-865BC90F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CA3"/>
                </a:solidFill>
              </a:defRPr>
            </a:pPr>
            <a:r>
              <a:rPr sz="1500" b="1">
                <a:solidFill>
                  <a:srgbClr val="FF7CA3"/>
                </a:solidFill>
              </a:rPr>
              <a:t>AI Work Frame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0728B-600D-4C4B-93D3-9E9AF530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DC3D9-A911-4A37-BC14-451EB62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65B67-8C77-4A5F-A0D5-854A55E7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32556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8EEB2D-F766-45D0-A4E4-39A62E0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CA3"/>
                </a:solidFill>
              </a:defRPr>
            </a:pPr>
            <a:r>
              <a:rPr sz="1950" b="1">
                <a:solidFill>
                  <a:srgbClr val="FF7CA3"/>
                </a:solidFill>
              </a:rPr>
              <a:t>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B2744-A0DF-46E9-A738-4EDBCF4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DE4B2-4D49-411F-9201-B1DB97CF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Generative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3A3B1-BFFD-46C9-AAEA-1F6534EF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業務入力からレビューまでの役割を再配置する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94C62-95A9-442D-9F9C-0545F272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EACCB-67E9-413F-8251-7A31F77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CA3"/>
                </a:solidFill>
              </a:defRPr>
            </a:pPr>
            <a:r>
              <a:rPr sz="1650" b="1">
                <a:solidFill>
                  <a:srgbClr val="FF7CA3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7727A-EE26-425C-9F42-F5007F36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FDCCD-EC9A-4F41-8E7D-598343F8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511F4-5589-4528-83B2-494BF6B8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下書き負荷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4FE52-EA61-4814-86D1-0BC3DC6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73FC5-34A8-4D4C-BCAB-CC27076F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EA77F-70EE-40C0-9CC8-9C02976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F25CE-5F7A-4F99-9582-614D502F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レビュー差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0CC11-A819-42E0-B381-A8D5009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9CD3E-CABE-446A-BC96-F50E94A9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0DB17-AF74-4442-BDE0-5F0515FF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37809-CFD6-4247-9ACE-4B0B4DAB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利用ルール不足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B1B75-1FD2-40F6-AABA-3761105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FCAC1-1F88-45AE-8AD5-1172340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B5906-E6F3-407A-A496-E40326E0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ED439-045F-46F6-B936-CC35A7FA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再利用不足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71911-5FB9-499A-A662-F1E2E71B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CA3"/>
                </a:solidFill>
              </a:defRPr>
            </a:pPr>
            <a:r>
              <a:rPr sz="1650" b="1">
                <a:solidFill>
                  <a:srgbClr val="FF7CA3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A3207-CFFB-4189-91FA-B9656482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FF7CA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80A80-3C4F-43C3-A7C9-6EA12B8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CF9C6-DF19-4250-957D-C0EB8906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入力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49E43-91D5-4732-A502-28A47C94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5C9A6-F510-4C89-AC00-AB4BAFC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A884F-2BA4-4724-9752-13D266D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0844BE-0EF8-4BCC-8FF8-1AB8613E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69E93-9BAC-45A0-B7FE-272AA34E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B9073-B0C0-4D87-95C7-1A254108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CBA69-D801-4501-9D99-4A0968D3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6662B-6EFD-4FF5-8BD3-FD794CB1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レビュー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F0135-A2C8-4D84-9474-87E1E16D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3CDEF3-51DE-408F-94BF-EB62FCB6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347775-C05C-4E1D-9F60-61F6B644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FECABD-B43D-460A-90B4-4EAB4D4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活用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45A5B9-E860-427F-BB5B-C852519A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6AF263-AED3-4324-A0B6-45C4BCCA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改善知見を次の改善へ戻す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FC8B8C-2FED-4A7C-A499-1EF5C155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8355-84AB-4A44-BC91-4CC12343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126354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2217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6F7DEF-7D21-4DE7-8041-02DEDE58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CA3"/>
                </a:solidFill>
              </a:defRPr>
            </a:pPr>
            <a:r>
              <a:rPr sz="1950" b="1">
                <a:solidFill>
                  <a:srgbClr val="FF7CA3"/>
                </a:solidFill>
              </a:rPr>
              <a:t>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126F8-9181-4C50-AA8B-E61893F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516F7-EACD-4E0F-BCE0-4CDB510E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Generative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4B7E3-40D6-428C-ACD5-8050BEDD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Generative AI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96341-5C7A-47D2-93AD-D2FABD0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01D9A-ED90-44C6-BFCC-21287E18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B1942-1B4B-4004-BF6D-EABA407A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60A2F-4A07-4284-98BB-8CB38119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DB2F5-D519-4AEC-A75F-A8060C5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76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D8EC6-AA2A-4FB3-9575-5D7B7442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266FB-B189-4108-A826-5EC9736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845C7-E912-480E-B60D-14AB296D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C237E-A7F5-4DD2-8F5A-FC652D87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FF7C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56BCD-1CC7-4D48-934C-8163F7CD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0CEA6-B6C0-4815-B982-EDD8D88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FD6A5-CF4F-41A4-9619-A4B4FC0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BB2BE-3AF7-4253-B4B2-8E72FF95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AA090-663F-409B-A5A7-66F52816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3484F-7201-4238-850F-EA711348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B091B-C7E9-44E1-85DA-79DCA2F8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7C3A2-6630-4078-B3F9-B8470C8F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E62D3-F270-4275-A619-121DA8A8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3C82A-28DC-44C2-9C50-C3A205BE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7CA3"/>
                </a:solidFill>
              </a:defRPr>
            </a:pPr>
            <a:r>
              <a:rPr sz="1050" b="1">
                <a:solidFill>
                  <a:srgbClr val="FF7CA3"/>
                </a:solidFill>
              </a:rPr>
              <a:t>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1AD8A-7D56-49C7-A4E9-4CE75DB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62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1B0BA-CB2C-4A81-8814-1CE0D340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LLM Workbench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88C53-9EB2-4AAB-AEB6-4C5E61B4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28856-10E5-491D-BC39-048E92BD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0E25E-4A94-4024-8951-5BDEED0E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290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C77FF2-C794-4E87-A227-9A4D1A1E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22555-73AB-44C3-BC01-FF35B9C3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Prompt / Guardrail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338B2-9C2A-4ABC-8653-4E22F8D4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23ACEE-7296-4A22-899F-2D4B5E6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3ADE5-976E-434E-ACFF-F7F3771C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5CF7E-EA8B-4FD9-89B5-B924268A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4C4F7F-2925-49AB-ABDC-DFC8E81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14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BF5800-EBAD-408A-AA36-1B3B008D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AF7109-D7B6-4717-8E39-A35EE0C6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Review &amp; Approve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67D443-6DA2-43F4-B143-B8390F66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53029C-DDD2-4913-85B8-7F41F392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99DCE1-2A56-4CBA-BA6E-B8442557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445EE-414B-417E-943D-B891554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F3C6A0-3D79-4814-A909-3A21A5E9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14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EB847B-0C07-42EC-BA31-F728C1FC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76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C37AEF-A9C1-48C6-BB6F-EE2E7E3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Usage 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5A87CD-4E2F-40E6-BC3A-4AFE3AC8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A3E3E2-E84B-41E3-A460-9051A58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1436AA-6C0D-4E20-906A-7004404A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FF7CA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0DFAAE-800A-4FFA-9A39-31546040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Layer：改善知見・監査・権限・運用改善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55DDD1-ED68-45F1-9120-890F753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7CA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2DDEF1-D51C-4A3B-B975-B51B3C0A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BCD04F-6195-4D21-B64E-9F030C70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542221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4E9A3A-6308-428C-A5DB-38D2F375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3F4B1-9577-41C2-9747-1BE0D35C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F7EE4-6CB5-4F55-8A56-FAF1B42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Generative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E023B-E90C-4674-A639-2760DF3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Generative AIの判断指標は、数値を捏造せずPoCで確定する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23055-0483-470C-81A2-83201048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670E0-05F9-48B7-8213-86BF3FFE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2C86A-7DD7-4FCF-8E9B-55A9356B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221737"/>
          </a:solidFill>
          <a:ln xmlns:a="http://schemas.openxmlformats.org/drawingml/2006/main" w="19050">
            <a:solidFill>
              <a:srgbClr val="FF7C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C874A-C06E-4810-A268-8CF1465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14A3E-0B78-4E4E-997A-3B61870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3A58-5F6E-42DF-A09A-85ABB047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63270-DD15-4F03-A655-6B8F3E32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1CC50-6573-43DA-B887-55307245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A5F6D-7BA6-48D4-87EC-AD71058A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43E80-4EB2-41FC-8974-EACB5D0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08581-726D-4DF7-BADC-310AB2D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D8B98-9A31-4817-A9A2-67E7EB02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C90BD-D4F8-4A71-98C3-EBC7E66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87680-DA09-4B72-9801-ED398B4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ADEE8-2AD0-425B-AF23-3768B9D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利用率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29F55-56B3-4E4E-955F-C66F91B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CE764-2148-4B4D-B690-E8C1D18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984B-3470-44D6-9099-D1875B90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DF1F5-08E6-460F-92D7-4CF2B77A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60502-03AB-44D9-B307-AEAEAE8C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作業時間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20AD7-EEE5-4360-9A64-C21E1C6D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978FD-2017-4859-BA74-F4CFAAC1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1E1BE-D699-45B9-AEBA-32BEC739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279AE-63AE-4F60-A91B-24DD8F8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8CFF7A-E765-4137-B8DF-7384BC9E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採用率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C47180-D217-4A19-A48C-DA4535EA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7ACE98-16D4-4B70-9D5F-D772782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9D1A82-7D62-4312-B32E-D2AF8E90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F2B518-E8BB-4166-8AA5-ADA80889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9AB8E8-CA91-4AB9-B94D-33378837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修正量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BFCE48-7EB4-4494-866B-7B230708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7A1AC2-E1C0-4585-8FCC-1F4B2317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62EE0-3103-4404-ACD2-193449D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1E0258-DB1A-4F89-8777-D7166135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711FC6-08CA-44DB-9E14-F7FC2DF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リスク検知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549322-6DAA-4B68-B3A1-A61187E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CAA639-BA6E-4529-B2E8-0497E4F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9EDB0D-6672-44A2-82AF-0E632D39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24E179-5E04-4571-9E7B-2749108F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DC2C5A-1FC5-4423-A317-860656C9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504939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DC09E-8105-4983-A034-EE0BBA0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33770-3FC3-44C1-9987-7A858D23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41B02-E26E-4922-A1A7-1F4D210A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B13B"/>
                </a:solidFill>
              </a:defRPr>
            </a:pPr>
            <a:r>
              <a:rPr sz="1950" b="1">
                <a:solidFill>
                  <a:srgbClr val="F3B13B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1C758-58D6-43DC-97B8-066DDE1F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52F7-66DA-4BCD-AEB0-07693ED6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Digital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F27CE-9E5D-481B-8441-F76A7163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B13B"/>
                </a:solidFill>
              </a:defRPr>
            </a:pPr>
            <a:r>
              <a:rPr sz="1650" b="1">
                <a:solidFill>
                  <a:srgbClr val="F3B13B"/>
                </a:solidFill>
              </a:rPr>
              <a:t>Digital Experience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89768-18FE-49CD-96EC-A23551FE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ユーザー体験と運用を同時に設計する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BB88B-5BC2-435D-8A59-1B81E4DA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Web制作・UX改善・EC向けの視覚表現。AIまたはシステムが行う仕事を、1ページの主役として見せます。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8B113-1BC9-42CB-B056-1856F428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F3B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D67D7-A0D7-428E-9D85-417D75F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F3B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775A1-E883-4965-ACA3-C15193BE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B1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D06B3-B8AF-4F4E-B4D9-4AFFD18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Digital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43442-47B1-47AE-AAF3-2B7B4DD7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622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9050">
            <a:solidFill>
              <a:srgbClr val="F3B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B387B-67C6-4D5D-9080-AD411B69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717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675EC-6EDA-4600-9782-F9A9C8F9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76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8A8C2-604F-4DA9-A6D0-6EFDEC7D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8C0AE-D3A4-48B2-9647-EE4E68BD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F6924-1090-4E94-A01E-ABFBB086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12573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9525">
            <a:solidFill>
              <a:srgbClr val="F5CF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CMS / 計測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F393D-EFC4-45DC-96CC-6D89DC69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B13B"/>
                </a:solidFill>
              </a:defRPr>
            </a:pPr>
            <a:r>
              <a:rPr sz="1500" b="1">
                <a:solidFill>
                  <a:srgbClr val="F3B13B"/>
                </a:solidFill>
              </a:rPr>
              <a:t>Experience Work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34AD3-D44E-4EBD-8462-956C3707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DBA73-D056-472E-B262-08CF635C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CDC47-F5CC-43BB-8369-C148BEEE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873311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DE200A-43A7-406D-8DBE-B06E747A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B13B"/>
                </a:solidFill>
              </a:defRPr>
            </a:pPr>
            <a:r>
              <a:rPr sz="1950" b="1">
                <a:solidFill>
                  <a:srgbClr val="F3B13B"/>
                </a:solidFill>
              </a:rPr>
              <a:t>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7D7D2-319B-4A74-A0DB-DE6C76E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4E853-DF60-4667-9925-8B5CE0E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Digital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7A0D8-DCC2-4CE7-A6F2-FC12B32C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ユーザー要求から運用判断までの役割を再配置する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25DA1-0ED5-4C3C-9FBF-1252044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B1509-5D9D-40BB-BA0F-6E8845DA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B13B"/>
                </a:solidFill>
              </a:defRPr>
            </a:pPr>
            <a:r>
              <a:rPr sz="1650" b="1">
                <a:solidFill>
                  <a:srgbClr val="F3B13B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2480F-DEF3-43C6-9C75-DBD08522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7E7-E0E3-47AC-ACC2-1AF14172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FD8CA-DF7D-4401-85E1-A5D61238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導線不明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7E846-DBEE-4357-A392-1D79A07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E3FE3-5DF1-477D-9741-764AC490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5D107-F73C-4C7C-8670-F0AEAA1B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48363-D13C-4391-BBE4-C75570C5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情報古い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680F0-3185-4B5E-AFE6-76DC7737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E22DE-0CA3-46B1-B303-F20BF3C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59307-A185-4C44-A711-7A775626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31A0F-3C76-4433-AA9B-FB53200E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更新負荷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91C2B-8169-4690-B463-B1C44A18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5AE38-AD16-4DA7-A0A4-6F23A89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3105A-2A7D-4FE9-9AC8-9CC41B41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F8CAC-86AD-417D-B7E8-809D6A7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計測不足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39605-70AF-45C0-BC5F-71245ED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B13B"/>
                </a:solidFill>
              </a:defRPr>
            </a:pPr>
            <a:r>
              <a:rPr sz="1650" b="1">
                <a:solidFill>
                  <a:srgbClr val="F3B13B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FF5127-9BF4-4ADA-B3B8-0575EB7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F3B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E86E8-1702-4386-94C2-65E57CCE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7B43A-F1E7-4F59-8C8C-457A40FB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旅程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B75E0-CDC7-4C27-927C-2AA5486C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2EF7E-FB1C-45C7-9335-290DF8A7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34264-040A-4C62-AB95-9847436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144A7-B8DC-40F0-99A9-702B374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設計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FA6194-DF02-4743-913C-0429728E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116B3-3AD7-48EB-9115-4A9ACF7C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32AB8-6F95-4CAE-A241-4CBBA5D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D2404-A9FD-4086-83F8-5688F94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制作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09030E-244E-4B98-8990-593C19F8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03802B-B3C6-4D97-A79A-74FF5AA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C7B662-715F-45AA-A8E1-5243667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9BC6BC-8AC2-4357-93E2-7F99278C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計測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6CC381-2535-469E-83A2-D7480DC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C764D-22B2-4102-9AF0-2BD02362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改善を次の改善へ戻す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87253-ABEC-405D-84AE-06CE17E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1181CB-371C-4B69-BAAB-27B38502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481546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7335E6-FFB4-4B91-AEB6-2BB8648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B13B"/>
                </a:solidFill>
              </a:defRPr>
            </a:pPr>
            <a:r>
              <a:rPr sz="1950" b="1">
                <a:solidFill>
                  <a:srgbClr val="F3B13B"/>
                </a:solidFill>
              </a:rPr>
              <a:t>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E0B05-AB6A-4905-87B7-B3879174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9546D-A8E3-4EC4-B0B7-AABC74D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Digital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BC648-D853-42F8-8A90-620C3B2B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Digital Experience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7D00C-5811-48D6-88BE-D0BBE06E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53FDE-C0CC-49B5-BBF8-4C0B07C0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7823C-1364-4CEB-A6CF-AB2178BE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8217C-725C-4ED0-A4AC-B2A853F6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9E4A9-8210-4CD1-9787-6D13A546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3372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62127-0D9C-4463-A02A-369F8650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User Journey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BFD68-C1D7-4BFC-90E9-4F22BA8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ECC5A-C115-4A39-B252-8040ACF5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B6DF7-DD44-4B04-A3C8-A4B14D07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F3B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052B4-5447-45BE-82A9-07D5633B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1ABFD-DEFC-4B36-98D5-F92B6C7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FCD1F-4666-4018-B55B-F798DB1A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58F0F-52D7-47E4-9A14-AAE48BD0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BB56D-75D3-45B7-847F-64AE7213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06E73-8708-4D10-8F78-2B93759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E4718-8E8F-4EC6-BF07-C4F11D1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66179-412C-4F31-9ADE-4B2FEB2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99050-DF60-4C49-B5A7-7847C053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B5D71-9A81-4C0B-829A-66E4935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812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85D2C-5C0F-4570-9E33-0D725CCA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193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F239B2-9655-4154-B672-140B3B94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UX / 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05DFF-3929-4CBA-9FD0-E816DA2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9AA95-FE27-44C7-8168-55B9F729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829E5-28D7-4694-AC58-05DA0223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0100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BFA57-3C74-41F3-A336-B81161B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9DEC5A-3EEC-4A9D-B557-2276E4B1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Design &amp; CMS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6A435-6855-43A1-9575-1ECD040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CDB9A-17B4-4A8B-80EC-AA6B0A08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11CF47-55B9-49D0-A419-6CD5BBED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81E14-09B3-4279-81B4-F373B9E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C32FA-4061-4CB3-B611-BFAF8AA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956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0C17FD-9012-4E8A-B11B-4DE6ACCF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0A1C0-8571-4F3D-B54C-A0F1613D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Content Ops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474B32-9FC8-43F4-AEA1-5FBFB9C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83F51C-AC93-41DF-AD83-610A4093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A829DE-D63D-447A-9CDB-E60C4130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1EF1FD-CB52-46BC-A891-D98C85E7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BAB7CB-E80A-40B7-BCBF-26113DE0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956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3397F7-05B1-41C4-80D7-3F064BA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13372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0F2510-63BB-4ED4-90D8-264FC479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Analytics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D44628-007D-4B5A-9BC7-628B616A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5BC231-FB03-4F77-8130-58F800D2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C12241-FE64-4107-83EE-C9AFC37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F3B13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E80730-BDE4-4158-85E9-CE3BAED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Layer：改善・監査・権限・運用改善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DFE891-590F-4E0D-AA74-2327249C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3B1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7D19AF-5C7B-4B2D-8693-4EC2C8ED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E1AE85-3868-43D5-B228-819A6C40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512403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B683A9-DB95-4DE0-870E-0624B5DE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193C4-421D-45A1-A5D9-2242B37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DDBA8-19D2-407D-BAD5-3B413E3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Digital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75886-6C61-4000-B9F7-26F6A87A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Digital Experienceの判断指標は、数値を捏造せずPoCで確定する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7E8B1-0F8E-4E7B-99DB-8AFAE777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7EC41-52EA-4A62-90EB-0CB36FE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98EB4-E081-40C7-AA6C-17FC6558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9050">
            <a:solidFill>
              <a:srgbClr val="F3B1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1905E-B67C-4630-BF88-FEA64C8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AA691-24C7-4038-98E2-A93237D9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9A3FF-AA76-412F-8CEB-0E07B22C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559D6-6D74-4964-8EE3-826E14C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8A8B7-9784-480A-A75B-9ACFA80B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F6795-BD33-4F55-A5B3-D6B892C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6EF6-6238-4645-BD9D-BA021C9D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52774-3900-4C56-9259-98FAE3F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94C34-BB27-46DD-B3F2-CACF3CF9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72A02-176B-405E-B456-303C8E17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14834-82FC-4411-8E22-E7EADCB9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12BFD-3AB2-4040-81A7-F4BDA56D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CV関連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56E29-5CBC-4531-8490-E62F8C25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73B7F-07AB-4FCB-8090-F48EC948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ABF0A-07BE-43E6-8A4F-B575C4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E04FE-49F2-46A4-BF5D-5C4FE512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E0940-E8BB-4C8F-B05A-FDF2801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離脱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4E240-56C7-46A3-A98C-6471F4E9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50F06-EC73-4592-849F-3D1F57D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3A512-D0B2-42E2-9BC0-1814BBD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F143E-BCD3-4D63-BDDE-C91C5AB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FDD4A-1B0F-47DB-A726-97AE528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回遊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E796E1-FF66-478E-8A71-6A2A4E0C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A4353A-B09F-4ABD-9E4F-05B37D09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A4ABC4-AA24-4D30-8302-8CDF3E6F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D2E69D-7F07-4728-A327-1A4A032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B57E7F-7E03-4E99-A9C4-A1BBA5CF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速度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3C34EC-E866-4E96-9768-7C73D9D7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9CDBFD-2588-4301-933C-9B93ED30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79275D-D20F-42A8-BEAA-77DDF8CD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43621F-2F8F-495C-B314-CE00664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A005D9-903E-401B-A2F4-1D7816E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更新効率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E08F73-E723-4976-ADDE-1F10537C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AA237-565A-4EC8-89A7-3EED1DCF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6FBFDB-EEEA-47C5-87AA-628FF99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443B12-991D-4345-9625-9549C94E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7EB306-2E79-4062-A294-151D7F9B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778193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009E9-BAFE-48E3-A7CD-2BBD9F4C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095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D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C1C13-5BA1-4AAC-B058-9249D6DF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CE1E5-921E-4238-ACDB-E3713E1F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A8FF"/>
                </a:solidFill>
              </a:defRPr>
            </a:pPr>
            <a:r>
              <a:rPr sz="1950" b="1">
                <a:solidFill>
                  <a:srgbClr val="6EA8FF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EB8AC-355E-4E4A-BF76-0D5C440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Hero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3CDB6-850D-4D4C-A65C-DAC06B3A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Generic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2CE7-677D-43F4-AF6F-ED9D2966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F"/>
                </a:solidFill>
              </a:defRPr>
            </a:pPr>
            <a:r>
              <a:rPr sz="1650" b="1">
                <a:solidFill>
                  <a:srgbClr val="6EA8FF"/>
                </a:solidFill>
              </a:rPr>
              <a:t>Generic Consulting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4D1FB-1612-49C4-BE74-0FE92683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課題を整理し、実行判断へ進める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C5C92-B851-4090-9857-6296AEA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カテゴリ未確定・複合業務改善向けの視覚表現。AIまたはシステムが行う仕事を、1ページの主役として見せます。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ED25E-0C52-4725-AF93-09A362A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28575">
            <a:solidFill>
              <a:srgbClr val="6EA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A9732-E4A4-4C79-8C47-646EE3B5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6E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22803-DE3D-4C20-8CAC-C839166E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143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A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E9E79-829D-47CD-9104-6A5CE33C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Generic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66C83-9ED4-45B2-A37D-C681541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685800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BEB50-CE3E-4543-8FEA-1B482D81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447EE-FBB2-42B2-9F0F-119916DE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21526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4C858-4A57-4F71-87B8-5CC7B5E9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1581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63FF"/>
                </a:solidFill>
              </a:defRPr>
            </a:pPr>
            <a:r>
              <a:rPr sz="1125" b="1">
                <a:solidFill>
                  <a:srgbClr val="1463FF"/>
                </a:solidFill>
              </a:rPr>
              <a:t>課題 → 設計 → 実行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42AB5-9216-4346-ADBB-1A702449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A8FF"/>
                </a:solidFill>
              </a:defRPr>
            </a:pPr>
            <a:r>
              <a:rPr sz="1500" b="1">
                <a:solidFill>
                  <a:srgbClr val="6EA8FF"/>
                </a:solidFill>
              </a:rPr>
              <a:t>Decision Work 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9B306-B23E-46B2-9F97-F7F4FA9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2A63A-9A4B-4D80-9582-8875C969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E33A4-66F7-4F1B-AA68-1B644AB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180357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D99D70-B45B-4D78-896E-01E28CC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A8FF"/>
                </a:solidFill>
              </a:defRPr>
            </a:pPr>
            <a:r>
              <a:rPr sz="1950" b="1">
                <a:solidFill>
                  <a:srgbClr val="6EA8FF"/>
                </a:solidFill>
              </a:rPr>
              <a:t>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7FE7B-B628-4004-9A88-870DD842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Current /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470BC-F9D7-46D2-9619-48B9FD78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Generic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13419-42DD-4825-BA70-A24759C1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現状情報から意思決定までの役割を再配置する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D01A3-AAB3-44A5-878B-7404DF5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現状の負荷を整理し、AI・システム・人が担う範囲を明確にします。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4CFA2-CE87-48EC-82C7-4034C2E1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F"/>
                </a:solidFill>
              </a:defRPr>
            </a:pPr>
            <a:r>
              <a:rPr sz="1650" b="1">
                <a:solidFill>
                  <a:srgbClr val="6EA8FF"/>
                </a:solidFill>
              </a:rPr>
              <a:t>Current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499BE-4C9E-4FFA-9D0D-D8607B9C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52650"/>
            <a:ext cx="8191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B335E"/>
          </a:solidFill>
          <a:ln xmlns:a="http://schemas.openxmlformats.org/drawingml/2006/main" w="9525">
            <a:solidFill>
              <a:srgbClr val="315C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E0D28-C432-45D4-8DEC-8068CAB1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39D5F-EA00-4104-904C-5E30D48C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課題分散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EE389-8228-46C7-AE75-1C3A7BDE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987A3-1F5A-4275-A3C0-128630F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41686-0970-47F1-93B6-A975757A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62617-4011-432A-914A-87B3170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優先度不明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81B9F-7508-4BA3-A5D3-7C82A53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E96EC-7C2B-4F21-A092-73C7D0FF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57F61-B09C-462D-9126-85AA4F3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AABD8-DA49-4F22-AA58-C35FC0C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判断材料不足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A902A-1CCE-4E33-9D55-56D2D383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97636-F0A3-4E2B-95AF-F177BE48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57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AA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FE7E9-FA7C-419F-9E05-7DDA35F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27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24C78"/>
          </a:solidFill>
          <a:ln xmlns:a="http://schemas.openxmlformats.org/drawingml/2006/main" w="9525">
            <a:solidFill>
              <a:srgbClr val="5072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4447D-9A8E-4748-B63B-502072CA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6FF"/>
                </a:solidFill>
              </a:defRPr>
            </a:pPr>
            <a:r>
              <a:rPr sz="1275" b="1">
                <a:solidFill>
                  <a:srgbClr val="EAF6FF"/>
                </a:solidFill>
              </a:rPr>
              <a:t>実行停滞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58B46-F3B0-481B-949F-02199F1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EA8FF"/>
                </a:solidFill>
              </a:defRPr>
            </a:pPr>
            <a:r>
              <a:rPr sz="1650" b="1">
                <a:solidFill>
                  <a:srgbClr val="6EA8FF"/>
                </a:solidFill>
              </a:rPr>
              <a:t>Future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7EC26-1779-4226-BB20-D62CC995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191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7345D"/>
          </a:solidFill>
          <a:ln xmlns:a="http://schemas.openxmlformats.org/drawingml/2006/main" w="9525">
            <a:solidFill>
              <a:srgbClr val="6EA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7201A-9F80-47B9-B76C-67F5EC98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6BD8E-CC5F-464B-B4F6-1472034F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整理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2BBE5-519B-4971-8CB3-F822422B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4F735-229C-4042-AB4B-45177BE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DB5B4-CE98-4C42-92BA-95D783E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832E9-A10B-4598-8B75-CC34FEF3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設計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E7D42-7F92-42CC-B593-C8A85A3D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B9C18-6AAE-4A94-8D1F-849C18FA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DC3C7-9C10-4C30-B544-C8DEB18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9525">
            <a:solidFill>
              <a:srgbClr val="B2EE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67680-2BEA-4A56-8FF9-F8D7A1F8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34D"/>
                </a:solidFill>
              </a:defRPr>
            </a:pPr>
            <a:r>
              <a:rPr sz="1275" b="1">
                <a:solidFill>
                  <a:srgbClr val="08734D"/>
                </a:solidFill>
              </a:rPr>
              <a:t>合意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1EDA1E-FE1A-4EAA-BF2B-DA84F51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1B470D-D78D-457B-9087-C1985F22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767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5C0EA4-840E-4EBB-8B4B-22920FB3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445AB2-7F7F-4F57-B961-D3207BA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862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3FF"/>
                </a:solidFill>
              </a:defRPr>
            </a:pPr>
            <a:r>
              <a:rPr sz="1275" b="1">
                <a:solidFill>
                  <a:srgbClr val="1463FF"/>
                </a:solidFill>
              </a:rPr>
              <a:t>実行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289CFE-F4F0-4BD5-B2CD-2406E06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4762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9F14C-5388-408E-9659-B15AEC60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63FF"/>
                </a:solidFill>
              </a:defRPr>
            </a:pPr>
            <a:r>
              <a:rPr sz="1350" b="1">
                <a:solidFill>
                  <a:srgbClr val="1463FF"/>
                </a:solidFill>
              </a:rPr>
              <a:t>振り返りを次の改善へ戻す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B8EBF0-1540-4D68-8049-E9936DB1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790D77-7AE8-434C-B93E-1DA5C18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603875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2E92BA-C6C9-4551-BF67-9EDEAA63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A8FF"/>
                </a:solidFill>
              </a:defRPr>
            </a:pPr>
            <a:r>
              <a:rPr sz="1950" b="1">
                <a:solidFill>
                  <a:srgbClr val="6EA8FF"/>
                </a:solidFill>
              </a:rPr>
              <a:t>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F06C8-8E93-47FE-ACA5-C62A03D7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F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7FF"/>
                </a:solidFill>
              </a:defRPr>
            </a:pPr>
            <a:r>
              <a:rPr sz="975" b="1">
                <a:solidFill>
                  <a:srgbClr val="C8F7FF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37946-2B4F-4863-801D-29CCF433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2E5B"/>
          </a:solidFill>
          <a:ln xmlns:a="http://schemas.openxmlformats.org/drawingml/2006/main" w="9525">
            <a:solidFill>
              <a:srgbClr val="2A6DB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Generic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DBD39-D589-4A5A-8929-5C1A050D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Generic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F8394-2580-4222-AB71-C476BCD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F5"/>
                </a:solidFill>
              </a:defRPr>
            </a:pPr>
            <a:r>
              <a:rPr sz="1500" b="0">
                <a:solidFill>
                  <a:srgbClr val="C7DBF5"/>
                </a:solidFill>
              </a:rPr>
              <a:t>箱の名称変更ではなく、カテゴリごとのデータフローと人の関与点を変える。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95BE7-9265-44BD-9D11-9457B56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36594-7B6D-4CA8-9313-9D586549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0B306-B7C6-45B4-93F8-FB7401BE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051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13708-09E3-4933-8EAF-B2A7A54A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Current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35AC6-FB9D-41FB-89A6-A59F9B1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64AA2-1778-4A84-B10A-47B42BD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FB935-A566-48BA-B736-E2EC2C7A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0E3A74"/>
          </a:solidFill>
          <a:ln xmlns:a="http://schemas.openxmlformats.org/drawingml/2006/main" w="19050">
            <a:solidFill>
              <a:srgbClr val="6EA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0E0E2-CF7E-4065-8857-E2D4F241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6E81C-36E6-49A2-92BD-F88928C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42868-2CA0-46A1-96A2-A0E17E78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60985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BB44C-45F3-4888-A6AF-12B73482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1DA42-E623-4812-9378-3998819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82B9D-401A-42EA-B52A-D3C451E2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14655-CF69-4D20-B31A-A35834A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299" y="2933700"/>
            <a:ext cx="6515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FA9D6-FCE3-465E-90F0-A8EB98A1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6649"/>
            <a:ext cx="38100" cy="65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1B3A9-1E2C-4E84-B22C-15F342F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83689-DB55-44E3-A4CC-C4D54EF2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9080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36A52-EDC9-49E8-8472-2D43A93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6FF"/>
                </a:solidFill>
              </a:defRPr>
            </a:pPr>
            <a:r>
              <a:rPr sz="1350" b="1">
                <a:solidFill>
                  <a:srgbClr val="EAF6FF"/>
                </a:solidFill>
              </a:rPr>
              <a:t>Analysis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EC495-6DE3-473B-BE09-31418726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20002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51D59-E6BD-4E33-A32E-4C8B24C3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957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D43FA-6FDF-4E48-950D-E1734ABC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95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3398A-E4A8-4EF1-BFEB-3A60F14A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Solution Options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1C0EFD-77B3-4ED5-97BF-2E7DB1C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088F1-1F91-424B-8995-349FF69D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7B5293-B7A4-4185-AF17-5FAD5772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A14C5-6300-4799-AA76-2976284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79694-CBD4-42F3-8FA7-5B4B5F2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051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22133-DB01-4BCA-B516-2EA697EB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Decision 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B05192-A095-49EB-9B45-331D4681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62300"/>
            <a:ext cx="4000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F62228-E0C0-4C25-A9C7-5860452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155C7-FBD4-469B-9184-3142ED14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473F2-78A1-46C1-89CC-24EB1DE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754E2-E391-467A-B54B-3B0EE13C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05150"/>
            <a:ext cx="209550" cy="209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2D83A-A325-405B-9EC0-621B996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099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Execution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F43066-AF66-4598-AEA3-C8ECE95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5E76F-9CE7-4018-BBD4-75029472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38450"/>
            <a:ext cx="2095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E54EE3-5B7E-450B-9357-92168200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0B2C5A"/>
          </a:solidFill>
          <a:ln xmlns:a="http://schemas.openxmlformats.org/drawingml/2006/main" w="9525">
            <a:solidFill>
              <a:srgbClr val="6EA8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040599-1852-46DC-B110-5EBEF8B5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924550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BFF"/>
                </a:solidFill>
              </a:defRPr>
            </a:pPr>
            <a:r>
              <a:rPr sz="1350" b="1">
                <a:solidFill>
                  <a:srgbClr val="DDFBFF"/>
                </a:solidFill>
              </a:rPr>
              <a:t>Operations Layer：振り返り・監査・権限・運用改善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1A8164-2004-4452-B2AD-E7C4254F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A8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AC1C60-D046-4C38-ADFB-E3A68831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ProposalPilot / AI営業秘書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79C7E-DBC1-49AB-942D-42794A06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BFF"/>
                </a:solidFill>
              </a:defRPr>
            </a:pPr>
            <a:r>
              <a:rPr sz="975" b="1">
                <a:solidFill>
                  <a:srgbClr val="DDEBFF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76437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D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FFC0C2-F6F4-47E0-8443-2B5B562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FF"/>
                </a:solidFill>
              </a:defRPr>
            </a:pPr>
            <a:r>
              <a:rPr sz="1950" b="1">
                <a:solidFill>
                  <a:srgbClr val="1463FF"/>
                </a:solidFill>
              </a:rPr>
              <a:t>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8E085-CEB9-4E99-A056-148F97E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771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B9D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3FF"/>
                </a:solidFill>
              </a:defRPr>
            </a:pPr>
            <a:r>
              <a:rPr sz="975" b="1">
                <a:solidFill>
                  <a:srgbClr val="1463FF"/>
                </a:solidFill>
              </a:rPr>
              <a:t>KPI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9BEFA-1533-4A6A-98A8-A6B2DF1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9525">
            <a:solidFill>
              <a:srgbClr val="CFE0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0506A"/>
                </a:solidFill>
              </a:defRPr>
            </a:pPr>
            <a:r>
              <a:rPr sz="975" b="1">
                <a:solidFill>
                  <a:srgbClr val="40506A"/>
                </a:solidFill>
              </a:rPr>
              <a:t>Generic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A3DB3-CE84-4BF2-8B34-0846AF3F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7"/>
                </a:solidFill>
              </a:defRPr>
            </a:pPr>
            <a:r>
              <a:rPr sz="2400" b="1">
                <a:solidFill>
                  <a:srgbClr val="101827"/>
                </a:solidFill>
              </a:rPr>
              <a:t>Genericの判断指標は、数値を捏造せずPoCで確定する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0FB97-BECC-4415-BBD5-458A171F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506A"/>
                </a:solidFill>
              </a:defRPr>
            </a:pPr>
            <a:r>
              <a:rPr sz="1500" b="0">
                <a:solidFill>
                  <a:srgbClr val="40506A"/>
                </a:solidFill>
              </a:rPr>
              <a:t>Baseline / Target / Measurement / Decision Criterion の4分類で表示します。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CD118-4A99-45FB-ADE4-46B74B30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0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D8FD3-1132-4EEC-BE87-3DF8006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2571750" cy="2952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EA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3785F-72F5-4F8D-B5B0-8383C0E5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KPIは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PoCで確定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5F6AB-B367-4C09-B29B-025FBD3D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未測定を正直に扱い</a:t>
            </a:r>
          </a:p>
          <a:p xmlns:a="http://schemas.openxmlformats.org/drawingml/2006/main">
            <a:pPr algn="ctr">
              <a:defRPr sz="1350" b="1">
                <a:solidFill>
                  <a:srgbClr val="C7DBF5"/>
                </a:solidFill>
              </a:defRPr>
            </a:pPr>
            <a:r>
              <a:rPr sz="1350" b="1">
                <a:solidFill>
                  <a:srgbClr val="C7DBF5"/>
                </a:solidFill>
              </a:rPr>
              <a:t>判断基準だけを先に揃える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64822-D29B-4BE8-9DD7-F0E14FF5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E767D-3CAF-4680-9A59-5430D7B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1EF9E-3436-4012-8E59-FC1FD3A1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4705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3A5D5-82C7-445C-84B1-D1936177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2496E-E857-4F42-9BB6-4E0FFC82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46613-C2C6-4243-A0A8-E2A80FE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316B4-B160-47DB-8D51-B0E8060C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762" y="5086350"/>
            <a:ext cx="75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A92D2-84FA-4AEF-90C7-802BC4C2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49012"/>
            <a:ext cx="38100" cy="75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5D3D99-E80F-4429-87A9-153B8932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9536A-D9A9-4B47-96EE-CF38377E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進捗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294C0-52CC-4A9D-AA94-F9CD630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CFCFB-B31A-4EBF-8CFA-5DB704FF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0A9DD-DB7F-4713-9D3B-7B30D8A4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0400"/>
            <a:ext cx="666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678489-F69E-429F-B81E-DB2664B5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225C6-2B34-451C-8397-FB86BD8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品質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C940E-CEFB-4C3D-8D28-2E65CCD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63FF"/>
                </a:solidFill>
              </a:defRPr>
            </a:pPr>
            <a:r>
              <a:rPr sz="1050" b="1">
                <a:solidFill>
                  <a:srgbClr val="1463FF"/>
                </a:solidFill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3D038-ED44-42E8-A17B-5801DA71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3B670-70AB-4526-9E72-7E96321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9C6F5-E14E-4849-ADBB-4B008A8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1FEEF-854B-42ED-8DDC-443A98F5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工数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27AE6-9B11-4BD9-A9EE-5ED5CA9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4C5AB-2BD0-439F-B7C0-73E777F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10D5C-B02A-4A24-88B5-6AB083F9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2B1A8-43DD-4451-AD6E-E07A3F9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96D23F-8155-4077-AD48-4545CE5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利用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AA903-86BC-404F-92FB-A875344E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0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</a:defRPr>
            </a:pPr>
            <a:r>
              <a:rPr sz="1050" b="1">
                <a:solidFill>
                  <a:srgbClr val="9A6400"/>
                </a:solidFill>
              </a:rPr>
              <a:t>Target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8B77AC-5F06-43BB-B559-9071CC7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AB58BF-75D8-49F9-91FD-F9ED138C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10096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C35844-DD41-4599-A0F4-D00513B2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1885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6E7F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F83568-7A66-4845-B624-E1AE9F6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29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判断基準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8E40C1-3C44-4799-A128-0CC7C95C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338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4FF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34D"/>
                </a:solidFill>
              </a:defRPr>
            </a:pPr>
            <a:r>
              <a:rPr sz="1050" b="1">
                <a:solidFill>
                  <a:srgbClr val="08734D"/>
                </a:solidFill>
              </a:rPr>
              <a:t>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F7E444-E001-49C6-80AA-FBF79B5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428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629C32-CDBE-4418-BF08-A632DD85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B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E554CD-2513-48DB-A92F-A004EEB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ProposalPilot / AI営業秘書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D878ED-5E34-4B2E-BE50-6D8445B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08F"/>
                </a:solidFill>
              </a:defRPr>
            </a:pPr>
            <a:r>
              <a:rPr sz="975" b="1">
                <a:solidFill>
                  <a:srgbClr val="58708F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9819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2026-07-17T00:59:30.0140000Z</dcterms:created>
  <dcterms:modified xsi:type="dcterms:W3CDTF">2026-07-17T00:59:30.0140000Z</dcterms:modified>
</coreProperties>
</file>