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03d7ba3334090" /><Relationship Type="http://schemas.openxmlformats.org/officeDocument/2006/relationships/extended-properties" Target="/docProps/app.xml" Id="Ref84dfacc18d4fbe" /><Relationship Type="http://schemas.openxmlformats.org/officeDocument/2006/relationships/officeDocument" Target="/ppt/presentation.xml" Id="Ra968ffcca1a7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9208a0fb44e31"/>
  </p:sldMasterIdLst>
  <p:notesMasterIdLst>
    <p:notesMasterId xmlns:r="http://schemas.openxmlformats.org/officeDocument/2006/relationships" r:id="R6d008508590d4969"/>
  </p:notesMasterIdLst>
  <p:sldIdLst>
    <p:sldId xmlns:r="http://schemas.openxmlformats.org/officeDocument/2006/relationships" id="256" r:id="R92aa1c8dedf6443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f6b47705c43e8" /><Relationship Type="http://schemas.openxmlformats.org/officeDocument/2006/relationships/slideMaster" Target="/ppt/slideMasters/slideMaster1.xml" Id="Rcca9208a0fb44e31" /><Relationship Type="http://schemas.openxmlformats.org/officeDocument/2006/relationships/notesMaster" Target="/ppt/notesMasters/notesMaster1.xml" Id="R6d008508590d4969" /><Relationship Type="http://schemas.openxmlformats.org/officeDocument/2006/relationships/presProps" Target="/ppt/presProps.xml" Id="R3172d13a79244e71" /><Relationship Type="http://schemas.openxmlformats.org/officeDocument/2006/relationships/tableStyles" Target="/ppt/tableStyles.xml" Id="R7848039a126149c0" /><Relationship Type="http://schemas.openxmlformats.org/officeDocument/2006/relationships/slide" Target="/ppt/slides/slide1.xml" Id="R92aa1c8dedf6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ab07b3027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e97b88c64429f" /><Relationship Type="http://schemas.openxmlformats.org/officeDocument/2006/relationships/notesMaster" Target="/ppt/notesMasters/notesMaster1.xml" Id="Rad91c15005ee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 cover replacement native trace. Canonical source used as sole visual authority; the right-side photograph is a limited crop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f50eeeec6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1e5079bfd4680" /><Relationship Type="http://schemas.openxmlformats.org/officeDocument/2006/relationships/slideLayout" Target="/ppt/slideLayouts/slideLayout1.xml" Id="R5bf2df498b5644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2df498b5644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fc30b25848ed" /><Relationship Type="http://schemas.openxmlformats.org/officeDocument/2006/relationships/image" Target="/ppt/media/image.png" Id="Rd05cfbb4df3f4ac8" /><Relationship Type="http://schemas.openxmlformats.org/officeDocument/2006/relationships/notesSlide" Target="/ppt/notesSlides/notesSlide1.xml" Id="R1148dd103044469a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61" name="trace:D01:image.1"/>
          <ns0:cNvPicPr>
            <ns1:picLocks noChangeAspect="1"/>
          </ns0:cNvPicPr>
          <ns0:nvPr/>
        </ns0:nvPicPr>
        <ns0:blipFill>
          <ns1:blip ns2:embed="Rd05cfbb4df3f4ac8"/>
          <ns1:srcRect l="0" t="0" r="0" b="0"/>
          <ns1:stretch>
            <ns1:fillRect l="0" t="0" r="0" b="0"/>
          </ns1:stretch>
        </ns0:blipFill>
        <ns0:spPr>
          <ns1:xfrm>
            <ns1:off x="11049000" y="0"/>
            <ns1:ext cx="4876800" cy="7810500"/>
          </ns1:xfrm>
          <ns1:prstGeom prst="rect">
            <ns1:avLst/>
          </ns1:prstGeom>
        </ns0:spPr>
      </ns0:pic>
      <ns0:sp>
        <ns0:nvSpPr>
          <ns0:cNvPr id="2" name="trace:D01:content.auto">
            <ns1:extLst>
              <ns1:ext uri="{FF2B5EF4-FFF2-40B4-BE49-F238E27FC236}">
                <ns3:creationId id="{21FFAA5F-FC49-4F48-83C5-9925A5A211FE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0"/>
            <ns1:ext cx="3333750" cy="5476875"/>
          </ns1:xfrm>
          <ns1:custGeom>
            <ns1:pathLst>
              <ns1:path w="3333750" h="5476875">
                <ns1:moveTo>
                  <ns1:pt x="2286000" y="0"/>
                </ns1:moveTo>
                <ns1:lnTo>
                  <ns1:pt x="3333750" y="0"/>
                </ns1:lnTo>
                <ns1:lnTo>
                  <ns1:pt x="1047750" y="5476875"/>
                </ns1:lnTo>
                <ns1:lnTo>
                  <ns1:pt x="0" y="54768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" name="trace:D01:content.auto.2">
            <ns1:extLst>
              <ns1:ext uri="{FF2B5EF4-FFF2-40B4-BE49-F238E27FC236}">
                <ns3:creationId id="{A92E7508-9DA8-44C3-9EA4-3783A1CDC82A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0"/>
            <ns1:ext cx="2552700" cy="5572125"/>
          </ns1:xfrm>
          <ns1:custGeom>
            <ns1:pathLst>
              <ns1:path w="2552700" h="5572125">
                <ns1:moveTo>
                  <ns1:pt x="2286000" y="0"/>
                </ns1:moveTo>
                <ns1:lnTo>
                  <ns1:pt x="2552700" y="0"/>
                </ns1:lnTo>
                <ns1:lnTo>
                  <ns1:pt x="266700" y="5572125"/>
                </ns1:lnTo>
                <ns1:lnTo>
                  <ns1:pt x="0" y="5476875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4" name="trace:D01:content.auto.3">
            <ns1:extLst>
              <ns1:ext uri="{FF2B5EF4-FFF2-40B4-BE49-F238E27FC236}">
                <ns3:creationId id="{A0E2A739-1B46-44F0-A301-F56A47BFDA00}"/>
              </ns1:ext>
            </ns1:extLst>
          </ns0:cNvPr>
          <ns0:cNvSpPr>
            <ns1:spLocks noGrp="1"/>
          </ns0:cNvSpPr>
          <ns0:nvPr/>
        </ns0:nvSpPr>
        <ns0:spPr>
          <ns1:xfrm>
            <ns1:off x="9315450" y="0"/>
            <ns1:ext cx="2533650" cy="5667375"/>
          </ns1:xfrm>
          <ns1:custGeom>
            <ns1:pathLst>
              <ns1:path w="2533650" h="5667375">
                <ns1:moveTo>
                  <ns1:pt x="2286000" y="0"/>
                </ns1:moveTo>
                <ns1:lnTo>
                  <ns1:pt x="2533650" y="0"/>
                </ns1:lnTo>
                <ns1:lnTo>
                  <ns1:pt x="247650" y="5667375"/>
                </ns1:lnTo>
                <ns1:lnTo>
                  <ns1:pt x="0" y="5572125"/>
                </ns1:lnTo>
                <ns1:close/>
              </ns1:path>
            </ns1:pathLst>
          </ns1:custGeom>
          <ns1:solidFill>
            <ns1:srgbClr val="F2F4F6"/>
          </ns1:solidFill>
          <ns1:ln w="0">
            <ns1:noFill/>
            <ns1:prstDash val="solid"/>
          </ns1:ln>
        </ns0:spPr>
      </ns0:sp>
      <ns0:sp>
        <ns0:nvSpPr>
          <ns0:cNvPr id="5" name="trace:D01:content.auto.4">
            <ns1:extLst>
              <ns1:ext uri="{FF2B5EF4-FFF2-40B4-BE49-F238E27FC236}">
                <ns3:creationId id="{0462AD1D-E9D3-4E44-864F-0FDF1BC37E62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6838950"/>
            <ns1:ext cx="3495675" cy="2124075"/>
          </ns1:xfrm>
          <ns1:custGeom>
            <ns1:pathLst>
              <ns1:path w="3495675" h="2124075">
                <ns1:moveTo>
                  <ns1:pt x="0" y="2124075"/>
                </ns1:moveTo>
                <ns1:lnTo>
                  <ns1:pt x="3495675" y="0"/>
                </ns1:lnTo>
                <ns1:lnTo>
                  <ns1:pt x="3495675" y="21240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" name="trace:D01:content.auto.5">
            <ns1:extLst>
              <ns1:ext uri="{FF2B5EF4-FFF2-40B4-BE49-F238E27FC236}">
                <ns3:creationId id="{3E6BC035-E06B-4CDE-944F-643AFC5CF2F9}"/>
              </ns1:ext>
            </ns1:extLst>
          </ns0:cNvPr>
          <ns0:cNvSpPr>
            <ns1:spLocks noGrp="1"/>
          </ns0:cNvSpPr>
          <ns0:nvPr/>
        </ns0:nvSpPr>
        <ns0:spPr>
          <ns1:xfrm>
            <ns1:off x="13001625" y="7381875"/>
            <ns1:ext cx="2924175" cy="1581150"/>
          </ns1:xfrm>
          <ns1:custGeom>
            <ns1:pathLst>
              <ns1:path w="2924175" h="1581150">
                <ns1:moveTo>
                  <ns1:pt x="0" y="1581150"/>
                </ns1:moveTo>
                <ns1:lnTo>
                  <ns1:pt x="2924175" y="0"/>
                </ns1:lnTo>
                <ns1:lnTo>
                  <ns1:pt x="2924175" y="158115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7" name="trace:D01:header.brand">
            <ns1:extLst>
              <ns1:ext uri="{FF2B5EF4-FFF2-40B4-BE49-F238E27FC236}">
                <ns3:creationId id="{59A432AD-77CC-4793-AE63-19464152AC53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381000"/>
            <ns1:ext cx="12573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4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34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</ns1:t>
            </ns1:r>
          </ns1:p>
        </ns0:txBody>
      </ns0:sp>
      <ns0:sp>
        <ns0:nvSpPr>
          <ns0:cNvPr id="8" name="trace:D01:header.brand.2">
            <ns1:extLst>
              <ns1:ext uri="{FF2B5EF4-FFF2-40B4-BE49-F238E27FC236}">
                <ns3:creationId id="{6E3F2906-5D62-4240-97C7-D7967F8F3BE0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381000"/>
            <ns1:ext cx="1981200" cy="552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34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34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クエスト</ns1:t>
            </ns1:r>
          </ns1:p>
        </ns0:txBody>
      </ns0:sp>
      <ns0:sp>
        <ns0:nvSpPr>
          <ns0:cNvPr id="9" name="trace:D01:header.tagline">
            <ns1:extLst>
              <ns1:ext uri="{FF2B5EF4-FFF2-40B4-BE49-F238E27FC236}">
                <ns3:creationId id="{5ADE4210-0E4B-46CC-89B2-8F48F03BC90D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990600"/>
            <ns1:ext cx="3429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0" name="trace:D01:title.primary">
            <ns1:extLst>
              <ns1:ext uri="{FF2B5EF4-FFF2-40B4-BE49-F238E27FC236}">
                <ns3:creationId id="{A8C6A5A4-020A-47AA-B0E1-F20C86477239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2143125"/>
            <ns1:ext cx="595312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提案の可能性を、次のステージへ。</ns1:t>
            </ns1:r>
          </ns1:p>
        </ns0:txBody>
      </ns0:sp>
      <ns0:sp>
        <ns0:nvSpPr>
          <ns0:cNvPr id="11" name="trace:D01:title.primary.2">
            <ns1:extLst>
              <ns1:ext uri="{FF2B5EF4-FFF2-40B4-BE49-F238E27FC236}">
                <ns3:creationId id="{A35BEE10-8E0A-4C5F-B1E5-9AEDB15DC070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2562225"/>
            <ns1:ext cx="2857500" cy="1571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2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2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</ns1:t>
            </ns1:r>
          </ns1:p>
        </ns0:txBody>
      </ns0:sp>
      <ns0:sp>
        <ns0:nvSpPr>
          <ns0:cNvPr id="12" name="trace:D01:title.primary.3">
            <ns1:extLst>
              <ns1:ext uri="{FF2B5EF4-FFF2-40B4-BE49-F238E27FC236}">
                <ns3:creationId id="{B6DFE790-6C16-4D00-9D74-9FCB8A36E8F4}"/>
              </ns1:ext>
            </ns1:extLst>
          </ns0:cNvPr>
          <ns0:cNvSpPr>
            <ns1:spLocks noGrp="1"/>
          </ns0:cNvSpPr>
          <ns0:nvPr/>
        </ns0:nvSpPr>
        <ns0:spPr>
          <ns1:xfrm>
            <ns1:off x="3209925" y="2562225"/>
            <ns1:ext cx="5334000" cy="1571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クエスト</ns1:t>
            </ns1:r>
          </ns1:p>
        </ns0:txBody>
      </ns0:sp>
      <ns0:sp>
        <ns0:nvSpPr>
          <ns0:cNvPr id="13" name="trace:D01:lead">
            <ns1:extLst>
              <ns1:ext uri="{FF2B5EF4-FFF2-40B4-BE49-F238E27FC236}">
                <ns3:creationId id="{2E8FC8B2-274B-4109-B762-D85F52EFC56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267200"/>
            <ns1:ext cx="6858000" cy="904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325" b="1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AIの力で、提案の質とスピードを高め、</ns1:t>
            </ns1:r>
          </ns1:p>
          <ns1:p>
            <ns1:pPr algn="l">
              <ns1:defRPr sz="2325" b="1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ビジネスの成果を創出する。</ns1:t>
            </ns1:r>
          </ns1:p>
        </ns0:txBody>
      </ns0:sp>
      <ns0:sp>
        <ns0:nvSpPr>
          <ns0:cNvPr id="14" name="trace:D01:content.auto.6">
            <ns1:extLst>
              <ns1:ext uri="{FF2B5EF4-FFF2-40B4-BE49-F238E27FC236}">
                <ns3:creationId id="{BCEBBADB-22F2-4B50-8480-173338599BE1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5857875"/>
            <ns1:ext cx="9525" cy="1352550"/>
          </ns1:xfrm>
          <ns1:prstGeom prst="line">
            <ns1:avLst/>
          </ns1:prstGeom>
          <ns1:noFill/>
          <ns1:ln w="9525">
            <ns1:solidFill>
              <ns1:srgbClr val="D8DDE3"/>
            </ns1:solidFill>
            <ns1:prstDash val="solid"/>
          </ns1:ln>
        </ns0:spPr>
      </ns0:sp>
      <ns0:sp>
        <ns0:nvSpPr>
          <ns0:cNvPr id="15" name="trace:D01:content.auto.7">
            <ns1:extLst>
              <ns1:ext uri="{FF2B5EF4-FFF2-40B4-BE49-F238E27FC236}">
                <ns3:creationId id="{414B0A8C-C4D9-4AC7-85F7-8011178C383E}"/>
              </ns1:ext>
            </ns1:extLst>
          </ns0:cNvPr>
          <ns0:cNvSpPr>
            <ns1:spLocks noGrp="1"/>
          </ns0:cNvSpPr>
          <ns0:nvPr/>
        </ns0:nvSpPr>
        <ns0:spPr>
          <ns1:xfrm>
            <ns1:off x="4848225" y="5857875"/>
            <ns1:ext cx="9525" cy="1352550"/>
          </ns1:xfrm>
          <ns1:prstGeom prst="line">
            <ns1:avLst/>
          </ns1:prstGeom>
          <ns1:noFill/>
          <ns1:ln w="9525">
            <ns1:solidFill>
              <ns1:srgbClr val="D8DDE3"/>
            </ns1:solidFill>
            <ns1:prstDash val="solid"/>
          </ns1:ln>
        </ns0:spPr>
      </ns0:sp>
      <ns0:sp>
        <ns0:nvSpPr>
          <ns0:cNvPr id="16" name="trace:D01:content.auto.8">
            <ns1:extLst>
              <ns1:ext uri="{FF2B5EF4-FFF2-40B4-BE49-F238E27FC236}">
                <ns3:creationId id="{3B9DDAD0-5C87-4F67-A471-4AE3507B78FA}"/>
              </ns1:ext>
            </ns1:extLst>
          </ns0:cNvPr>
          <ns0:cNvSpPr>
            <ns1:spLocks noGrp="1"/>
          </ns0:cNvSpPr>
          <ns0:nvPr/>
        </ns0:nvSpPr>
        <ns0:spPr>
          <ns1:xfrm>
            <ns1:off x="7077075" y="5857875"/>
            <ns1:ext cx="9525" cy="1352550"/>
          </ns1:xfrm>
          <ns1:prstGeom prst="line">
            <ns1:avLst/>
          </ns1:prstGeom>
          <ns1:noFill/>
          <ns1:ln w="9525">
            <ns1:solidFill>
              <ns1:srgbClr val="D8DDE3"/>
            </ns1:solidFill>
            <ns1:prstDash val="solid"/>
          </ns1:ln>
        </ns0:spPr>
      </ns0:sp>
      <ns0:sp>
        <ns0:nvSpPr>
          <ns0:cNvPr id="17" name="trace:D01:content.auto.9">
            <ns1:extLst>
              <ns1:ext uri="{FF2B5EF4-FFF2-40B4-BE49-F238E27FC236}">
                <ns3:creationId id="{00F0E1F6-829A-4A01-A3EE-DE1B9144AD3D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5734050"/>
            <ns1:ext cx="914400" cy="914400"/>
          </ns1:xfrm>
          <ns1:prstGeom prst="ellipse">
            <ns1:avLst/>
          </ns1:prstGeom>
          <ns1:solidFill>
            <ns1:srgbClr val="FFF3F4"/>
          </ns1:solidFill>
          <ns1:ln w="0">
            <ns1:noFill/>
            <ns1:prstDash val="solid"/>
          </ns1:ln>
        </ns0:spPr>
      </ns0:sp>
      <ns0:sp>
        <ns0:nvSpPr>
          <ns0:cNvPr id="18" name="trace:D01:content.auto.10">
            <ns1:extLst>
              <ns1:ext uri="{FF2B5EF4-FFF2-40B4-BE49-F238E27FC236}">
                <ns3:creationId id="{9A68272C-C766-4555-9138-BD7669843EB2}"/>
              </ns1:ext>
            </ns1:extLst>
          </ns0:cNvPr>
          <ns0:cNvSpPr>
            <ns1:spLocks noGrp="1"/>
          </ns0:cNvSpPr>
          <ns0:nvPr/>
        </ns0:nvSpPr>
        <ns0:spPr>
          <ns1:xfrm>
            <ns1:off x="3362325" y="5734050"/>
            <ns1:ext cx="914400" cy="914400"/>
          </ns1:xfrm>
          <ns1:prstGeom prst="ellipse">
            <ns1:avLst/>
          </ns1:prstGeom>
          <ns1:solidFill>
            <ns1:srgbClr val="FFF3F4"/>
          </ns1:solidFill>
          <ns1:ln w="0">
            <ns1:noFill/>
            <ns1:prstDash val="solid"/>
          </ns1:ln>
        </ns0:spPr>
      </ns0:sp>
      <ns0:sp>
        <ns0:nvSpPr>
          <ns0:cNvPr id="19" name="trace:D01:content.auto.11">
            <ns1:extLst>
              <ns1:ext uri="{FF2B5EF4-FFF2-40B4-BE49-F238E27FC236}">
                <ns3:creationId id="{E0DF31EF-8FA0-493C-BAB8-7C3AD7BF2627}"/>
              </ns1:ext>
            </ns1:extLst>
          </ns0:cNvPr>
          <ns0:cNvSpPr>
            <ns1:spLocks noGrp="1"/>
          </ns0:cNvSpPr>
          <ns0:nvPr/>
        </ns0:nvSpPr>
        <ns0:spPr>
          <ns1:xfrm>
            <ns1:off x="5543550" y="5734050"/>
            <ns1:ext cx="914400" cy="914400"/>
          </ns1:xfrm>
          <ns1:prstGeom prst="ellipse">
            <ns1:avLst/>
          </ns1:prstGeom>
          <ns1:solidFill>
            <ns1:srgbClr val="FFF3F4"/>
          </ns1:solidFill>
          <ns1:ln w="0">
            <ns1:noFill/>
            <ns1:prstDash val="solid"/>
          </ns1:ln>
        </ns0:spPr>
      </ns0:sp>
      <ns0:sp>
        <ns0:nvSpPr>
          <ns0:cNvPr id="20" name="trace:D01:content.auto.12">
            <ns1:extLst>
              <ns1:ext uri="{FF2B5EF4-FFF2-40B4-BE49-F238E27FC236}">
                <ns3:creationId id="{70362DF6-C056-4DF6-9ABE-3F42023D82D3}"/>
              </ns1:ext>
            </ns1:extLst>
          </ns0:cNvPr>
          <ns0:cNvSpPr>
            <ns1:spLocks noGrp="1"/>
          </ns0:cNvSpPr>
          <ns0:nvPr/>
        </ns0:nvSpPr>
        <ns0:spPr>
          <ns1:xfrm>
            <ns1:off x="7915275" y="5734050"/>
            <ns1:ext cx="914400" cy="914400"/>
          </ns1:xfrm>
          <ns1:prstGeom prst="ellipse">
            <ns1:avLst/>
          </ns1:prstGeom>
          <ns1:solidFill>
            <ns1:srgbClr val="FFF3F4"/>
          </ns1:solidFill>
          <ns1:ln w="0">
            <ns1:noFill/>
            <ns1:prstDash val="solid"/>
          </ns1:ln>
        </ns0:spPr>
      </ns0:sp>
      <ns0:sp>
        <ns0:nvSpPr>
          <ns0:cNvPr id="21" name="trace:D01:content.auto.13">
            <ns1:extLst>
              <ns1:ext uri="{FF2B5EF4-FFF2-40B4-BE49-F238E27FC236}">
                <ns3:creationId id="{87F5897F-4739-49B9-B5A8-6DD429400323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" y="5924550"/>
            <ns1:ext cx="514350" cy="514350"/>
          </ns1:xfrm>
          <ns1:prstGeom prst="ellips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2" name="trace:D01:content.auto.14">
            <ns1:extLst>
              <ns1:ext uri="{FF2B5EF4-FFF2-40B4-BE49-F238E27FC236}">
                <ns3:creationId id="{35AD0FD9-0E11-475E-B849-492EC21BE821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6000750"/>
            <ns1:ext cx="9525" cy="2000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3" name="trace:D01:content.auto.15">
            <ns1:extLst>
              <ns1:ext uri="{FF2B5EF4-FFF2-40B4-BE49-F238E27FC236}">
                <ns3:creationId id="{378F411E-9709-43B9-B24D-563A8FF8F8EE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6200775"/>
            <ns1:ext cx="1333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4" name="trace:D01:content.auto.16">
            <ns1:extLst>
              <ns1:ext uri="{FF2B5EF4-FFF2-40B4-BE49-F238E27FC236}">
                <ns3:creationId id="{43955295-E1E6-4215-AE4F-4A449C888F72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5895975"/>
            <ns1:ext cx="457200" cy="514350"/>
          </ns1:xfrm>
          <ns1:prstGeom prst="ellips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25" name="trace:D01:content.auto.17">
            <ns1:extLst>
              <ns1:ext uri="{FF2B5EF4-FFF2-40B4-BE49-F238E27FC236}">
                <ns3:creationId id="{ADA79D73-A7BC-41C6-8C53-4EE1A176134F}"/>
              </ns1:ext>
            </ns1:extLst>
          </ns0:cNvPr>
          <ns0:cNvSpPr>
            <ns1:spLocks noGrp="1"/>
          </ns0:cNvSpPr>
          <ns0:nvPr/>
        </ns0:nvSpPr>
        <ns0:spPr>
          <ns1:xfrm>
            <ns1:off x="3695700" y="6477000"/>
            <ns1:ext cx="24765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6" name="trace:D01:content.auto.18">
            <ns1:extLst>
              <ns1:ext uri="{FF2B5EF4-FFF2-40B4-BE49-F238E27FC236}">
                <ns3:creationId id="{F82A9BD9-1047-421D-A1CD-72C6B9EF42C7}"/>
              </ns1:ext>
            </ns1:extLst>
          </ns0:cNvPr>
          <ns0:cNvSpPr>
            <ns1:spLocks noGrp="1"/>
          </ns0:cNvSpPr>
          <ns0:nvPr/>
        </ns0:nvSpPr>
        <ns0:spPr>
          <ns1:xfrm>
            <ns1:off x="3733800" y="6543675"/>
            <ns1:ext cx="17145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7" name="trace:D01:content.auto.19">
            <ns1:extLst>
              <ns1:ext uri="{FF2B5EF4-FFF2-40B4-BE49-F238E27FC236}">
                <ns3:creationId id="{D456794D-3533-4F11-B913-9DD6E272E98B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5762625"/>
            <ns1:ext cx="57150" cy="666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8" name="trace:D01:content.auto.20">
            <ns1:extLst>
              <ns1:ext uri="{FF2B5EF4-FFF2-40B4-BE49-F238E27FC236}">
                <ns3:creationId id="{7317C45F-D022-46EE-A5EC-3AC62DC0C6FF}"/>
              </ns1:ext>
            </ns1:extLst>
          </ns0:cNvPr>
          <ns0:cNvSpPr>
            <ns1:spLocks noGrp="1"/>
          </ns0:cNvSpPr>
          <ns0:nvPr/>
        </ns0:nvSpPr>
        <ns0:spPr>
          <ns1:xfrm>
            <ns1:off x="3981450" y="5762625"/>
            <ns1:ext cx="57150" cy="666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9" name="trace:D01:content.auto.21">
            <ns1:extLst>
              <ns1:ext uri="{FF2B5EF4-FFF2-40B4-BE49-F238E27FC236}">
                <ns3:creationId id="{71BABDB2-593B-4769-8715-2718C2E46A59}"/>
              </ns1:ext>
            </ns1:extLst>
          </ns0:cNvPr>
          <ns0:cNvSpPr>
            <ns1:spLocks noGrp="1"/>
          </ns0:cNvSpPr>
          <ns0:nvPr/>
        </ns0:nvSpPr>
        <ns0:spPr>
          <ns1:xfrm>
            <ns1:off x="3810000" y="5695950"/>
            <ns1:ext cx="9525" cy="857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0" name="trace:D01:content.auto.22">
            <ns1:extLst>
              <ns1:ext uri="{FF2B5EF4-FFF2-40B4-BE49-F238E27FC236}">
                <ns3:creationId id="{9C3E31A1-E99A-44A1-A365-9A15CBAA9CDC}"/>
              </ns1:ext>
            </ns1:extLst>
          </ns0:cNvPr>
          <ns0:cNvSpPr>
            <ns1:spLocks noGrp="1"/>
          </ns0:cNvSpPr>
          <ns0:nvPr/>
        </ns0:nvSpPr>
        <ns0:spPr>
          <ns1:xfrm>
            <ns1:off x="5800725" y="5924550"/>
            <ns1:ext cx="228600" cy="228600"/>
          </ns1:xfrm>
          <ns1:prstGeom prst="ellips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1" name="trace:D01:content.auto.23">
            <ns1:extLst>
              <ns1:ext uri="{FF2B5EF4-FFF2-40B4-BE49-F238E27FC236}">
                <ns3:creationId id="{56947E25-FC49-421F-BDD2-126CA5A51C92}"/>
              </ns1:ext>
            </ns1:extLst>
          </ns0:cNvPr>
          <ns0:cNvSpPr>
            <ns1:spLocks noGrp="1"/>
          </ns0:cNvSpPr>
          <ns0:nvPr/>
        </ns0:nvSpPr>
        <ns0:spPr>
          <ns1:xfrm>
            <ns1:off x="6105525" y="5886450"/>
            <ns1:ext cx="228600" cy="228600"/>
          </ns1:xfrm>
          <ns1:prstGeom prst="ellips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2" name="trace:D01:content.auto.24">
            <ns1:extLst>
              <ns1:ext uri="{FF2B5EF4-FFF2-40B4-BE49-F238E27FC236}">
                <ns3:creationId id="{D077F737-38C0-461F-A414-1E89782F1A9D}"/>
              </ns1:ext>
            </ns1:extLst>
          </ns0:cNvPr>
          <ns0:cNvSpPr>
            <ns1:spLocks noGrp="1"/>
          </ns0:cNvSpPr>
          <ns0:nvPr/>
        </ns0:nvSpPr>
        <ns0:spPr>
          <ns1:xfrm>
            <ns1:off x="6410325" y="5924550"/>
            <ns1:ext cx="228600" cy="228600"/>
          </ns1:xfrm>
          <ns1:prstGeom prst="ellips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3" name="trace:D01:content.auto.25">
            <ns1:extLst>
              <ns1:ext uri="{FF2B5EF4-FFF2-40B4-BE49-F238E27FC236}">
                <ns3:creationId id="{547BE58A-52FD-4F6F-B4A3-20FC63E72860}"/>
              </ns1:ext>
            </ns1:extLst>
          </ns0:cNvPr>
          <ns0:cNvSpPr>
            <ns1:spLocks noGrp="1"/>
          </ns0:cNvSpPr>
          <ns0:nvPr/>
        </ns0:nvSpPr>
        <ns0:spPr>
          <ns1:xfrm>
            <ns1:off x="5734050" y="6267450"/>
            <ns1:ext cx="9525" cy="2000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4" name="trace:D01:content.auto.26">
            <ns1:extLst>
              <ns1:ext uri="{FF2B5EF4-FFF2-40B4-BE49-F238E27FC236}">
                <ns3:creationId id="{6625C089-5236-4BD5-AA57-AEF69B9E7937}"/>
              </ns1:ext>
            </ns1:extLst>
          </ns0:cNvPr>
          <ns0:cNvSpPr>
            <ns1:spLocks noGrp="1"/>
          </ns0:cNvSpPr>
          <ns0:nvPr/>
        </ns0:nvSpPr>
        <ns0:spPr>
          <ns1:xfrm>
            <ns1:off x="5734050" y="6267450"/>
            <ns1:ext cx="4953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5" name="trace:D01:content.auto.27">
            <ns1:extLst>
              <ns1:ext uri="{FF2B5EF4-FFF2-40B4-BE49-F238E27FC236}">
                <ns3:creationId id="{CE7760AE-2D17-47C7-81E5-0D93B0EB9BB7}"/>
              </ns1:ext>
            </ns1:extLst>
          </ns0:cNvPr>
          <ns0:cNvSpPr>
            <ns1:spLocks noGrp="1"/>
          </ns0:cNvSpPr>
          <ns0:nvPr/>
        </ns0:nvSpPr>
        <ns0:spPr>
          <ns1:xfrm>
            <ns1:off x="6229350" y="6267450"/>
            <ns1:ext cx="9525" cy="2000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6" name="trace:D01:content.auto.28">
            <ns1:extLst>
              <ns1:ext uri="{FF2B5EF4-FFF2-40B4-BE49-F238E27FC236}">
                <ns3:creationId id="{C5EDE152-EF8D-42F6-B7C8-42136CEDA94F}"/>
              </ns1:ext>
            </ns1:extLst>
          </ns0:cNvPr>
          <ns0:cNvSpPr>
            <ns1:spLocks noGrp="1"/>
          </ns0:cNvSpPr>
          <ns0:nvPr/>
        </ns0:nvSpPr>
        <ns0:spPr>
          <ns1:xfrm>
            <ns1:off x="6038850" y="6200775"/>
            <ns1:ext cx="9525" cy="285750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7" name="trace:D01:content.auto.29">
            <ns1:extLst>
              <ns1:ext uri="{FF2B5EF4-FFF2-40B4-BE49-F238E27FC236}">
                <ns3:creationId id="{6568F90E-0E98-4B92-BDD9-9E78FF4F2FCE}"/>
              </ns1:ext>
            </ns1:extLst>
          </ns0:cNvPr>
          <ns0:cNvSpPr>
            <ns1:spLocks noGrp="1"/>
          </ns0:cNvSpPr>
          <ns0:nvPr/>
        </ns0:nvSpPr>
        <ns0:spPr>
          <ns1:xfrm>
            <ns1:off x="6038850" y="6200775"/>
            <ns1:ext cx="49530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8" name="trace:D01:content.auto.30">
            <ns1:extLst>
              <ns1:ext uri="{FF2B5EF4-FFF2-40B4-BE49-F238E27FC236}">
                <ns3:creationId id="{D9EBF45B-562D-4C57-A969-1C4671FF5FB6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6200775"/>
            <ns1:ext cx="9525" cy="285750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39" name="trace:D01:content.auto.31">
            <ns1:extLst>
              <ns1:ext uri="{FF2B5EF4-FFF2-40B4-BE49-F238E27FC236}">
                <ns3:creationId id="{E2BBF01E-0482-4B23-89F2-C74E562E9683}"/>
              </ns1:ext>
            </ns1:extLst>
          </ns0:cNvPr>
          <ns0:cNvSpPr>
            <ns1:spLocks noGrp="1"/>
          </ns0:cNvSpPr>
          <ns0:nvPr/>
        </ns0:nvSpPr>
        <ns0:spPr>
          <ns1:xfrm>
            <ns1:off x="8020050" y="6086475"/>
            <ns1:ext cx="9525" cy="419100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40" name="trace:D01:content.auto.32">
            <ns1:extLst>
              <ns1:ext uri="{FF2B5EF4-FFF2-40B4-BE49-F238E27FC236}">
                <ns3:creationId id="{0549FE12-818E-4CA3-A354-EBA672AF6E45}"/>
              </ns1:ext>
            </ns1:extLst>
          </ns0:cNvPr>
          <ns0:cNvSpPr>
            <ns1:spLocks noGrp="1"/>
          </ns0:cNvSpPr>
          <ns0:nvPr/>
        </ns0:nvSpPr>
        <ns0:spPr>
          <ns1:xfrm>
            <ns1:off x="8020050" y="6505575"/>
            <ns1:ext cx="5524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41" name="trace:D01:content.auto.33">
            <ns1:extLst>
              <ns1:ext uri="{FF2B5EF4-FFF2-40B4-BE49-F238E27FC236}">
                <ns3:creationId id="{2B7265DF-DAE6-4B29-BD4D-A6E0FEBBFDC8}"/>
              </ns1:ext>
            </ns1:extLst>
          </ns0:cNvPr>
          <ns0:cNvSpPr>
            <ns1:spLocks noGrp="1"/>
          </ns0:cNvSpPr>
          <ns0:nvPr/>
        </ns0:nvSpPr>
        <ns0:spPr>
          <ns1:xfrm>
            <ns1:off x="8105775" y="6286500"/>
            <ns1:ext cx="95250" cy="219075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2" name="trace:D01:content.auto.34">
            <ns1:extLst>
              <ns1:ext uri="{FF2B5EF4-FFF2-40B4-BE49-F238E27FC236}">
                <ns3:creationId id="{AF56AB9F-95BF-4C93-8A6F-28CFF502C70F}"/>
              </ns1:ext>
            </ns1:extLst>
          </ns0:cNvPr>
          <ns0:cNvSpPr>
            <ns1:spLocks noGrp="1"/>
          </ns0:cNvSpPr>
          <ns0:nvPr/>
        </ns0:nvSpPr>
        <ns0:spPr>
          <ns1:xfrm>
            <ns1:off x="8267700" y="6172200"/>
            <ns1:ext cx="95250" cy="333375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3" name="trace:D01:content.auto.35">
            <ns1:extLst>
              <ns1:ext uri="{FF2B5EF4-FFF2-40B4-BE49-F238E27FC236}">
                <ns3:creationId id="{1768BE24-29F5-439A-BD0E-B7AC0B112249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6057900"/>
            <ns1:ext cx="95250" cy="447675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4" name="trace:D01:content.auto.36">
            <ns1:extLst>
              <ns1:ext uri="{FF2B5EF4-FFF2-40B4-BE49-F238E27FC236}">
                <ns3:creationId id="{6CFA4F6A-1B8C-4313-B7AC-5ECF97643006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6076950"/>
            <ns1:ext cx="123825" cy="1238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5" name="trace:D01:content.auto.37">
            <ns1:extLst>
              <ns1:ext uri="{FF2B5EF4-FFF2-40B4-BE49-F238E27FC236}">
                <ns3:creationId id="{E71E68B7-7731-4C3C-BB1F-BF9D34C240FA}"/>
              </ns1:ext>
            </ns1:extLst>
          </ns0:cNvPr>
          <ns0:cNvSpPr>
            <ns1:spLocks noGrp="1"/>
          </ns0:cNvSpPr>
          <ns0:nvPr/>
        </ns0:nvSpPr>
        <ns0:spPr>
          <ns1:xfrm>
            <ns1:off x="8220075" y="6076950"/>
            <ns1:ext cx="114300" cy="666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6" name="trace:D01:content.auto.38">
            <ns1:extLst>
              <ns1:ext uri="{FF2B5EF4-FFF2-40B4-BE49-F238E27FC236}">
                <ns3:creationId id="{F7353B22-EDCE-4709-8673-D61B20489AF9}"/>
              </ns1:ext>
            </ns1:extLst>
          </ns0:cNvPr>
          <ns0:cNvSpPr>
            <ns1:spLocks noGrp="1"/>
          </ns0:cNvSpPr>
          <ns0:nvPr/>
        </ns0:nvSpPr>
        <ns0:spPr>
          <ns1:xfrm>
            <ns1:off x="8334375" y="5962650"/>
            <ns1:ext cx="180975" cy="18097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7" name="trace:D01:content.auto.39">
            <ns1:extLst>
              <ns1:ext uri="{FF2B5EF4-FFF2-40B4-BE49-F238E27FC236}">
                <ns3:creationId id="{CBE45E68-9EAF-40AA-9007-F7C5D5E5A763}"/>
              </ns1:ext>
            </ns1:extLst>
          </ns0:cNvPr>
          <ns0:cNvSpPr>
            <ns1:spLocks noGrp="1"/>
          </ns0:cNvSpPr>
          <ns0:nvPr/>
        </ns0:nvSpPr>
        <ns0:spPr>
          <ns1:xfrm>
            <ns1:off x="8391525" y="5962650"/>
            <ns1:ext cx="142875" cy="133350"/>
          </ns1:xfrm>
          <ns1:custGeom>
            <ns1:pathLst>
              <ns1:path w="142875" h="133350">
                <ns1:moveTo>
                  <ns1:pt x="95250" y="0"/>
                </ns1:moveTo>
                <ns1:lnTo>
                  <ns1:pt x="142875" y="133350"/>
                </ns1:lnTo>
                <ns1:lnTo>
                  <ns1:pt x="0" y="952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8" name="trace:D01:content.auto.40">
            <ns1:extLst>
              <ns1:ext uri="{FF2B5EF4-FFF2-40B4-BE49-F238E27FC236}">
                <ns3:creationId id="{DFB0B207-6813-4A7C-BF00-20BAB5D27326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6657975"/>
            <ns1:ext cx="161925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提案作成を</ns1:t>
            </ns1:r>
          </ns1:p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スピーディーに</ns1:t>
            </ns1:r>
          </ns1:p>
        </ns0:txBody>
      </ns0:sp>
      <ns0:sp>
        <ns0:nvSpPr>
          <ns0:cNvPr id="49" name="trace:D01:content.auto.41">
            <ns1:extLst>
              <ns1:ext uri="{FF2B5EF4-FFF2-40B4-BE49-F238E27FC236}">
                <ns3:creationId id="{E53D7D7B-D4E1-4E5D-A441-2620A9A48B79}"/>
              </ns1:ext>
            </ns1:extLst>
          </ns0:cNvPr>
          <ns0:cNvSpPr>
            <ns1:spLocks noGrp="1"/>
          </ns0:cNvSpPr>
          <ns0:nvPr/>
        </ns0:nvSpPr>
        <ns0:spPr>
          <ns1:xfrm>
            <ns1:off x="2981325" y="6657975"/>
            <ns1:ext cx="17145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データから</ns1:t>
            </ns1:r>
          </ns1:p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最適な提案を</ns1:t>
            </ns1:r>
          </ns1:p>
        </ns0:txBody>
      </ns0:sp>
      <ns0:sp>
        <ns0:nvSpPr>
          <ns0:cNvPr id="50" name="trace:D01:content.auto.42">
            <ns1:extLst>
              <ns1:ext uri="{FF2B5EF4-FFF2-40B4-BE49-F238E27FC236}">
                <ns3:creationId id="{11481DBE-2978-47AA-A50A-3E86882C2804}"/>
              </ns1:ext>
            </ns1:extLst>
          </ns0:cNvPr>
          <ns0:cNvSpPr>
            <ns1:spLocks noGrp="1"/>
          </ns0:cNvSpPr>
          <ns0:nvPr/>
        </ns0:nvSpPr>
        <ns0:spPr>
          <ns1:xfrm>
            <ns1:off x="5172075" y="6657975"/>
            <ns1:ext cx="169545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ナレッジの共有で</ns1:t>
            </ns1:r>
          </ns1:p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組織力を強化</ns1:t>
            </ns1:r>
          </ns1:p>
        </ns0:txBody>
      </ns0:sp>
      <ns0:sp>
        <ns0:nvSpPr>
          <ns0:cNvPr id="51" name="trace:D01:content.auto.43">
            <ns1:extLst>
              <ns1:ext uri="{FF2B5EF4-FFF2-40B4-BE49-F238E27FC236}">
                <ns3:creationId id="{A315C42F-5401-4E3F-9596-56CF1533EE21}"/>
              </ns1:ext>
            </ns1:extLst>
          </ns0:cNvPr>
          <ns0:cNvSpPr>
            <ns1:spLocks noGrp="1"/>
          </ns0:cNvSpPr>
          <ns0:nvPr/>
        </ns0:nvSpPr>
        <ns0:spPr>
          <ns1:xfrm>
            <ns1:off x="7286625" y="6657975"/>
            <ns1:ext cx="203835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継続的な成長と</ns1:t>
            </ns1:r>
          </ns1:p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新たなビジネスチャンス</ns1:t>
            </ns1:r>
          </ns1:p>
        </ns0:txBody>
      </ns0:sp>
      <ns0:sp>
        <ns0:nvSpPr>
          <ns0:cNvPr id="52" name="trace:D01:content.auto.44">
            <ns1:extLst>
              <ns1:ext uri="{FF2B5EF4-FFF2-40B4-BE49-F238E27FC236}">
                <ns3:creationId id="{5DB39C46-6313-43C5-8ED7-5724F7A32724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8239125"/>
            <ns1:ext cx="276225" cy="171450"/>
          </ns1:xfrm>
          <ns1:custGeom>
            <ns1:pathLst>
              <ns1:path w="276225" h="171450">
                <ns1:moveTo>
                  <ns1:pt x="0" y="66675"/>
                </ns1:moveTo>
                <ns1:lnTo>
                  <ns1:pt x="133350" y="0"/>
                </ns1:lnTo>
                <ns1:lnTo>
                  <ns1:pt x="276225" y="85725"/>
                </ns1:lnTo>
                <ns1:lnTo>
                  <ns1:pt x="142875" y="171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3" name="trace:D01:content.auto.45">
            <ns1:extLst>
              <ns1:ext uri="{FF2B5EF4-FFF2-40B4-BE49-F238E27FC236}">
                <ns3:creationId id="{4D31EEC2-725E-41D9-AF2D-70DFA06D7967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8305800"/>
            <ns1:ext cx="142875" cy="247650"/>
          </ns1:xfrm>
          <ns1:custGeom>
            <ns1:pathLst>
              <ns1:path w="142875" h="247650">
                <ns1:moveTo>
                  <ns1:pt x="0" y="0"/>
                </ns1:moveTo>
                <ns1:lnTo>
                  <ns1:pt x="142875" y="104775"/>
                </ns1:lnTo>
                <ns1:lnTo>
                  <ns1:pt x="142875" y="247650"/>
                </ns1:lnTo>
                <ns1:lnTo>
                  <ns1:pt x="0" y="16192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54" name="trace:D01:content.auto.46">
            <ns1:extLst>
              <ns1:ext uri="{FF2B5EF4-FFF2-40B4-BE49-F238E27FC236}">
                <ns3:creationId id="{65C8D626-3EC2-4D4B-BA2A-33CA982BAA12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8324850"/>
            <ns1:ext cx="133350" cy="228600"/>
          </ns1:xfrm>
          <ns1:custGeom>
            <ns1:pathLst>
              <ns1:path w="133350" h="228600">
                <ns1:moveTo>
                  <ns1:pt x="0" y="85725"/>
                </ns1:moveTo>
                <ns1:lnTo>
                  <ns1:pt x="133350" y="0"/>
                </ns1:lnTo>
                <ns1:lnTo>
                  <ns1:pt x="133350" y="142875"/>
                </ns1:lnTo>
                <ns1:lnTo>
                  <ns1:pt x="0" y="228600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55" name="trace:D01:footer.brand">
            <ns1:extLst>
              <ns1:ext uri="{FF2B5EF4-FFF2-40B4-BE49-F238E27FC236}">
                <ns3:creationId id="{3D17A458-E9C9-49DD-B34A-D09BA095C9D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8229600"/>
            <ns1:ext cx="1619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56" name="trace:D01:content.auto.47">
            <ns1:extLst>
              <ns1:ext uri="{FF2B5EF4-FFF2-40B4-BE49-F238E27FC236}">
                <ns3:creationId id="{67F969BF-A2EA-40F9-9A8A-B199D69D0A89}"/>
              </ns1:ext>
            </ns1:extLst>
          </ns0:cNvPr>
          <ns0:cNvSpPr>
            <ns1:spLocks noGrp="1"/>
          </ns0:cNvSpPr>
          <ns0:nvPr/>
        </ns0:nvSpPr>
        <ns0:spPr>
          <ns1:xfrm>
            <ns1:off x="2609850" y="8210550"/>
            <ns1:ext cx="9525" cy="438150"/>
          </ns1:xfrm>
          <ns1:prstGeom prst="line">
            <ns1:avLst/>
          </ns1:prstGeom>
          <ns1:noFill/>
          <ns1:ln w="9525">
            <ns1:solidFill>
              <ns1:srgbClr val="D8DDE3"/>
            </ns1:solidFill>
            <ns1:prstDash val="solid"/>
          </ns1:ln>
        </ns0:spPr>
      </ns0:sp>
      <ns0:sp>
        <ns0:nvSpPr>
          <ns0:cNvPr id="57" name="trace:D01:footer.tagline.jp">
            <ns1:extLst>
              <ns1:ext uri="{FF2B5EF4-FFF2-40B4-BE49-F238E27FC236}">
                <ns3:creationId id="{A04BEFF2-BD25-402A-A984-5614413C5257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819150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58" name="trace:D01:footer.tagline.en">
            <ns1:extLst>
              <ns1:ext uri="{FF2B5EF4-FFF2-40B4-BE49-F238E27FC236}">
                <ns3:creationId id="{ACD0D43B-BBA6-48BA-B6D9-108AAE77BCF6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842010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59" name="trace:D01:footer.date">
            <ns1:extLst>
              <ns1:ext uri="{FF2B5EF4-FFF2-40B4-BE49-F238E27FC236}">
                <ns3:creationId id="{2EFEFA70-E809-446E-9872-C00DDDE2C95A}"/>
              </ns1:ext>
            </ns1:extLst>
          </ns0:cNvPr>
          <ns0:cNvSpPr>
            <ns1:spLocks noGrp="1"/>
          </ns0:cNvSpPr>
          <ns0:nvPr/>
        </ns0:nvSpPr>
        <ns0:spPr>
          <ns1:xfrm>
            <ns1:off x="14335125" y="8353425"/>
            <ns1:ext cx="10763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0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60" name="trace:D01:content.auto.48">
            <ns1:extLst>
              <ns1:ext uri="{FF2B5EF4-FFF2-40B4-BE49-F238E27FC236}">
                <ns3:creationId id="{32C97094-437D-41C7-AE48-2C639D98DF61}"/>
              </ns1:ext>
            </ns1:extLst>
          </ns0:cNvPr>
          <ns0:cNvSpPr>
            <ns1:spLocks noGrp="1"/>
          </ns0:cNvSpPr>
          <ns0:nvPr/>
        </ns0:nvSpPr>
        <ns0:spPr>
          <ns1:xfrm>
            <ns1:off x="15506700" y="8420100"/>
            <ns1:ext cx="323850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4:creationId val="105307085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2026-09-19T21:49:03.3770000Z</dcterms:created>
  <dcterms:modified xsi:type="dcterms:W3CDTF">2026-09-19T21:49:03.3770000Z</dcterms:modified>
</coreProperties>
</file>