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aa890d605482e" /><Relationship Type="http://schemas.openxmlformats.org/officeDocument/2006/relationships/extended-properties" Target="/docProps/app.xml" Id="R95e409420ea24395" /><Relationship Type="http://schemas.openxmlformats.org/officeDocument/2006/relationships/officeDocument" Target="/ppt/presentation.xml" Id="R0aa9b5848fcb41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f6f0e6c4384dc8"/>
  </p:sldMasterIdLst>
  <p:notesMasterIdLst>
    <p:notesMasterId xmlns:r="http://schemas.openxmlformats.org/officeDocument/2006/relationships" r:id="Re3295cc203b148dd"/>
  </p:notesMasterIdLst>
  <p:sldIdLst>
    <p:sldId xmlns:r="http://schemas.openxmlformats.org/officeDocument/2006/relationships" id="256" r:id="R2daa8bb16f564317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c5488d4c544482" /><Relationship Type="http://schemas.openxmlformats.org/officeDocument/2006/relationships/slideMaster" Target="/ppt/slideMasters/slideMaster1.xml" Id="R81f6f0e6c4384dc8" /><Relationship Type="http://schemas.openxmlformats.org/officeDocument/2006/relationships/notesMaster" Target="/ppt/notesMasters/notesMaster1.xml" Id="Re3295cc203b148dd" /><Relationship Type="http://schemas.openxmlformats.org/officeDocument/2006/relationships/presProps" Target="/ppt/presProps.xml" Id="R4fb7c3613e95494b" /><Relationship Type="http://schemas.openxmlformats.org/officeDocument/2006/relationships/tableStyles" Target="/ppt/tableStyles.xml" Id="R190588f0c9fb47db" /><Relationship Type="http://schemas.openxmlformats.org/officeDocument/2006/relationships/slide" Target="/ppt/slides/slide1.xml" Id="R2daa8bb16f5643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c5f2e797f45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92a58bc66c40b7" /><Relationship Type="http://schemas.openxmlformats.org/officeDocument/2006/relationships/notesMaster" Target="/ppt/notesMasters/notesMaster1.xml" Id="R4f5dff6e7d92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D08 solution-approach detail replacement native trace. Canonical image is the sole visual authority. The right-side city visual is a limited crop only; all other visible content is editable native text and shapes. Sample values are trace-only and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c514dee4841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d636d4c9ff4982" /><Relationship Type="http://schemas.openxmlformats.org/officeDocument/2006/relationships/slideLayout" Target="/ppt/slideLayouts/slideLayout1.xml" Id="Re8e44581fda9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44581fda9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46f565e54743" /><Relationship Type="http://schemas.openxmlformats.org/officeDocument/2006/relationships/image" Target="/ppt/media/image.png" Id="Rec3f9ecf825748d0" /><Relationship Type="http://schemas.openxmlformats.org/officeDocument/2006/relationships/notesSlide" Target="/ppt/notesSlides/notesSlide1.xml" Id="Rc1455ccd73f6443e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72" name="trace:D08:image.1"/>
          <ns0:cNvPicPr>
            <ns1:picLocks noChangeAspect="1"/>
          </ns0:cNvPicPr>
          <ns0:nvPr/>
        </ns0:nvPicPr>
        <ns0:blipFill>
          <ns1:blip ns2:embed="Rec3f9ecf825748d0"/>
          <ns1:srcRect l="0" t="0" r="0" b="0"/>
          <ns1:stretch>
            <ns1:fillRect l="0" t="0" r="0" b="0"/>
          </ns1:stretch>
        </ns0:blipFill>
        <ns0:spPr>
          <ns1:xfrm>
            <ns1:off x="12858750" y="0"/>
            <ns1:ext cx="3067050" cy="6486525"/>
          </ns1:xfrm>
          <ns1:prstGeom prst="rect">
            <ns1:avLst/>
          </ns1:prstGeom>
        </ns0:spPr>
      </ns0:pic>
      <ns0:sp>
        <ns0:nvSpPr>
          <ns0:cNvPr id="2" name="trace:D08:content.auto">
            <ns1:extLst>
              <ns1:ext uri="{FF2B5EF4-FFF2-40B4-BE49-F238E27FC236}">
                <ns3:creationId id="{F676C09C-CC4A-4086-819F-90DBB9FBE95D}"/>
              </ns1:ext>
            </ns1:extLst>
          </ns0:cNvPr>
          <ns0:cNvSpPr>
            <ns1:spLocks noGrp="1"/>
          </ns0:cNvSpPr>
          <ns0:nvPr/>
        </ns0:nvSpPr>
        <ns0:spPr>
          <ns1:xfrm>
            <ns1:off x="13601700" y="0"/>
            <ns1:ext cx="2324100" cy="11049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3" name="trace:D08:content.auto.2">
            <ns1:extLst>
              <ns1:ext uri="{FF2B5EF4-FFF2-40B4-BE49-F238E27FC236}">
                <ns3:creationId id="{2CC6FBBE-CFBF-46C1-B537-B0B950890931}"/>
              </ns1:ext>
            </ns1:extLst>
          </ns0:cNvPr>
          <ns0:cNvSpPr>
            <ns1:spLocks noGrp="1"/>
          </ns0:cNvSpPr>
          <ns0:nvPr/>
        </ns0:nvSpPr>
        <ns0:spPr>
          <ns1:xfrm>
            <ns1:off x="10306050" y="0"/>
            <ns1:ext cx="2971800" cy="4953000"/>
          </ns1:xfrm>
          <ns1:custGeom>
            <ns1:pathLst>
              <ns1:path w="2971800" h="4953000">
                <ns1:moveTo>
                  <ns1:pt x="1790700" y="0"/>
                </ns1:moveTo>
                <ns1:lnTo>
                  <ns1:pt x="2971800" y="0"/>
                </ns1:lnTo>
                <ns1:lnTo>
                  <ns1:pt x="112395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08:content.auto.3">
            <ns1:extLst>
              <ns1:ext uri="{FF2B5EF4-FFF2-40B4-BE49-F238E27FC236}">
                <ns3:creationId id="{D7ADB0B7-7CB0-4FF9-B47A-4A4817EAE938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0" y="0"/>
            <ns1:ext cx="2114550" cy="4953000"/>
          </ns1:xfrm>
          <ns1:custGeom>
            <ns1:pathLst>
              <ns1:path w="2114550" h="4953000">
                <ns1:moveTo>
                  <ns1:pt x="1847850" y="0"/>
                </ns1:moveTo>
                <ns1:lnTo>
                  <ns1:pt x="2114550" y="0"/>
                </ns1:lnTo>
                <ns1:lnTo>
                  <ns1:pt x="30480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5" name="trace:D08:content.auto.4">
            <ns1:extLst>
              <ns1:ext uri="{FF2B5EF4-FFF2-40B4-BE49-F238E27FC236}">
                <ns3:creationId id="{48F8C758-9384-415A-BF08-0EC5378C91DC}"/>
              </ns1:ext>
            </ns1:extLst>
          </ns0:cNvPr>
          <ns0:cNvSpPr>
            <ns1:spLocks noGrp="1"/>
          </ns0:cNvSpPr>
          <ns0:nvPr/>
        </ns0:nvSpPr>
        <ns0:spPr>
          <ns1:xfrm>
            <ns1:off x="11734800" y="0"/>
            <ns1:ext cx="2057400" cy="4953000"/>
          </ns1:xfrm>
          <ns1:custGeom>
            <ns1:pathLst>
              <ns1:path w="2057400" h="4953000">
                <ns1:moveTo>
                  <ns1:pt x="1809750" y="0"/>
                </ns1:moveTo>
                <ns1:lnTo>
                  <ns1:pt x="2057400" y="0"/>
                </ns1:lnTo>
                <ns1:lnTo>
                  <ns1:pt x="24765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9EFF4"/>
          </ns1:solidFill>
          <ns1:ln w="0">
            <ns1:noFill/>
            <ns1:prstDash val="solid"/>
          </ns1:ln>
        </ns0:spPr>
      </ns0:sp>
      <ns0:sp>
        <ns0:nvSpPr>
          <ns0:cNvPr id="6" name="trace:D08:content.auto.5">
            <ns1:extLst>
              <ns1:ext uri="{FF2B5EF4-FFF2-40B4-BE49-F238E27FC236}">
                <ns3:creationId id="{ED6CC5C4-8389-49FA-86D8-37059902A61C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7000875"/>
            <ns1:ext cx="3352800" cy="1962150"/>
          </ns1:xfrm>
          <ns1:custGeom>
            <ns1:pathLst>
              <ns1:path w="3352800" h="1962150">
                <ns1:moveTo>
                  <ns1:pt x="0" y="1962150"/>
                </ns1:moveTo>
                <ns1:lnTo>
                  <ns1:pt x="3352800" y="0"/>
                </ns1:lnTo>
                <ns1:lnTo>
                  <ns1:pt x="3352800" y="19621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" name="trace:D08:content.auto.6">
            <ns1:extLst>
              <ns1:ext uri="{FF2B5EF4-FFF2-40B4-BE49-F238E27FC236}">
                <ns3:creationId id="{BCE0ED32-9458-4473-85D5-BE012BDC80D7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7743825"/>
            <ns1:ext cx="2305050" cy="1219200"/>
          </ns1:xfrm>
          <ns1:custGeom>
            <ns1:pathLst>
              <ns1:path w="2305050" h="1219200">
                <ns1:moveTo>
                  <ns1:pt x="0" y="1219200"/>
                </ns1:moveTo>
                <ns1:lnTo>
                  <ns1:pt x="2305050" y="0"/>
                </ns1:lnTo>
                <ns1:lnTo>
                  <ns1:pt x="2305050" y="121920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8" name="trace:D08:content.auto.7">
            <ns1:extLst>
              <ns1:ext uri="{FF2B5EF4-FFF2-40B4-BE49-F238E27FC236}">
                <ns3:creationId id="{192D70DE-CFC3-47A5-B0C1-B2D54B4134C7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D08</ns1:t>
            </ns1:r>
          </ns1:p>
        </ns0:txBody>
      </ns0:sp>
      <ns0:sp>
        <ns0:nvSpPr>
          <ns0:cNvPr id="9" name="trace:D08:content.auto.8">
            <ns1:extLst>
              <ns1:ext uri="{FF2B5EF4-FFF2-40B4-BE49-F238E27FC236}">
                <ns3:creationId id="{03086D4B-DBD9-4C57-A167-629FEF609789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285750"/>
            <ns1:ext cx="2190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提案プロセス</ns1:t>
            </ns1:r>
          </ns1:p>
        </ns0:txBody>
      </ns0:sp>
      <ns0:sp>
        <ns0:nvSpPr>
          <ns0:cNvPr id="10" name="trace:D08:header.brand">
            <ns1:extLst>
              <ns1:ext uri="{FF2B5EF4-FFF2-40B4-BE49-F238E27FC236}">
                <ns3:creationId id="{CF0ABEA0-C6E3-463A-833E-BB5CE1DB7DB2}"/>
              </ns1:ext>
            </ns1:extLst>
          </ns0:cNvPr>
          <ns0:cNvSpPr>
            <ns1:spLocks noGrp="1"/>
          </ns0:cNvSpPr>
          <ns0:nvPr/>
        </ns0:nvSpPr>
        <ns0:spPr>
          <ns1:xfrm>
            <ns1:off x="9906000" y="285750"/>
            <ns1:ext cx="21717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E71926"/>
                </ns1:solidFill>
              </ns1:rPr>
              <ns1:t>提案</ns1:t>
            </ns1:r>
            <ns1:r>
              <ns1:t>クエスト</ns1:t>
            </ns1:r>
          </ns1:p>
        </ns0:txBody>
      </ns0:sp>
      <ns0:sp>
        <ns0:nvSpPr>
          <ns0:cNvPr id="11" name="trace:D08:header.tagline">
            <ns1:extLst>
              <ns1:ext uri="{FF2B5EF4-FFF2-40B4-BE49-F238E27FC236}">
                <ns3:creationId id="{1B80F6BC-BA05-480B-9E4A-D319502093D7}"/>
              </ns1:ext>
            </ns1:extLst>
          </ns0:cNvPr>
          <ns0:cNvSpPr>
            <ns1:spLocks noGrp="1"/>
          </ns0:cNvSpPr>
          <ns0:nvPr/>
        </ns0:nvSpPr>
        <ns0:spPr>
          <ns1:xfrm>
            <ns1:off x="9906000" y="638175"/>
            <ns1:ext cx="233362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2" name="trace:D08:header.message">
            <ns1:extLst>
              <ns1:ext uri="{FF2B5EF4-FFF2-40B4-BE49-F238E27FC236}">
                <ns3:creationId id="{55FD92CF-05B6-41F4-8BA6-A0CD71B8053E}"/>
              </ns1:ext>
            </ns1:extLst>
          </ns0:cNvPr>
          <ns0:cNvSpPr>
            <ns1:spLocks noGrp="1"/>
          </ns0:cNvSpPr>
          <ns0:nvPr/>
        </ns0:nvSpPr>
        <ns0:spPr>
          <ns1:xfrm>
            <ns1:off x="13973175" y="400050"/>
            <ns1:ext cx="16192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3" name="trace:D08:content.auto.9">
            <ns1:extLst>
              <ns1:ext uri="{FF2B5EF4-FFF2-40B4-BE49-F238E27FC236}">
                <ns3:creationId id="{F2A020DB-0F7C-4FDC-AC4A-C69DA6A3FF8E}"/>
              </ns1:ext>
            </ns1:extLst>
          </ns0:cNvPr>
          <ns0:cNvSpPr>
            <ns1:spLocks noGrp="1"/>
          </ns0:cNvSpPr>
          <ns0:nvPr/>
        </ns0:nvSpPr>
        <ns0:spPr>
          <ns1:xfrm>
            <ns1:off x="13973175" y="904875"/>
            <ns1:ext cx="1314450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14" name="trace:D08:content.auto.10">
            <ns1:extLst>
              <ns1:ext uri="{FF2B5EF4-FFF2-40B4-BE49-F238E27FC236}">
                <ns3:creationId id="{5B1FF110-27EF-4E06-BD19-9589C4E10781}"/>
              </ns1:ext>
            </ns1:extLst>
          </ns0:cNvPr>
          <ns0:cNvSpPr>
            <ns1:spLocks noGrp="1"/>
          </ns0:cNvSpPr>
          <ns0:nvPr/>
        </ns0:nvSpPr>
        <ns0:spPr>
          <ns1:xfrm>
            <ns1:off x="13973175" y="904875"/>
            <ns1:ext cx="333375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5" name="trace:D08:title.primary">
            <ns1:extLst>
              <ns1:ext uri="{FF2B5EF4-FFF2-40B4-BE49-F238E27FC236}">
                <ns3:creationId id="{1DF84396-496A-4AB4-9FE5-B7A14F7C4EA9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742950"/>
            <ns1:ext cx="104775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39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t>シンプルで</ns1:t>
            </ns1:r>
            <ns1:r>
              <ns1:rPr>
                <ns1:solidFill>
                  <ns1:srgbClr val="E71926"/>
                </ns1:solidFill>
              </ns1:rPr>
              <ns1:t>スピーディな提案プロセス</ns1:t>
            </ns1:r>
          </ns1:p>
        </ns0:txBody>
      </ns0:sp>
      <ns0:sp>
        <ns0:nvSpPr>
          <ns0:cNvPr id="16" name="trace:D08:header.brand.2">
            <ns1:extLst>
              <ns1:ext uri="{FF2B5EF4-FFF2-40B4-BE49-F238E27FC236}">
                <ns3:creationId id="{D092B63D-A3F3-4B22-ABA8-F33B1F98E692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1628775"/>
            <ns1:ext cx="7239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7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7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提案クエストは、必要な情報を入力するだけで、</ns1:t>
            </ns1:r>
          </ns1:p>
        </ns0:txBody>
      </ns0:sp>
      <ns0:sp>
        <ns0:nvSpPr>
          <ns0:cNvPr id="17" name="trace:D08:title.primary.2">
            <ns1:extLst>
              <ns1:ext uri="{FF2B5EF4-FFF2-40B4-BE49-F238E27FC236}">
                <ns3:creationId id="{074E1DFA-980E-4C07-BE03-103DEDD767FC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1952625"/>
            <ns1:ext cx="8858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7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t>AIが</ns1:t>
            </ns1:r>
            <ns1:r>
              <ns1:rPr>
                <ns1:solidFill>
                  <ns1:srgbClr val="E71926"/>
                </ns1:solidFill>
              </ns1:rPr>
              <ns1:t>提案資料・見積書・カンペを自動生成し、</ns1:t>
            </ns1:r>
            <ns1:r>
              <ns1:t>提案までを一気通貫で支援します。</ns1:t>
            </ns1:r>
          </ns1:p>
        </ns0:txBody>
      </ns0:sp>
      <ns0:sp>
        <ns0:nvSpPr>
          <ns0:cNvPr id="18" name="trace:D08:content.auto.11">
            <ns1:extLst>
              <ns1:ext uri="{FF2B5EF4-FFF2-40B4-BE49-F238E27FC236}">
                <ns3:creationId id="{3152FF0A-44D8-4D14-BB32-B0F5DA28022C}"/>
              </ns1:ext>
            </ns1:extLst>
          </ns0:cNvPr>
          <ns0:cNvSpPr>
            <ns1:spLocks noGrp="1"/>
          </ns0:cNvSpPr>
          <ns0:nvPr/>
        </ns0:nvSpPr>
        <ns0:spPr>
          <ns1:xfrm>
            <ns1:off x="333375" y="2447925"/>
            <ns1:ext cx="11220450" cy="2781300"/>
          </ns1:xfrm>
          <ns1:prstGeom prst="roundRect">
            <ns1:avLst>
              <ns1:gd name="adj" fmla="val 4110"/>
            </ns1:avLst>
          </ns1:prstGeom>
          <ns1:solidFill>
            <ns1:srgbClr val="F7FBFE"/>
          </ns1:solidFill>
          <ns1:ln w="0">
            <ns1:noFill/>
            <ns1:prstDash val="solid"/>
          </ns1:ln>
        </ns0:spPr>
      </ns0:sp>
      <ns0:sp>
        <ns0:nvSpPr>
          <ns0:cNvPr id="19" name="trace:D08:content.auto.12">
            <ns1:extLst>
              <ns1:ext uri="{FF2B5EF4-FFF2-40B4-BE49-F238E27FC236}">
                <ns3:creationId id="{B9683C9E-2730-42FC-BAB9-49146F76663A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261937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20" name="trace:D08:title.primary.3">
            <ns1:extLst>
              <ns1:ext uri="{FF2B5EF4-FFF2-40B4-BE49-F238E27FC236}">
                <ns3:creationId id="{4F083097-32AD-4D3F-B6FB-35EAB29C828D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514600"/>
            <ns1:ext cx="2476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提案までの6ステップ</ns1:t>
            </ns1:r>
          </ns1:p>
        </ns0:txBody>
      </ns0:sp>
      <ns0:sp>
        <ns0:nvSpPr>
          <ns0:cNvPr id="21" name="trace:D08:content.auto.13">
            <ns1:extLst>
              <ns1:ext uri="{FF2B5EF4-FFF2-40B4-BE49-F238E27FC236}">
                <ns3:creationId id="{ECB9938D-7E02-478F-ADA7-56CCAE64768D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2905125"/>
            <ns1:ext cx="1809750" cy="2114550"/>
          </ns1:xfrm>
          <ns1:custGeom>
            <ns1:pathLst>
              <ns1:path w="1809750" h="2114550">
                <ns1:moveTo>
                  <ns1:pt x="0" y="0"/>
                </ns1:moveTo>
                <ns1:lnTo>
                  <ns1:pt x="1657350" y="0"/>
                </ns1:lnTo>
                <ns1:lnTo>
                  <ns1:pt x="1809750" y="581025"/>
                </ns1:lnTo>
                <ns1:lnTo>
                  <ns1:pt x="1657350" y="2114550"/>
                </ns1:lnTo>
                <ns1:lnTo>
                  <ns1:pt x="0" y="21145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22" name="trace:D08:content.auto.14">
            <ns1:extLst>
              <ns1:ext uri="{FF2B5EF4-FFF2-40B4-BE49-F238E27FC236}">
                <ns3:creationId id="{54736B8E-0BB4-4388-8D64-CA53004497C3}"/>
              </ns1:ext>
            </ns1:extLst>
          </ns0:cNvPr>
          <ns0:cNvSpPr>
            <ns1:spLocks noGrp="1"/>
          </ns0:cNvSpPr>
          <ns0:nvPr/>
        </ns0:nvSpPr>
        <ns0:spPr>
          <ns1:xfrm>
            <ns1:off x="600075" y="3038475"/>
            <ns1:ext cx="400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23" name="trace:D08:title.primary.4">
            <ns1:extLst>
              <ns1:ext uri="{FF2B5EF4-FFF2-40B4-BE49-F238E27FC236}">
                <ns3:creationId id="{8542E188-27BA-44A4-9FFD-CAA98E2A7507}"/>
              </ns1:ext>
            </ns1:extLst>
          </ns0:cNvPr>
          <ns0:cNvSpPr>
            <ns1:spLocks noGrp="1"/>
          </ns0:cNvSpPr>
          <ns0:nvPr/>
        </ns0:nvSpPr>
        <ns0:spPr>
          <ns1:xfrm>
            <ns1:off x="1019175" y="3048000"/>
            <ns1:ext cx="10668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案件情報の入力</ns1:t>
            </ns1:r>
          </ns1:p>
        </ns0:txBody>
      </ns0:sp>
      <ns0:sp>
        <ns0:nvSpPr>
          <ns0:cNvPr id="24" name="trace:D08:content.auto.15">
            <ns1:extLst>
              <ns1:ext uri="{FF2B5EF4-FFF2-40B4-BE49-F238E27FC236}">
                <ns3:creationId id="{AA66EB51-8AE1-4075-B117-30D856457DC2}"/>
              </ns1:ext>
            </ns1:extLst>
          </ns0:cNvPr>
          <ns0:cNvSpPr>
            <ns1:spLocks noGrp="1"/>
          </ns0:cNvSpPr>
          <ns0:nvPr/>
        </ns0:nvSpPr>
        <ns0:spPr>
          <ns1:xfrm>
            <ns1:off x="1178052" y="3465576"/>
            <ns1:ext cx="274320" cy="356616"/>
          </ns1:xfrm>
          <ns1:prstGeom prst="rect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25" name="trace:D08:content.auto.16">
            <ns1:extLst>
              <ns1:ext uri="{FF2B5EF4-FFF2-40B4-BE49-F238E27FC236}">
                <ns3:creationId id="{53935700-B8F2-49A6-9512-DC1C8C8E8829}"/>
              </ns1:ext>
            </ns1:extLst>
          </ns0:cNvPr>
          <ns0:cNvSpPr>
            <ns1:spLocks noGrp="1"/>
          </ns0:cNvSpPr>
          <ns0:nvPr/>
        </ns0:nvSpPr>
        <ns0:spPr>
          <ns1:xfrm>
            <ns1:off x="1370076" y="3465576"/>
            <ns1:ext cx="82296" cy="82296"/>
          </ns1:xfrm>
          <ns1:custGeom>
            <ns1:pathLst>
              <ns1:path w="82296" h="82296">
                <ns1:moveTo>
                  <ns1:pt x="0" y="0"/>
                </ns1:moveTo>
                <ns1:lnTo>
                  <ns1:pt x="82296" y="82296"/>
                </ns1:lnTo>
                <ns1:lnTo>
                  <ns1:pt x="0" y="82296"/>
                </ns1:lnTo>
                <ns1:close/>
              </ns1:path>
            </ns1:pathLst>
          </ns1:cu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26" name="trace:D08:content.auto.17">
            <ns1:extLst>
              <ns1:ext uri="{FF2B5EF4-FFF2-40B4-BE49-F238E27FC236}">
                <ns3:creationId id="{C94B5F2E-31DF-465D-8D52-DA1F535921A9}"/>
              </ns1:ext>
            </ns1:extLst>
          </ns0:cNvPr>
          <ns0:cNvSpPr>
            <ns1:spLocks noGrp="1"/>
          </ns0:cNvSpPr>
          <ns0:nvPr/>
        </ns0:nvSpPr>
        <ns0:spPr>
          <ns1:xfrm>
            <ns1:off x="1237488" y="3625596"/>
            <ns1:ext cx="155448" cy="9525"/>
          </ns1:xfrm>
          <ns1:prstGeom prst="line">
            <ns1:avLst/>
          </ns1:prstGeom>
          <ns1:noFill/>
          <ns1:ln w="19050">
            <ns1:solidFill>
              <ns1:srgbClr val="20324B"/>
            </ns1:solidFill>
            <ns1:prstDash val="solid"/>
          </ns1:ln>
        </ns0:spPr>
      </ns0:sp>
      <ns0:sp>
        <ns0:nvSpPr>
          <ns0:cNvPr id="27" name="trace:D08:content.auto.18">
            <ns1:extLst>
              <ns1:ext uri="{FF2B5EF4-FFF2-40B4-BE49-F238E27FC236}">
                <ns3:creationId id="{49B7F9F2-EE28-416C-AE96-A900B4C8AE4F}"/>
              </ns1:ext>
            </ns1:extLst>
          </ns0:cNvPr>
          <ns0:cNvSpPr>
            <ns1:spLocks noGrp="1"/>
          </ns0:cNvSpPr>
          <ns0:nvPr/>
        </ns0:nvSpPr>
        <ns0:spPr>
          <ns1:xfrm>
            <ns1:off x="1237488" y="3685032"/>
            <ns1:ext cx="155448" cy="9525"/>
          </ns1:xfrm>
          <ns1:prstGeom prst="line">
            <ns1:avLst/>
          </ns1:prstGeom>
          <ns1:noFill/>
          <ns1:ln w="19050">
            <ns1:solidFill>
              <ns1:srgbClr val="20324B"/>
            </ns1:solidFill>
            <ns1:prstDash val="solid"/>
          </ns1:ln>
        </ns0:spPr>
      </ns0:sp>
      <ns0:sp>
        <ns0:nvSpPr>
          <ns0:cNvPr id="28" name="trace:D08:lead">
            <ns1:extLst>
              <ns1:ext uri="{FF2B5EF4-FFF2-40B4-BE49-F238E27FC236}">
                <ns3:creationId id="{DA4B406A-97E1-49F7-BAFD-4F02711F83D3}"/>
              </ns1:ext>
            </ns1:extLst>
          </ns0:cNvPr>
          <ns0:cNvSpPr>
            <ns1:spLocks noGrp="1"/>
          </ns0:cNvSpPr>
          <ns0:nvPr/>
        </ns0:nvSpPr>
        <ns0:spPr>
          <ns1:xfrm>
            <ns1:off x="600075" y="4162425"/>
            <ns1:ext cx="15240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案件の基本情報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（業種・課題・要望など）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を入力</ns1:t>
            </ns1:r>
          </ns1:p>
        </ns0:txBody>
      </ns0:sp>
      <ns0:sp>
        <ns0:nvSpPr>
          <ns0:cNvPr id="29" name="trace:D08:content.auto.19">
            <ns1:extLst>
              <ns1:ext uri="{FF2B5EF4-FFF2-40B4-BE49-F238E27FC236}">
                <ns3:creationId id="{73E93C20-F0C1-4639-9204-C70DC736891A}"/>
              </ns1:ext>
            </ns1:extLst>
          </ns0:cNvPr>
          <ns0:cNvSpPr>
            <ns1:spLocks noGrp="1"/>
          </ns0:cNvSpPr>
          <ns0:nvPr/>
        </ns0:nvSpPr>
        <ns0:spPr>
          <ns1:xfrm>
            <ns1:off x="2181225" y="3381375"/>
            <ns1:ext cx="85725" cy="209550"/>
          </ns1:xfrm>
          <ns1:custGeom>
            <ns1:pathLst>
              <ns1:path w="85725" h="209550">
                <ns1:moveTo>
                  <ns1:pt x="0" y="0"/>
                </ns1:moveTo>
                <ns1:lnTo>
                  <ns1:pt x="85725" y="104775"/>
                </ns1:lnTo>
                <ns1:lnTo>
                  <ns1:pt x="0" y="209550"/>
                </ns1:lnTo>
                <ns1:close/>
              </ns1:path>
            </ns1:pathLst>
          </ns1:custGeom>
          <ns1:solidFill>
            <ns1:srgbClr val="C4CFDA"/>
          </ns1:solidFill>
          <ns1:ln w="0">
            <ns1:noFill/>
            <ns1:prstDash val="solid"/>
          </ns1:ln>
        </ns0:spPr>
      </ns0:sp>
      <ns0:sp>
        <ns0:nvSpPr>
          <ns0:cNvPr id="30" name="trace:D08:content.auto.20">
            <ns1:extLst>
              <ns1:ext uri="{FF2B5EF4-FFF2-40B4-BE49-F238E27FC236}">
                <ns3:creationId id="{59199A95-8467-40CE-B676-C14204E4A164}"/>
              </ns1:ext>
            </ns1:extLst>
          </ns0:cNvPr>
          <ns0:cNvSpPr>
            <ns1:spLocks noGrp="1"/>
          </ns0:cNvSpPr>
          <ns0:nvPr/>
        </ns0:nvSpPr>
        <ns0:spPr>
          <ns1:xfrm>
            <ns1:off x="2276475" y="2905125"/>
            <ns1:ext cx="1809750" cy="2114550"/>
          </ns1:xfrm>
          <ns1:custGeom>
            <ns1:pathLst>
              <ns1:path w="1809750" h="2114550">
                <ns1:moveTo>
                  <ns1:pt x="0" y="0"/>
                </ns1:moveTo>
                <ns1:lnTo>
                  <ns1:pt x="1657350" y="0"/>
                </ns1:lnTo>
                <ns1:lnTo>
                  <ns1:pt x="1809750" y="581025"/>
                </ns1:lnTo>
                <ns1:lnTo>
                  <ns1:pt x="1657350" y="2114550"/>
                </ns1:lnTo>
                <ns1:lnTo>
                  <ns1:pt x="0" y="211455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31" name="trace:D08:content.auto.21">
            <ns1:extLst>
              <ns1:ext uri="{FF2B5EF4-FFF2-40B4-BE49-F238E27FC236}">
                <ns3:creationId id="{9560D82E-91DE-4248-863B-23DE1EADEC0B}"/>
              </ns1:ext>
            </ns1:extLst>
          </ns0:cNvPr>
          <ns0:cNvSpPr>
            <ns1:spLocks noGrp="1"/>
          </ns0:cNvSpPr>
          <ns0:nvPr/>
        </ns0:nvSpPr>
        <ns0:spPr>
          <ns1:xfrm>
            <ns1:off x="2419350" y="3038475"/>
            <ns1:ext cx="400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32" name="trace:D08:title.primary.5">
            <ns1:extLst>
              <ns1:ext uri="{FF2B5EF4-FFF2-40B4-BE49-F238E27FC236}">
                <ns3:creationId id="{0CE085CC-D505-4FAF-B5CA-120B3F3EFA48}"/>
              </ns1:ext>
            </ns1:extLst>
          </ns0:cNvPr>
          <ns0:cNvSpPr>
            <ns1:spLocks noGrp="1"/>
          </ns0:cNvSpPr>
          <ns0:nvPr/>
        </ns0:nvSpPr>
        <ns0:spPr>
          <ns1:xfrm>
            <ns1:off x="2838450" y="3048000"/>
            <ns1:ext cx="10668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AIによる分析</ns1:t>
            </ns1:r>
          </ns1:p>
        </ns0:txBody>
      </ns0:sp>
      <ns0:sp>
        <ns0:nvSpPr>
          <ns0:cNvPr id="33" name="trace:D08:content.auto.22">
            <ns1:extLst>
              <ns1:ext uri="{FF2B5EF4-FFF2-40B4-BE49-F238E27FC236}">
                <ns3:creationId id="{A0FBB28C-3D35-42F7-90AE-A208FB585261}"/>
              </ns1:ext>
            </ns1:extLst>
          </ns0:cNvPr>
          <ns0:cNvSpPr>
            <ns1:spLocks noGrp="1"/>
          </ns0:cNvSpPr>
          <ns0:nvPr/>
        </ns0:nvSpPr>
        <ns0:spPr>
          <ns1:xfrm>
            <ns1:off x="2976563" y="3438525"/>
            <ns1:ext cx="176213" cy="328613"/>
          </ns1:xfrm>
          <ns1:custGeom>
            <ns1:pathLst>
              <ns1:path w="176213" h="328613">
                <ns1:moveTo>
                  <ns1:pt x="176213" y="9525"/>
                </ns1:moveTo>
                <ns1:lnTo>
                  <ns1:pt x="104775" y="0"/>
                </ns1:lnTo>
                <ns1:lnTo>
                  <ns1:pt x="42863" y="38100"/>
                </ns1:lnTo>
                <ns1:lnTo>
                  <ns1:pt x="9525" y="100013"/>
                </ns1:lnTo>
                <ns1:lnTo>
                  <ns1:pt x="28575" y="152400"/>
                </ns1:lnTo>
                <ns1:lnTo>
                  <ns1:pt x="0" y="209550"/>
                </ns1:lnTo>
                <ns1:lnTo>
                  <ns1:pt x="33338" y="280988"/>
                </ns1:lnTo>
                <ns1:lnTo>
                  <ns1:pt x="100013" y="328613"/>
                </ns1:lnTo>
                <ns1:lnTo>
                  <ns1:pt x="171450" y="30480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34" name="trace:D08:content.auto.23">
            <ns1:extLst>
              <ns1:ext uri="{FF2B5EF4-FFF2-40B4-BE49-F238E27FC236}">
                <ns3:creationId id="{AD8A061A-31EA-4CEE-B85B-596CD1683BC3}"/>
              </ns1:ext>
            </ns1:extLst>
          </ns0:cNvPr>
          <ns0:cNvSpPr>
            <ns1:spLocks noGrp="1"/>
          </ns0:cNvSpPr>
          <ns0:nvPr/>
        </ns0:nvSpPr>
        <ns0:spPr>
          <ns1:xfrm>
            <ns1:off x="3152775" y="3438525"/>
            <ns1:ext cx="176213" cy="328613"/>
          </ns1:xfrm>
          <ns1:custGeom>
            <ns1:pathLst>
              <ns1:path w="176213" h="328613">
                <ns1:moveTo>
                  <ns1:pt x="0" y="9525"/>
                </ns1:moveTo>
                <ns1:lnTo>
                  <ns1:pt x="71438" y="0"/>
                </ns1:lnTo>
                <ns1:lnTo>
                  <ns1:pt x="133350" y="38100"/>
                </ns1:lnTo>
                <ns1:lnTo>
                  <ns1:pt x="166688" y="100013"/>
                </ns1:lnTo>
                <ns1:lnTo>
                  <ns1:pt x="147638" y="152400"/>
                </ns1:lnTo>
                <ns1:lnTo>
                  <ns1:pt x="176213" y="209550"/>
                </ns1:lnTo>
                <ns1:lnTo>
                  <ns1:pt x="142875" y="280988"/>
                </ns1:lnTo>
                <ns1:lnTo>
                  <ns1:pt x="76200" y="328613"/>
                </ns1:lnTo>
                <ns1:lnTo>
                  <ns1:pt x="4763" y="30480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35" name="trace:D08:content.auto.24">
            <ns1:extLst>
              <ns1:ext uri="{FF2B5EF4-FFF2-40B4-BE49-F238E27FC236}">
                <ns3:creationId id="{4F2D722A-BA16-48B5-B601-2A00F1F03697}"/>
              </ns1:ext>
            </ns1:extLst>
          </ns0:cNvPr>
          <ns0:cNvSpPr>
            <ns1:spLocks noGrp="1"/>
          </ns0:cNvSpPr>
          <ns0:nvPr/>
        </ns0:nvSpPr>
        <ns0:spPr>
          <ns1:xfrm>
            <ns1:off x="3152775" y="3457575"/>
            <ns1:ext cx="9525" cy="304800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36" name="trace:D08:content.auto.25">
            <ns1:extLst>
              <ns1:ext uri="{FF2B5EF4-FFF2-40B4-BE49-F238E27FC236}">
                <ns3:creationId id="{5C22A749-783F-4EB1-AF59-BB4CEA2A763D}"/>
              </ns1:ext>
            </ns1:extLst>
          </ns0:cNvPr>
          <ns0:cNvSpPr>
            <ns1:spLocks noGrp="1"/>
          </ns0:cNvSpPr>
          <ns0:nvPr/>
        </ns0:nvSpPr>
        <ns0:spPr>
          <ns1:xfrm>
            <ns1:off x="3043238" y="3514725"/>
            <ns1:ext cx="42863" cy="185738"/>
          </ns1:xfrm>
          <ns1:custGeom>
            <ns1:pathLst>
              <ns1:path w="42863" h="185738">
                <ns1:moveTo>
                  <ns1:pt x="33338" y="0"/>
                </ns1:moveTo>
                <ns1:lnTo>
                  <ns1:pt x="0" y="42863"/>
                </ns1:lnTo>
                <ns1:lnTo>
                  <ns1:pt x="42863" y="80963"/>
                </ns1:lnTo>
                <ns1:lnTo>
                  <ns1:pt x="0" y="133350"/>
                </ns1:lnTo>
                <ns1:lnTo>
                  <ns1:pt x="38100" y="185738"/>
                </ns1:lnTo>
                <ns1:close/>
              </ns1:path>
            </ns1:pathLst>
          </ns1:cu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37" name="trace:D08:content.auto.26">
            <ns1:extLst>
              <ns1:ext uri="{FF2B5EF4-FFF2-40B4-BE49-F238E27FC236}">
                <ns3:creationId id="{B5E409ED-3DB6-4FF3-9794-A2908BF44298}"/>
              </ns1:ext>
            </ns1:extLst>
          </ns0:cNvPr>
          <ns0:cNvSpPr>
            <ns1:spLocks noGrp="1"/>
          </ns0:cNvSpPr>
          <ns0:nvPr/>
        </ns0:nvSpPr>
        <ns0:spPr>
          <ns1:xfrm>
            <ns1:off x="3219450" y="3514725"/>
            <ns1:ext cx="42863" cy="185738"/>
          </ns1:xfrm>
          <ns1:custGeom>
            <ns1:pathLst>
              <ns1:path w="42863" h="185738">
                <ns1:moveTo>
                  <ns1:pt x="9525" y="0"/>
                </ns1:moveTo>
                <ns1:lnTo>
                  <ns1:pt x="42863" y="42863"/>
                </ns1:lnTo>
                <ns1:lnTo>
                  <ns1:pt x="0" y="80963"/>
                </ns1:lnTo>
                <ns1:lnTo>
                  <ns1:pt x="42863" y="133350"/>
                </ns1:lnTo>
                <ns1:lnTo>
                  <ns1:pt x="4763" y="185738"/>
                </ns1:lnTo>
                <ns1:close/>
              </ns1:path>
            </ns1:pathLst>
          </ns1:cu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38" name="trace:D08:lead.2">
            <ns1:extLst>
              <ns1:ext uri="{FF2B5EF4-FFF2-40B4-BE49-F238E27FC236}">
                <ns3:creationId id="{C080DEA3-2242-4A06-916A-1F28A1494B9C}"/>
              </ns1:ext>
            </ns1:extLst>
          </ns0:cNvPr>
          <ns0:cNvSpPr>
            <ns1:spLocks noGrp="1"/>
          </ns0:cNvSpPr>
          <ns0:nvPr/>
        </ns0:nvSpPr>
        <ns0:spPr>
          <ns1:xfrm>
            <ns1:off x="2419350" y="4162425"/>
            <ns1:ext cx="15240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市場・競合を分析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・課題を整理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・提案ストーリーを構成</ns1:t>
            </ns1:r>
          </ns1:p>
        </ns0:txBody>
      </ns0:sp>
      <ns0:sp>
        <ns0:nvSpPr>
          <ns0:cNvPr id="39" name="trace:D08:content.auto.27">
            <ns1:extLst>
              <ns1:ext uri="{FF2B5EF4-FFF2-40B4-BE49-F238E27FC236}">
                <ns3:creationId id="{38DD1AFD-144E-4EB7-9FD9-24BA56B29E54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381375"/>
            <ns1:ext cx="85725" cy="209550"/>
          </ns1:xfrm>
          <ns1:custGeom>
            <ns1:pathLst>
              <ns1:path w="85725" h="209550">
                <ns1:moveTo>
                  <ns1:pt x="0" y="0"/>
                </ns1:moveTo>
                <ns1:lnTo>
                  <ns1:pt x="85725" y="104775"/>
                </ns1:lnTo>
                <ns1:lnTo>
                  <ns1:pt x="0" y="209550"/>
                </ns1:lnTo>
                <ns1:close/>
              </ns1:path>
            </ns1:pathLst>
          </ns1:custGeom>
          <ns1:solidFill>
            <ns1:srgbClr val="C4CFDA"/>
          </ns1:solidFill>
          <ns1:ln w="0">
            <ns1:noFill/>
            <ns1:prstDash val="solid"/>
          </ns1:ln>
        </ns0:spPr>
      </ns0:sp>
      <ns0:sp>
        <ns0:nvSpPr>
          <ns0:cNvPr id="40" name="trace:D08:content.auto.28">
            <ns1:extLst>
              <ns1:ext uri="{FF2B5EF4-FFF2-40B4-BE49-F238E27FC236}">
                <ns3:creationId id="{23BDE160-CFA6-4746-BB0E-597BDE2D7053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2905125"/>
            <ns1:ext cx="1809750" cy="2114550"/>
          </ns1:xfrm>
          <ns1:custGeom>
            <ns1:pathLst>
              <ns1:path w="1809750" h="2114550">
                <ns1:moveTo>
                  <ns1:pt x="0" y="0"/>
                </ns1:moveTo>
                <ns1:lnTo>
                  <ns1:pt x="1657350" y="0"/>
                </ns1:lnTo>
                <ns1:lnTo>
                  <ns1:pt x="1809750" y="581025"/>
                </ns1:lnTo>
                <ns1:lnTo>
                  <ns1:pt x="1657350" y="2114550"/>
                </ns1:lnTo>
                <ns1:lnTo>
                  <ns1:pt x="0" y="21145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41" name="trace:D08:content.auto.29">
            <ns1:extLst>
              <ns1:ext uri="{FF2B5EF4-FFF2-40B4-BE49-F238E27FC236}">
                <ns3:creationId id="{31C2B1BD-4727-4DAB-884F-3DDE058F7B2B}"/>
              </ns1:ext>
            </ns1:extLst>
          </ns0:cNvPr>
          <ns0:cNvSpPr>
            <ns1:spLocks noGrp="1"/>
          </ns0:cNvSpPr>
          <ns0:nvPr/>
        </ns0:nvSpPr>
        <ns0:spPr>
          <ns1:xfrm>
            <ns1:off x="4238625" y="3038475"/>
            <ns1:ext cx="400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42" name="trace:D08:title.primary.6">
            <ns1:extLst>
              <ns1:ext uri="{FF2B5EF4-FFF2-40B4-BE49-F238E27FC236}">
                <ns3:creationId id="{43D49EB3-1F6C-4168-A759-E6D7D518A7CE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3048000"/>
            <ns1:ext cx="10668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提案資料の生成</ns1:t>
            </ns1:r>
          </ns1:p>
        </ns0:txBody>
      </ns0:sp>
      <ns0:sp>
        <ns0:nvSpPr>
          <ns0:cNvPr id="43" name="trace:D08:content.auto.30">
            <ns1:extLst>
              <ns1:ext uri="{FF2B5EF4-FFF2-40B4-BE49-F238E27FC236}">
                <ns3:creationId id="{BA1F8C9D-ABAC-4154-979F-EF293EB6A06E}"/>
              </ns1:ext>
            </ns1:extLst>
          </ns0:cNvPr>
          <ns0:cNvSpPr>
            <ns1:spLocks noGrp="1"/>
          </ns0:cNvSpPr>
          <ns0:nvPr/>
        </ns0:nvSpPr>
        <ns0:spPr>
          <ns1:xfrm>
            <ns1:off x="4832985" y="3508629"/>
            <ns1:ext cx="316992" cy="316992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4" name="trace:D08:content.auto.31">
            <ns1:extLst>
              <ns1:ext uri="{FF2B5EF4-FFF2-40B4-BE49-F238E27FC236}">
                <ns3:creationId id="{FED4D220-1AA5-40FE-AA87-C4FA9AF20168}"/>
              </ns1:ext>
            </ns1:extLst>
          </ns0:cNvPr>
          <ns0:cNvSpPr>
            <ns1:spLocks noGrp="1"/>
          </ns0:cNvSpPr>
          <ns0:nvPr/>
        </ns0:nvSpPr>
        <ns0:spPr>
          <ns1:xfrm>
            <ns1:off x="4882515" y="3548253"/>
            <ns1:ext cx="138684" cy="1238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P</ns1:t>
            </ns1:r>
          </ns1:p>
        </ns0:txBody>
      </ns0:sp>
      <ns0:sp>
        <ns0:nvSpPr>
          <ns0:cNvPr id="45" name="trace:D08:lead.3">
            <ns1:extLst>
              <ns1:ext uri="{FF2B5EF4-FFF2-40B4-BE49-F238E27FC236}">
                <ns3:creationId id="{00AB45A9-91C4-48D6-95B6-13BA3B8ACF6C}"/>
              </ns1:ext>
            </ns1:extLst>
          </ns0:cNvPr>
          <ns0:cNvSpPr>
            <ns1:spLocks noGrp="1"/>
          </ns0:cNvSpPr>
          <ns0:nvPr/>
        </ns0:nvSpPr>
        <ns0:spPr>
          <ns1:xfrm>
            <ns1:off x="4238625" y="4162425"/>
            <ns1:ext cx="15240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提案資料（PPTX）を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自動生成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業種に合わせた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テンプレートで作成</ns1:t>
            </ns1:r>
          </ns1:p>
        </ns0:txBody>
      </ns0:sp>
      <ns0:sp>
        <ns0:nvSpPr>
          <ns0:cNvPr id="46" name="trace:D08:content.auto.32">
            <ns1:extLst>
              <ns1:ext uri="{FF2B5EF4-FFF2-40B4-BE49-F238E27FC236}">
                <ns3:creationId id="{21ECD428-6391-4DA7-8998-7989D576A928}"/>
              </ns1:ext>
            </ns1:extLst>
          </ns0:cNvPr>
          <ns0:cNvSpPr>
            <ns1:spLocks noGrp="1"/>
          </ns0:cNvSpPr>
          <ns0:nvPr/>
        </ns0:nvSpPr>
        <ns0:spPr>
          <ns1:xfrm>
            <ns1:off x="5819775" y="3381375"/>
            <ns1:ext cx="85725" cy="209550"/>
          </ns1:xfrm>
          <ns1:custGeom>
            <ns1:pathLst>
              <ns1:path w="85725" h="209550">
                <ns1:moveTo>
                  <ns1:pt x="0" y="0"/>
                </ns1:moveTo>
                <ns1:lnTo>
                  <ns1:pt x="85725" y="104775"/>
                </ns1:lnTo>
                <ns1:lnTo>
                  <ns1:pt x="0" y="209550"/>
                </ns1:lnTo>
                <ns1:close/>
              </ns1:path>
            </ns1:pathLst>
          </ns1:custGeom>
          <ns1:solidFill>
            <ns1:srgbClr val="C4CFDA"/>
          </ns1:solidFill>
          <ns1:ln w="0">
            <ns1:noFill/>
            <ns1:prstDash val="solid"/>
          </ns1:ln>
        </ns0:spPr>
      </ns0:sp>
      <ns0:sp>
        <ns0:nvSpPr>
          <ns0:cNvPr id="47" name="trace:D08:content.auto.33">
            <ns1:extLst>
              <ns1:ext uri="{FF2B5EF4-FFF2-40B4-BE49-F238E27FC236}">
                <ns3:creationId id="{40199650-034F-42BB-AD31-3852C126289C}"/>
              </ns1:ext>
            </ns1:extLst>
          </ns0:cNvPr>
          <ns0:cNvSpPr>
            <ns1:spLocks noGrp="1"/>
          </ns0:cNvSpPr>
          <ns0:nvPr/>
        </ns0:nvSpPr>
        <ns0:spPr>
          <ns1:xfrm>
            <ns1:off x="5915025" y="2905125"/>
            <ns1:ext cx="1809750" cy="2114550"/>
          </ns1:xfrm>
          <ns1:custGeom>
            <ns1:pathLst>
              <ns1:path w="1809750" h="2114550">
                <ns1:moveTo>
                  <ns1:pt x="0" y="0"/>
                </ns1:moveTo>
                <ns1:lnTo>
                  <ns1:pt x="1657350" y="0"/>
                </ns1:lnTo>
                <ns1:lnTo>
                  <ns1:pt x="1809750" y="581025"/>
                </ns1:lnTo>
                <ns1:lnTo>
                  <ns1:pt x="1657350" y="2114550"/>
                </ns1:lnTo>
                <ns1:lnTo>
                  <ns1:pt x="0" y="21145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48" name="trace:D08:content.auto.34">
            <ns1:extLst>
              <ns1:ext uri="{FF2B5EF4-FFF2-40B4-BE49-F238E27FC236}">
                <ns3:creationId id="{94D0E1CB-E9A6-4BDD-8084-45BCCFCC143B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3038475"/>
            <ns1:ext cx="400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49" name="trace:D08:content.auto.35">
            <ns1:extLst>
              <ns1:ext uri="{FF2B5EF4-FFF2-40B4-BE49-F238E27FC236}">
                <ns3:creationId id="{F76D3341-6EC9-4EB9-B641-79CBE3B48E9D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3048000"/>
            <ns1:ext cx="10668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見積書の生成</ns1:t>
            </ns1:r>
          </ns1:p>
        </ns0:txBody>
      </ns0:sp>
      <ns0:sp>
        <ns0:nvSpPr>
          <ns0:cNvPr id="50" name="trace:D08:content.auto.36">
            <ns1:extLst>
              <ns1:ext uri="{FF2B5EF4-FFF2-40B4-BE49-F238E27FC236}">
                <ns3:creationId id="{68240BA0-FF1B-4D79-8673-0F970EA4B8BD}"/>
              </ns1:ext>
            </ns1:extLst>
          </ns0:cNvPr>
          <ns0:cNvSpPr>
            <ns1:spLocks noGrp="1"/>
          </ns0:cNvSpPr>
          <ns0:nvPr/>
        </ns0:nvSpPr>
        <ns0:spPr>
          <ns1:xfrm>
            <ns1:off x="6632448" y="3459099"/>
            <ns1:ext cx="297180" cy="386334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51" name="trace:D08:content.auto.37">
            <ns1:extLst>
              <ns1:ext uri="{FF2B5EF4-FFF2-40B4-BE49-F238E27FC236}">
                <ns3:creationId id="{F31AB5FD-77C7-4EED-B206-5D48359C6850}"/>
              </ns1:ext>
            </ns1:extLst>
          </ns0:cNvPr>
          <ns0:cNvSpPr>
            <ns1:spLocks noGrp="1"/>
          </ns0:cNvSpPr>
          <ns0:nvPr/>
        </ns0:nvSpPr>
        <ns0:spPr>
          <ns1:xfrm>
            <ns1:off x="6840474" y="3459099"/>
            <ns1:ext cx="89154" cy="89154"/>
          </ns1:xfrm>
          <ns1:custGeom>
            <ns1:pathLst>
              <ns1:path w="89154" h="89154">
                <ns1:moveTo>
                  <ns1:pt x="0" y="0"/>
                </ns1:moveTo>
                <ns1:lnTo>
                  <ns1:pt x="89154" y="89154"/>
                </ns1:lnTo>
                <ns1:lnTo>
                  <ns1:pt x="0" y="89154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52" name="trace:D08:content.auto.38">
            <ns1:extLst>
              <ns1:ext uri="{FF2B5EF4-FFF2-40B4-BE49-F238E27FC236}">
                <ns3:creationId id="{0AF79FF4-C8B9-4474-9821-E83CC99F8A97}"/>
              </ns1:ext>
            </ns1:extLst>
          </ns0:cNvPr>
          <ns0:cNvSpPr>
            <ns1:spLocks noGrp="1"/>
          </ns0:cNvSpPr>
          <ns0:nvPr/>
        </ns0:nvSpPr>
        <ns0:spPr>
          <ns1:xfrm>
            <ns1:off x="6696837" y="3632454"/>
            <ns1:ext cx="168402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53" name="trace:D08:content.auto.39">
            <ns1:extLst>
              <ns1:ext uri="{FF2B5EF4-FFF2-40B4-BE49-F238E27FC236}">
                <ns3:creationId id="{C898BC29-59DD-40E8-AC24-D974EF856387}"/>
              </ns1:ext>
            </ns1:extLst>
          </ns0:cNvPr>
          <ns0:cNvSpPr>
            <ns1:spLocks noGrp="1"/>
          </ns0:cNvSpPr>
          <ns0:nvPr/>
        </ns0:nvSpPr>
        <ns0:spPr>
          <ns1:xfrm>
            <ns1:off x="6696837" y="3696843"/>
            <ns1:ext cx="168402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54" name="trace:D08:content.auto.40">
            <ns1:extLst>
              <ns1:ext uri="{FF2B5EF4-FFF2-40B4-BE49-F238E27FC236}">
                <ns3:creationId id="{306E4554-11D7-43EF-87D2-3402469A382C}"/>
              </ns1:ext>
            </ns1:extLst>
          </ns0:cNvPr>
          <ns0:cNvSpPr>
            <ns1:spLocks noGrp="1"/>
          </ns0:cNvSpPr>
          <ns0:nvPr/>
        </ns0:nvSpPr>
        <ns0:spPr>
          <ns1:xfrm>
            <ns1:off x="6657213" y="3642360"/>
            <ns1:ext cx="237744" cy="89154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PDF</ns1:t>
            </ns1:r>
          </ns1:p>
        </ns0:txBody>
      </ns0:sp>
      <ns0:sp>
        <ns0:nvSpPr>
          <ns0:cNvPr id="55" name="trace:D08:lead.4">
            <ns1:extLst>
              <ns1:ext uri="{FF2B5EF4-FFF2-40B4-BE49-F238E27FC236}">
                <ns3:creationId id="{EDE87107-589F-4941-900F-D47999FA75BA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4162425"/>
            <ns1:ext cx="15240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提案内容に基づく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見積書を自動作成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（PDF出力）</ns1:t>
            </ns1:r>
          </ns1:p>
        </ns0:txBody>
      </ns0:sp>
      <ns0:sp>
        <ns0:nvSpPr>
          <ns0:cNvPr id="56" name="trace:D08:content.auto.41">
            <ns1:extLst>
              <ns1:ext uri="{FF2B5EF4-FFF2-40B4-BE49-F238E27FC236}">
                <ns3:creationId id="{37239D25-8F4A-4B4F-96EE-B82EF5C8D92A}"/>
              </ns1:ext>
            </ns1:extLst>
          </ns0:cNvPr>
          <ns0:cNvSpPr>
            <ns1:spLocks noGrp="1"/>
          </ns0:cNvSpPr>
          <ns0:nvPr/>
        </ns0:nvSpPr>
        <ns0:spPr>
          <ns1:xfrm>
            <ns1:off x="7639050" y="3381375"/>
            <ns1:ext cx="85725" cy="209550"/>
          </ns1:xfrm>
          <ns1:custGeom>
            <ns1:pathLst>
              <ns1:path w="85725" h="209550">
                <ns1:moveTo>
                  <ns1:pt x="0" y="0"/>
                </ns1:moveTo>
                <ns1:lnTo>
                  <ns1:pt x="85725" y="104775"/>
                </ns1:lnTo>
                <ns1:lnTo>
                  <ns1:pt x="0" y="209550"/>
                </ns1:lnTo>
                <ns1:close/>
              </ns1:path>
            </ns1:pathLst>
          </ns1:custGeom>
          <ns1:solidFill>
            <ns1:srgbClr val="C4CFDA"/>
          </ns1:solidFill>
          <ns1:ln w="0">
            <ns1:noFill/>
            <ns1:prstDash val="solid"/>
          </ns1:ln>
        </ns0:spPr>
      </ns0:sp>
      <ns0:sp>
        <ns0:nvSpPr>
          <ns0:cNvPr id="57" name="trace:D08:content.auto.42">
            <ns1:extLst>
              <ns1:ext uri="{FF2B5EF4-FFF2-40B4-BE49-F238E27FC236}">
                <ns3:creationId id="{D7451704-DE34-4DF9-A42B-BB750BE6E63A}"/>
              </ns1:ext>
            </ns1:extLst>
          </ns0:cNvPr>
          <ns0:cNvSpPr>
            <ns1:spLocks noGrp="1"/>
          </ns0:cNvSpPr>
          <ns0:nvPr/>
        </ns0:nvSpPr>
        <ns0:spPr>
          <ns1:xfrm>
            <ns1:off x="7734300" y="2905125"/>
            <ns1:ext cx="1809750" cy="2114550"/>
          </ns1:xfrm>
          <ns1:custGeom>
            <ns1:pathLst>
              <ns1:path w="1809750" h="2114550">
                <ns1:moveTo>
                  <ns1:pt x="0" y="0"/>
                </ns1:moveTo>
                <ns1:lnTo>
                  <ns1:pt x="1657350" y="0"/>
                </ns1:lnTo>
                <ns1:lnTo>
                  <ns1:pt x="1809750" y="581025"/>
                </ns1:lnTo>
                <ns1:lnTo>
                  <ns1:pt x="1657350" y="2114550"/>
                </ns1:lnTo>
                <ns1:lnTo>
                  <ns1:pt x="0" y="21145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58" name="trace:D08:content.auto.43">
            <ns1:extLst>
              <ns1:ext uri="{FF2B5EF4-FFF2-40B4-BE49-F238E27FC236}">
                <ns3:creationId id="{1900D147-9574-44DB-9158-B44599D23722}"/>
              </ns1:ext>
            </ns1:extLst>
          </ns0:cNvPr>
          <ns0:cNvSpPr>
            <ns1:spLocks noGrp="1"/>
          </ns0:cNvSpPr>
          <ns0:nvPr/>
        </ns0:nvSpPr>
        <ns0:spPr>
          <ns1:xfrm>
            <ns1:off x="7877175" y="3038475"/>
            <ns1:ext cx="400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05</ns1:t>
            </ns1:r>
          </ns1:p>
        </ns0:txBody>
      </ns0:sp>
      <ns0:sp>
        <ns0:nvSpPr>
          <ns0:cNvPr id="59" name="trace:D08:content.auto.44">
            <ns1:extLst>
              <ns1:ext uri="{FF2B5EF4-FFF2-40B4-BE49-F238E27FC236}">
                <ns3:creationId id="{8DF3E5B2-E2F6-4268-9E44-485EB31DE0EA}"/>
              </ns1:ext>
            </ns1:extLst>
          </ns0:cNvPr>
          <ns0:cNvSpPr>
            <ns1:spLocks noGrp="1"/>
          </ns0:cNvSpPr>
          <ns0:nvPr/>
        </ns0:nvSpPr>
        <ns0:spPr>
          <ns1:xfrm>
            <ns1:off x="8296275" y="3048000"/>
            <ns1:ext cx="10668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カンペの生成</ns1:t>
            </ns1:r>
          </ns1:p>
        </ns0:txBody>
      </ns0:sp>
      <ns0:sp>
        <ns0:nvSpPr>
          <ns0:cNvPr id="60" name="trace:D08:content.auto.45">
            <ns1:extLst>
              <ns1:ext uri="{FF2B5EF4-FFF2-40B4-BE49-F238E27FC236}">
                <ns3:creationId id="{35BE3120-0538-4894-956C-9A9ACAED323E}"/>
              </ns1:ext>
            </ns1:extLst>
          </ns0:cNvPr>
          <ns0:cNvSpPr>
            <ns1:spLocks noGrp="1"/>
          </ns0:cNvSpPr>
          <ns0:nvPr/>
        </ns0:nvSpPr>
        <ns0:spPr>
          <ns1:xfrm>
            <ns1:off x="8455152" y="3465576"/>
            <ns1:ext cx="274320" cy="356616"/>
          </ns1:xfrm>
          <ns1:prstGeom prst="rect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61" name="trace:D08:content.auto.46">
            <ns1:extLst>
              <ns1:ext uri="{FF2B5EF4-FFF2-40B4-BE49-F238E27FC236}">
                <ns3:creationId id="{2F289601-22EC-4E7D-BC21-855A8CB3B065}"/>
              </ns1:ext>
            </ns1:extLst>
          </ns0:cNvPr>
          <ns0:cNvSpPr>
            <ns1:spLocks noGrp="1"/>
          </ns0:cNvSpPr>
          <ns0:nvPr/>
        </ns0:nvSpPr>
        <ns0:spPr>
          <ns1:xfrm>
            <ns1:off x="8647176" y="3465576"/>
            <ns1:ext cx="82296" cy="82296"/>
          </ns1:xfrm>
          <ns1:custGeom>
            <ns1:pathLst>
              <ns1:path w="82296" h="82296">
                <ns1:moveTo>
                  <ns1:pt x="0" y="0"/>
                </ns1:moveTo>
                <ns1:lnTo>
                  <ns1:pt x="82296" y="82296"/>
                </ns1:lnTo>
                <ns1:lnTo>
                  <ns1:pt x="0" y="82296"/>
                </ns1:lnTo>
                <ns1:close/>
              </ns1:path>
            </ns1:pathLst>
          </ns1:cu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62" name="trace:D08:content.auto.47">
            <ns1:extLst>
              <ns1:ext uri="{FF2B5EF4-FFF2-40B4-BE49-F238E27FC236}">
                <ns3:creationId id="{6621F4F3-53F6-4B90-91BB-E8422318B7E5}"/>
              </ns1:ext>
            </ns1:extLst>
          </ns0:cNvPr>
          <ns0:cNvSpPr>
            <ns1:spLocks noGrp="1"/>
          </ns0:cNvSpPr>
          <ns0:nvPr/>
        </ns0:nvSpPr>
        <ns0:spPr>
          <ns1:xfrm>
            <ns1:off x="8514588" y="3625596"/>
            <ns1:ext cx="155448" cy="9525"/>
          </ns1:xfrm>
          <ns1:prstGeom prst="line">
            <ns1:avLst/>
          </ns1:prstGeom>
          <ns1:noFill/>
          <ns1:ln w="19050">
            <ns1:solidFill>
              <ns1:srgbClr val="20324B"/>
            </ns1:solidFill>
            <ns1:prstDash val="solid"/>
          </ns1:ln>
        </ns0:spPr>
      </ns0:sp>
      <ns0:sp>
        <ns0:nvSpPr>
          <ns0:cNvPr id="63" name="trace:D08:content.auto.48">
            <ns1:extLst>
              <ns1:ext uri="{FF2B5EF4-FFF2-40B4-BE49-F238E27FC236}">
                <ns3:creationId id="{17B466C9-498A-41BE-B013-E95D182285EF}"/>
              </ns1:ext>
            </ns1:extLst>
          </ns0:cNvPr>
          <ns0:cNvSpPr>
            <ns1:spLocks noGrp="1"/>
          </ns0:cNvSpPr>
          <ns0:nvPr/>
        </ns0:nvSpPr>
        <ns0:spPr>
          <ns1:xfrm>
            <ns1:off x="8514588" y="3685032"/>
            <ns1:ext cx="155448" cy="9525"/>
          </ns1:xfrm>
          <ns1:prstGeom prst="line">
            <ns1:avLst/>
          </ns1:prstGeom>
          <ns1:noFill/>
          <ns1:ln w="19050">
            <ns1:solidFill>
              <ns1:srgbClr val="20324B"/>
            </ns1:solidFill>
            <ns1:prstDash val="solid"/>
          </ns1:ln>
        </ns0:spPr>
      </ns0:sp>
      <ns0:sp>
        <ns0:nvSpPr>
          <ns0:cNvPr id="64" name="trace:D08:lead.5">
            <ns1:extLst>
              <ns1:ext uri="{FF2B5EF4-FFF2-40B4-BE49-F238E27FC236}">
                <ns3:creationId id="{A62AEEDF-9678-4D03-85C2-B6A145795AFE}"/>
              </ns1:ext>
            </ns1:extLst>
          </ns0:cNvPr>
          <ns0:cNvSpPr>
            <ns1:spLocks noGrp="1"/>
          </ns0:cNvSpPr>
          <ns0:nvPr/>
        </ns0:nvSpPr>
        <ns0:spPr>
          <ns1:xfrm>
            <ns1:off x="7877175" y="4162425"/>
            <ns1:ext cx="15240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提案時の話す内容を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要約したカンペを生成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想定質問と回答例も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作成</ns1:t>
            </ns1:r>
          </ns1:p>
        </ns0:txBody>
      </ns0:sp>
      <ns0:sp>
        <ns0:nvSpPr>
          <ns0:cNvPr id="65" name="trace:D08:content.auto.49">
            <ns1:extLst>
              <ns1:ext uri="{FF2B5EF4-FFF2-40B4-BE49-F238E27FC236}">
                <ns3:creationId id="{8C810A76-61D8-4F99-9CC3-9CA24DC9D07C}"/>
              </ns1:ext>
            </ns1:extLst>
          </ns0:cNvPr>
          <ns0:cNvSpPr>
            <ns1:spLocks noGrp="1"/>
          </ns0:cNvSpPr>
          <ns0:nvPr/>
        </ns0:nvSpPr>
        <ns0:spPr>
          <ns1:xfrm>
            <ns1:off x="9458325" y="3381375"/>
            <ns1:ext cx="85725" cy="209550"/>
          </ns1:xfrm>
          <ns1:custGeom>
            <ns1:pathLst>
              <ns1:path w="85725" h="209550">
                <ns1:moveTo>
                  <ns1:pt x="0" y="0"/>
                </ns1:moveTo>
                <ns1:lnTo>
                  <ns1:pt x="85725" y="104775"/>
                </ns1:lnTo>
                <ns1:lnTo>
                  <ns1:pt x="0" y="209550"/>
                </ns1:lnTo>
                <ns1:close/>
              </ns1:path>
            </ns1:pathLst>
          </ns1:custGeom>
          <ns1:solidFill>
            <ns1:srgbClr val="C4CFDA"/>
          </ns1:solidFill>
          <ns1:ln w="0">
            <ns1:noFill/>
            <ns1:prstDash val="solid"/>
          </ns1:ln>
        </ns0:spPr>
      </ns0:sp>
      <ns0:sp>
        <ns0:nvSpPr>
          <ns0:cNvPr id="66" name="trace:D08:content.auto.50">
            <ns1:extLst>
              <ns1:ext uri="{FF2B5EF4-FFF2-40B4-BE49-F238E27FC236}">
                <ns3:creationId id="{07E0DB69-EFEB-4E55-8769-ED22DF5AB001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2905125"/>
            <ns1:ext cx="1809750" cy="2114550"/>
          </ns1:xfrm>
          <ns1:custGeom>
            <ns1:pathLst>
              <ns1:path w="1809750" h="2114550">
                <ns1:moveTo>
                  <ns1:pt x="0" y="0"/>
                </ns1:moveTo>
                <ns1:lnTo>
                  <ns1:pt x="1657350" y="0"/>
                </ns1:lnTo>
                <ns1:lnTo>
                  <ns1:pt x="1809750" y="581025"/>
                </ns1:lnTo>
                <ns1:lnTo>
                  <ns1:pt x="1657350" y="2114550"/>
                </ns1:lnTo>
                <ns1:lnTo>
                  <ns1:pt x="0" y="211455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67" name="trace:D08:content.auto.51">
            <ns1:extLst>
              <ns1:ext uri="{FF2B5EF4-FFF2-40B4-BE49-F238E27FC236}">
                <ns3:creationId id="{F586EAF5-48A6-45E6-9481-3AB6542AE263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038475"/>
            <ns1:ext cx="400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06</ns1:t>
            </ns1:r>
          </ns1:p>
        </ns0:txBody>
      </ns0:sp>
      <ns0:sp>
        <ns0:nvSpPr>
          <ns0:cNvPr id="68" name="trace:D08:content.auto.52">
            <ns1:extLst>
              <ns1:ext uri="{FF2B5EF4-FFF2-40B4-BE49-F238E27FC236}">
                <ns3:creationId id="{F3658650-A43B-4E4B-8939-75CD68DC655A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3048000"/>
            <ns1:ext cx="10668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提案の実施</ns1:t>
            </ns1:r>
          </ns1:p>
        </ns0:txBody>
      </ns0:sp>
      <ns0:sp>
        <ns0:nvSpPr>
          <ns0:cNvPr id="69" name="trace:D08:content.auto.53">
            <ns1:extLst>
              <ns1:ext uri="{FF2B5EF4-FFF2-40B4-BE49-F238E27FC236}">
                <ns3:creationId id="{12EA396F-82FC-4883-8349-6B0BD1F210D8}"/>
              </ns1:ext>
            </ns1:extLst>
          </ns0:cNvPr>
          <ns0:cNvSpPr>
            <ns1:spLocks noGrp="1"/>
          </ns0:cNvSpPr>
          <ns0:nvPr/>
        </ns0:nvSpPr>
        <ns0:spPr>
          <ns1:xfrm>
            <ns1:off x="10268297" y="3454786"/>
            <ns1:ext cx="90602" cy="90602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0" name="trace:D08:content.auto.54">
            <ns1:extLst>
              <ns1:ext uri="{FF2B5EF4-FFF2-40B4-BE49-F238E27FC236}">
                <ns3:creationId id="{C69EABAF-A797-467C-AF5B-E207624FF676}"/>
              </ns1:ext>
            </ns1:extLst>
          </ns0:cNvPr>
          <ns0:cNvSpPr>
            <ns1:spLocks noGrp="1"/>
          </ns0:cNvSpPr>
          <ns0:nvPr/>
        </ns0:nvSpPr>
        <ns0:spPr>
          <ns1:xfrm>
            <ns1:off x="10367959" y="3418545"/>
            <ns1:ext cx="90602" cy="90602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1" name="trace:D08:content.auto.55">
            <ns1:extLst>
              <ns1:ext uri="{FF2B5EF4-FFF2-40B4-BE49-F238E27FC236}">
                <ns3:creationId id="{DE10D20E-563B-48DC-B342-3ADD37558F10}"/>
              </ns1:ext>
            </ns1:extLst>
          </ns0:cNvPr>
          <ns0:cNvSpPr>
            <ns1:spLocks noGrp="1"/>
          </ns0:cNvSpPr>
          <ns0:nvPr/>
        </ns0:nvSpPr>
        <ns0:spPr>
          <ns1:xfrm>
            <ns1:off x="10467621" y="3454786"/>
            <ns1:ext cx="90602" cy="90602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2" name="trace:D08:content.auto.56">
            <ns1:extLst>
              <ns1:ext uri="{FF2B5EF4-FFF2-40B4-BE49-F238E27FC236}">
                <ns3:creationId id="{9915F31D-6061-4B54-8065-B6363A19BB30}"/>
              </ns1:ext>
            </ns1:extLst>
          </ns0:cNvPr>
          <ns0:cNvSpPr>
            <ns1:spLocks noGrp="1"/>
          </ns0:cNvSpPr>
          <ns0:nvPr/>
        </ns0:nvSpPr>
        <ns0:spPr>
          <ns1:xfrm>
            <ns1:off x="10218466" y="3608809"/>
            <ns1:ext cx="149493" cy="163083"/>
          </ns1:xfrm>
          <ns1:custGeom>
            <ns1:pathLst>
              <ns1:path w="149493" h="163083">
                <ns1:moveTo>
                  <ns1:pt x="0" y="163083"/>
                </ns1:moveTo>
                <ns1:lnTo>
                  <ns1:pt x="22650" y="40771"/>
                </ns1:lnTo>
                <ns1:lnTo>
                  <ns1:pt x="77012" y="0"/>
                </ns1:lnTo>
                <ns1:lnTo>
                  <ns1:pt x="131373" y="40771"/>
                </ns1:lnTo>
                <ns1:lnTo>
                  <ns1:pt x="149493" y="163083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3" name="trace:D08:content.auto.57">
            <ns1:extLst>
              <ns1:ext uri="{FF2B5EF4-FFF2-40B4-BE49-F238E27FC236}">
                <ns3:creationId id="{26D3D26A-BFDC-493F-A531-438DFECFF535}"/>
              </ns1:ext>
            </ns1:extLst>
          </ns0:cNvPr>
          <ns0:cNvSpPr>
            <ns1:spLocks noGrp="1"/>
          </ns0:cNvSpPr>
          <ns0:nvPr/>
        </ns0:nvSpPr>
        <ns0:spPr>
          <ns1:xfrm>
            <ns1:off x="10318128" y="3581629"/>
            <ns1:ext cx="154023" cy="190264"/>
          </ns1:xfrm>
          <ns1:custGeom>
            <ns1:pathLst>
              <ns1:path w="154023" h="190264">
                <ns1:moveTo>
                  <ns1:pt x="0" y="190264"/>
                </ns1:moveTo>
                <ns1:lnTo>
                  <ns1:pt x="22650" y="45301"/>
                </ns1:lnTo>
                <ns1:lnTo>
                  <ns1:pt x="77012" y="0"/>
                </ns1:lnTo>
                <ns1:lnTo>
                  <ns1:pt x="131373" y="45301"/>
                </ns1:lnTo>
                <ns1:lnTo>
                  <ns1:pt x="154023" y="190264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4" name="trace:D08:content.auto.58">
            <ns1:extLst>
              <ns1:ext uri="{FF2B5EF4-FFF2-40B4-BE49-F238E27FC236}">
                <ns3:creationId id="{1AD19DC4-6997-4E56-91F1-0F2BFEACAEDA}"/>
              </ns1:ext>
            </ns1:extLst>
          </ns0:cNvPr>
          <ns0:cNvSpPr>
            <ns1:spLocks noGrp="1"/>
          </ns0:cNvSpPr>
          <ns0:nvPr/>
        </ns0:nvSpPr>
        <ns0:spPr>
          <ns1:xfrm>
            <ns1:off x="10449500" y="3608809"/>
            <ns1:ext cx="149493" cy="163083"/>
          </ns1:xfrm>
          <ns1:custGeom>
            <ns1:pathLst>
              <ns1:path w="149493" h="163083">
                <ns1:moveTo>
                  <ns1:pt x="0" y="163083"/>
                </ns1:moveTo>
                <ns1:lnTo>
                  <ns1:pt x="18120" y="40771"/>
                </ns1:lnTo>
                <ns1:lnTo>
                  <ns1:pt x="72481" y="0"/>
                </ns1:lnTo>
                <ns1:lnTo>
                  <ns1:pt x="126843" y="40771"/>
                </ns1:lnTo>
                <ns1:lnTo>
                  <ns1:pt x="149493" y="163083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5" name="trace:D08:content.auto.59">
            <ns1:extLst>
              <ns1:ext uri="{FF2B5EF4-FFF2-40B4-BE49-F238E27FC236}">
                <ns3:creationId id="{00D336FF-75E3-4DBB-9223-693CDF8CEAAA}"/>
              </ns1:ext>
            </ns1:extLst>
          </ns0:cNvPr>
          <ns0:cNvSpPr>
            <ns1:spLocks noGrp="1"/>
          </ns0:cNvSpPr>
          <ns0:nvPr/>
        </ns0:nvSpPr>
        <ns0:spPr>
          <ns1:xfrm>
            <ns1:off x="10502646" y="3593783"/>
            <ns1:ext cx="154686" cy="165735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6" name="trace:D08:content.auto.60">
            <ns1:extLst>
              <ns1:ext uri="{FF2B5EF4-FFF2-40B4-BE49-F238E27FC236}">
                <ns3:creationId id="{BE5AC996-5809-4785-AF27-9DE9020C58F5}"/>
              </ns1:ext>
            </ns1:extLst>
          </ns0:cNvPr>
          <ns0:cNvSpPr>
            <ns1:spLocks noGrp="1"/>
          </ns0:cNvSpPr>
          <ns0:nvPr/>
        </ns0:nvSpPr>
        <ns0:spPr>
          <ns1:xfrm>
            <ns1:off x="10535793" y="3643503"/>
            <ns1:ext cx="9525" cy="77343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77" name="trace:D08:content.auto.61">
            <ns1:extLst>
              <ns1:ext uri="{FF2B5EF4-FFF2-40B4-BE49-F238E27FC236}">
                <ns3:creationId id="{73F97EFB-DECD-472A-868B-BFFF8FFDED2A}"/>
              </ns1:ext>
            </ns1:extLst>
          </ns0:cNvPr>
          <ns0:cNvSpPr>
            <ns1:spLocks noGrp="1"/>
          </ns0:cNvSpPr>
          <ns0:nvPr/>
        </ns0:nvSpPr>
        <ns0:spPr>
          <ns1:xfrm>
            <ns1:off x="10579989" y="3621405"/>
            <ns1:ext cx="9525" cy="99441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78" name="trace:D08:content.auto.62">
            <ns1:extLst>
              <ns1:ext uri="{FF2B5EF4-FFF2-40B4-BE49-F238E27FC236}">
                <ns3:creationId id="{42373341-8FA8-43AE-B48B-8E61888375FA}"/>
              </ns1:ext>
            </ns1:extLst>
          </ns0:cNvPr>
          <ns0:cNvSpPr>
            <ns1:spLocks noGrp="1"/>
          </ns0:cNvSpPr>
          <ns0:nvPr/>
        </ns0:nvSpPr>
        <ns0:spPr>
          <ns1:xfrm>
            <ns1:off x="10624185" y="3599307"/>
            <ns1:ext cx="9525" cy="121539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79" name="trace:D08:lead.6">
            <ns1:extLst>
              <ns1:ext uri="{FF2B5EF4-FFF2-40B4-BE49-F238E27FC236}">
                <ns3:creationId id="{5363631C-C340-49D9-8583-580C653035F0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4162425"/>
            <ns1:ext cx="15240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完成した資料で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顧客へ提案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必要に応じて修正し</ns1:t>
            </ns1:r>
          </ns1:p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再生成も可能</ns1:t>
            </ns1:r>
          </ns1:p>
        </ns0:txBody>
      </ns0:sp>
      <ns0:sp>
        <ns0:nvSpPr>
          <ns0:cNvPr id="80" name="trace:D08:content.auto.63">
            <ns1:extLst>
              <ns1:ext uri="{FF2B5EF4-FFF2-40B4-BE49-F238E27FC236}">
                <ns3:creationId id="{6CBC9435-28B4-496F-93F6-A28944E0D6F1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2447925"/>
            <ns1:ext cx="4000500" cy="4419600"/>
          </ns1:xfrm>
          <ns1:prstGeom prst="roundRect">
            <ns1:avLst>
              <ns1:gd name="adj" fmla="val 2857"/>
            </ns1:avLst>
          </ns1:prstGeom>
          <ns1:solidFill>
            <ns1:srgbClr val="F7FBFE"/>
          </ns1:solidFill>
          <ns1:ln w="0">
            <ns1:noFill/>
            <ns1:prstDash val="solid"/>
          </ns1:ln>
        </ns0:spPr>
      </ns0:sp>
      <ns0:sp>
        <ns0:nvSpPr>
          <ns0:cNvPr id="81" name="trace:D08:content.auto.64">
            <ns1:extLst>
              <ns1:ext uri="{FF2B5EF4-FFF2-40B4-BE49-F238E27FC236}">
                <ns3:creationId id="{A3D9120D-CFF3-491A-AB75-ED4407C8AA9C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261937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82" name="trace:D08:title.primary.7">
            <ns1:extLst>
              <ns1:ext uri="{FF2B5EF4-FFF2-40B4-BE49-F238E27FC236}">
                <ns3:creationId id="{D959C9F1-0087-4A4C-AB94-A9A84FFE1CDC}"/>
              </ns1:ext>
            </ns1:extLst>
          </ns0:cNvPr>
          <ns0:cNvSpPr>
            <ns1:spLocks noGrp="1"/>
          </ns0:cNvSpPr>
          <ns0:nvPr/>
        </ns0:nvSpPr>
        <ns0:spPr>
          <ns1:xfrm>
            <ns1:off x="12049125" y="2514600"/>
            <ns1:ext cx="2286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プロセスの特長</ns1:t>
            </ns1:r>
          </ns1:p>
        </ns0:txBody>
      </ns0:sp>
      <ns0:sp>
        <ns0:nvSpPr>
          <ns0:cNvPr id="83" name="trace:D08:content.auto.65">
            <ns1:extLst>
              <ns1:ext uri="{FF2B5EF4-FFF2-40B4-BE49-F238E27FC236}">
                <ns3:creationId id="{21164FE0-4D4A-4390-A9A5-22CD104B6650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295275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4" name="trace:D08:content.auto.66">
            <ns1:extLst>
              <ns1:ext uri="{FF2B5EF4-FFF2-40B4-BE49-F238E27FC236}">
                <ns3:creationId id="{A1B8D1C1-BB52-4A69-9C56-41DBC6C1211A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301942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5" name="trace:D08:content.auto.67">
            <ns1:extLst>
              <ns1:ext uri="{FF2B5EF4-FFF2-40B4-BE49-F238E27FC236}">
                <ns3:creationId id="{E513752A-38F0-4425-8373-BDDE039134B1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321945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86" name="trace:D08:content.auto.68">
            <ns1:extLst>
              <ns1:ext uri="{FF2B5EF4-FFF2-40B4-BE49-F238E27FC236}">
                <ns3:creationId id="{89BDA635-8CFA-4016-B2ED-CACAE37CD32E}"/>
              </ns1:ext>
            </ns1:extLst>
          </ns0:cNvPr>
          <ns0:cNvSpPr>
            <ns1:spLocks noGrp="1"/>
          </ns0:cNvSpPr>
          <ns0:nvPr/>
        </ns0:nvSpPr>
        <ns0:spPr>
          <ns1:xfrm>
            <ns1:off x="12601575" y="3171825"/>
            <ns1:ext cx="342900" cy="34290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7" name="trace:D08:content.auto.69">
            <ns1:extLst>
              <ns1:ext uri="{FF2B5EF4-FFF2-40B4-BE49-F238E27FC236}">
                <ns3:creationId id="{842113C9-5104-4B5F-9D0A-8FC3E6D37E5F}"/>
              </ns1:ext>
            </ns1:extLst>
          </ns0:cNvPr>
          <ns0:cNvSpPr>
            <ns1:spLocks noGrp="1"/>
          </ns0:cNvSpPr>
          <ns0:nvPr/>
        </ns0:nvSpPr>
        <ns0:spPr>
          <ns1:xfrm>
            <ns1:off x="12773025" y="3243263"/>
            <ns1:ext cx="9525" cy="100013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8" name="trace:D08:content.auto.70">
            <ns1:extLst>
              <ns1:ext uri="{FF2B5EF4-FFF2-40B4-BE49-F238E27FC236}">
                <ns3:creationId id="{75DB4184-4D5C-43EC-8BEF-7B5C786006D7}"/>
              </ns1:ext>
            </ns1:extLst>
          </ns0:cNvPr>
          <ns0:cNvSpPr>
            <ns1:spLocks noGrp="1"/>
          </ns0:cNvSpPr>
          <ns0:nvPr/>
        </ns0:nvSpPr>
        <ns0:spPr>
          <ns1:xfrm>
            <ns1:off x="12773025" y="3343275"/>
            <ns1:ext cx="85725" cy="57150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9" name="trace:D08:title.primary.8">
            <ns1:extLst>
              <ns1:ext uri="{FF2B5EF4-FFF2-40B4-BE49-F238E27FC236}">
                <ns3:creationId id="{19DD48C1-86F9-4A93-ACFD-EAFCC57B02DE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306705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短時間で高品質</ns1:t>
            </ns1:r>
          </ns1:p>
        </ns0:txBody>
      </ns0:sp>
      <ns0:sp>
        <ns0:nvSpPr>
          <ns0:cNvPr id="90" name="trace:D08:title.primary.9">
            <ns1:extLst>
              <ns1:ext uri="{FF2B5EF4-FFF2-40B4-BE49-F238E27FC236}">
                <ns3:creationId id="{89F47555-0E14-4705-A639-D9AD8E4DA9F6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335280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最短数分で提案資料一式を</ns1:t>
            </ns1:r>
          </ns1:p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自動生成。</ns1:t>
            </ns1:r>
          </ns1:p>
        </ns0:txBody>
      </ns0:sp>
      <ns0:sp>
        <ns0:nvSpPr>
          <ns0:cNvPr id="91" name="trace:D08:content.auto.71">
            <ns1:extLst>
              <ns1:ext uri="{FF2B5EF4-FFF2-40B4-BE49-F238E27FC236}">
                <ns3:creationId id="{D936FFB9-F08B-43A2-889B-B985B8207D8B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388620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2" name="trace:D08:content.auto.72">
            <ns1:extLst>
              <ns1:ext uri="{FF2B5EF4-FFF2-40B4-BE49-F238E27FC236}">
                <ns3:creationId id="{B172C8A5-56C3-424B-AC94-7BDAFC21A632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395287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3" name="trace:D08:content.auto.73">
            <ns1:extLst>
              <ns1:ext uri="{FF2B5EF4-FFF2-40B4-BE49-F238E27FC236}">
                <ns3:creationId id="{809972B5-45BD-4773-A24F-2E5DA34EE065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415290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94" name="trace:D08:content.auto.74">
            <ns1:extLst>
              <ns1:ext uri="{FF2B5EF4-FFF2-40B4-BE49-F238E27FC236}">
                <ns3:creationId id="{FC5805FF-E44A-4904-8100-D554145A6347}"/>
              </ns1:ext>
            </ns1:extLst>
          </ns0:cNvPr>
          <ns0:cNvSpPr>
            <ns1:spLocks noGrp="1"/>
          </ns0:cNvSpPr>
          <ns0:nvPr/>
        </ns0:nvSpPr>
        <ns0:spPr>
          <ns1:xfrm>
            <ns1:off x="12611100" y="4095750"/>
            <ns1:ext cx="361950" cy="9525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95" name="trace:D08:content.auto.75">
            <ns1:extLst>
              <ns1:ext uri="{FF2B5EF4-FFF2-40B4-BE49-F238E27FC236}">
                <ns3:creationId id="{D809881B-7749-4CEE-B30E-C57625BB3028}"/>
              </ns1:ext>
            </ns1:extLst>
          </ns0:cNvPr>
          <ns0:cNvSpPr>
            <ns1:spLocks noGrp="1"/>
          </ns0:cNvSpPr>
          <ns0:nvPr/>
        </ns0:nvSpPr>
        <ns0:spPr>
          <ns1:xfrm>
            <ns1:off x="12611100" y="4143375"/>
            <ns1:ext cx="9525" cy="25717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96" name="trace:D08:content.auto.76">
            <ns1:extLst>
              <ns1:ext uri="{FF2B5EF4-FFF2-40B4-BE49-F238E27FC236}">
                <ns3:creationId id="{0A8213FC-7CED-484A-9AE8-F1024AACE417}"/>
              </ns1:ext>
            </ns1:extLst>
          </ns0:cNvPr>
          <ns0:cNvSpPr>
            <ns1:spLocks noGrp="1"/>
          </ns0:cNvSpPr>
          <ns0:nvPr/>
        </ns0:nvSpPr>
        <ns0:spPr>
          <ns1:xfrm>
            <ns1:off x="12973050" y="4143375"/>
            <ns1:ext cx="9525" cy="25717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97" name="trace:D08:content.auto.77">
            <ns1:extLst>
              <ns1:ext uri="{FF2B5EF4-FFF2-40B4-BE49-F238E27FC236}">
                <ns3:creationId id="{7B3FFEEF-9FAB-4C3E-A426-00EC318590D2}"/>
              </ns1:ext>
            </ns1:extLst>
          </ns0:cNvPr>
          <ns0:cNvSpPr>
            <ns1:spLocks noGrp="1"/>
          </ns0:cNvSpPr>
          <ns0:nvPr/>
        </ns0:nvSpPr>
        <ns0:spPr>
          <ns1:xfrm>
            <ns1:off x="12611100" y="4352925"/>
            <ns1:ext cx="361950" cy="9525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98" name="trace:D08:content.auto.78">
            <ns1:extLst>
              <ns1:ext uri="{FF2B5EF4-FFF2-40B4-BE49-F238E27FC236}">
                <ns3:creationId id="{1BB13FA0-D570-48F4-9C20-8CFB25FBA327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400050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一貫したストーリー</ns1:t>
            </ns1:r>
          </ns1:p>
        </ns0:txBody>
      </ns0:sp>
      <ns0:sp>
        <ns0:nvSpPr>
          <ns0:cNvPr id="99" name="trace:D08:lead.7">
            <ns1:extLst>
              <ns1:ext uri="{FF2B5EF4-FFF2-40B4-BE49-F238E27FC236}">
                <ns3:creationId id="{EEE32D2E-A869-4A58-B4F7-E58592E333A8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428625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分析から資料・見積・カンペまで</ns1:t>
            </ns1:r>
          </ns1:p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一貫した内容で作成。</ns1:t>
            </ns1:r>
          </ns1:p>
        </ns0:txBody>
      </ns0:sp>
      <ns0:sp>
        <ns0:nvSpPr>
          <ns0:cNvPr id="100" name="trace:D08:content.auto.79">
            <ns1:extLst>
              <ns1:ext uri="{FF2B5EF4-FFF2-40B4-BE49-F238E27FC236}">
                <ns3:creationId id="{6A5E6118-277E-4BA4-A5DC-CCA7F99E8487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481965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1" name="trace:D08:content.auto.80">
            <ns1:extLst>
              <ns1:ext uri="{FF2B5EF4-FFF2-40B4-BE49-F238E27FC236}">
                <ns3:creationId id="{CA7965E4-CB5E-4C12-9433-606FAA0CD831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488632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2" name="trace:D08:content.auto.81">
            <ns1:extLst>
              <ns1:ext uri="{FF2B5EF4-FFF2-40B4-BE49-F238E27FC236}">
                <ns3:creationId id="{B18D9FAA-FDAF-41ED-93D4-BD0573BC6E2C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508635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103" name="trace:D08:content.auto.82">
            <ns1:extLst>
              <ns1:ext uri="{FF2B5EF4-FFF2-40B4-BE49-F238E27FC236}">
                <ns3:creationId id="{D370C701-AA67-4648-8B0D-6C5F6D6DEC57}"/>
              </ns1:ext>
            </ns1:extLst>
          </ns0:cNvPr>
          <ns0:cNvSpPr>
            <ns1:spLocks noGrp="1"/>
          </ns0:cNvSpPr>
          <ns0:nvPr/>
        </ns0:nvSpPr>
        <ns0:spPr>
          <ns1:xfrm>
            <ns1:off x="12644438" y="5048250"/>
            <ns1:ext cx="95250" cy="9525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4" name="trace:D08:content.auto.83">
            <ns1:extLst>
              <ns1:ext uri="{FF2B5EF4-FFF2-40B4-BE49-F238E27FC236}">
                <ns3:creationId id="{A5E69DEC-D6EE-4036-9C84-49CB95F96382}"/>
              </ns1:ext>
            </ns1:extLst>
          </ns0:cNvPr>
          <ns0:cNvSpPr>
            <ns1:spLocks noGrp="1"/>
          </ns0:cNvSpPr>
          <ns0:nvPr/>
        </ns0:nvSpPr>
        <ns0:spPr>
          <ns1:xfrm>
            <ns1:off x="12749213" y="5010150"/>
            <ns1:ext cx="95250" cy="9525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5" name="trace:D08:content.auto.84">
            <ns1:extLst>
              <ns1:ext uri="{FF2B5EF4-FFF2-40B4-BE49-F238E27FC236}">
                <ns3:creationId id="{69BADA79-478A-4325-A247-8EED7665DBAA}"/>
              </ns1:ext>
            </ns1:extLst>
          </ns0:cNvPr>
          <ns0:cNvSpPr>
            <ns1:spLocks noGrp="1"/>
          </ns0:cNvSpPr>
          <ns0:nvPr/>
        </ns0:nvSpPr>
        <ns0:spPr>
          <ns1:xfrm>
            <ns1:off x="12853988" y="5048250"/>
            <ns1:ext cx="95250" cy="9525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6" name="trace:D08:content.auto.85">
            <ns1:extLst>
              <ns1:ext uri="{FF2B5EF4-FFF2-40B4-BE49-F238E27FC236}">
                <ns3:creationId id="{FCA0A21F-896A-4329-8CC8-C982CF295F59}"/>
              </ns1:ext>
            </ns1:extLst>
          </ns0:cNvPr>
          <ns0:cNvSpPr>
            <ns1:spLocks noGrp="1"/>
          </ns0:cNvSpPr>
          <ns0:nvPr/>
        </ns0:nvSpPr>
        <ns0:spPr>
          <ns1:xfrm>
            <ns1:off x="12592050" y="5210175"/>
            <ns1:ext cx="157163" cy="171450"/>
          </ns1:xfrm>
          <ns1:custGeom>
            <ns1:pathLst>
              <ns1:path w="157163" h="171450">
                <ns1:moveTo>
                  <ns1:pt x="0" y="171450"/>
                </ns1:moveTo>
                <ns1:lnTo>
                  <ns1:pt x="23813" y="42863"/>
                </ns1:lnTo>
                <ns1:lnTo>
                  <ns1:pt x="80963" y="0"/>
                </ns1:lnTo>
                <ns1:lnTo>
                  <ns1:pt x="138113" y="42863"/>
                </ns1:lnTo>
                <ns1:lnTo>
                  <ns1:pt x="157163" y="17145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7" name="trace:D08:content.auto.86">
            <ns1:extLst>
              <ns1:ext uri="{FF2B5EF4-FFF2-40B4-BE49-F238E27FC236}">
                <ns3:creationId id="{74C8F8F9-4410-497C-A37C-DE805E051D97}"/>
              </ns1:ext>
            </ns1:extLst>
          </ns0:cNvPr>
          <ns0:cNvSpPr>
            <ns1:spLocks noGrp="1"/>
          </ns0:cNvSpPr>
          <ns0:nvPr/>
        </ns0:nvSpPr>
        <ns0:spPr>
          <ns1:xfrm>
            <ns1:off x="12696825" y="5181600"/>
            <ns1:ext cx="161925" cy="200025"/>
          </ns1:xfrm>
          <ns1:custGeom>
            <ns1:pathLst>
              <ns1:path w="161925" h="200025">
                <ns1:moveTo>
                  <ns1:pt x="0" y="200025"/>
                </ns1:moveTo>
                <ns1:lnTo>
                  <ns1:pt x="23813" y="47625"/>
                </ns1:lnTo>
                <ns1:lnTo>
                  <ns1:pt x="80963" y="0"/>
                </ns1:lnTo>
                <ns1:lnTo>
                  <ns1:pt x="138113" y="47625"/>
                </ns1:lnTo>
                <ns1:lnTo>
                  <ns1:pt x="161925" y="200025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8" name="trace:D08:content.auto.87">
            <ns1:extLst>
              <ns1:ext uri="{FF2B5EF4-FFF2-40B4-BE49-F238E27FC236}">
                <ns3:creationId id="{3C19BE92-F54E-43F3-84B8-E45C4C6C4CAE}"/>
              </ns1:ext>
            </ns1:extLst>
          </ns0:cNvPr>
          <ns0:cNvSpPr>
            <ns1:spLocks noGrp="1"/>
          </ns0:cNvSpPr>
          <ns0:nvPr/>
        </ns0:nvSpPr>
        <ns0:spPr>
          <ns1:xfrm>
            <ns1:off x="12834938" y="5210175"/>
            <ns1:ext cx="157163" cy="171450"/>
          </ns1:xfrm>
          <ns1:custGeom>
            <ns1:pathLst>
              <ns1:path w="157163" h="171450">
                <ns1:moveTo>
                  <ns1:pt x="0" y="171450"/>
                </ns1:moveTo>
                <ns1:lnTo>
                  <ns1:pt x="19050" y="42863"/>
                </ns1:lnTo>
                <ns1:lnTo>
                  <ns1:pt x="76200" y="0"/>
                </ns1:lnTo>
                <ns1:lnTo>
                  <ns1:pt x="133350" y="42863"/>
                </ns1:lnTo>
                <ns1:lnTo>
                  <ns1:pt x="157163" y="17145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9" name="trace:D08:content.auto.88">
            <ns1:extLst>
              <ns1:ext uri="{FF2B5EF4-FFF2-40B4-BE49-F238E27FC236}">
                <ns3:creationId id="{2DFE16EC-859D-4CB3-8A08-EE2D8DA03323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493395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誰でも使える</ns1:t>
            </ns1:r>
          </ns1:p>
        </ns0:txBody>
      </ns0:sp>
      <ns0:sp>
        <ns0:nvSpPr>
          <ns0:cNvPr id="110" name="trace:D08:content.auto.89">
            <ns1:extLst>
              <ns1:ext uri="{FF2B5EF4-FFF2-40B4-BE49-F238E27FC236}">
                <ns3:creationId id="{637EB686-0BEF-4CF6-8E48-4B4A2CC29DDE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521970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専門知識がなくても、</ns1:t>
            </ns1:r>
          </ns1:p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直感的な操作で利用可能。</ns1:t>
            </ns1:r>
          </ns1:p>
        </ns0:txBody>
      </ns0:sp>
      <ns0:sp>
        <ns0:nvSpPr>
          <ns0:cNvPr id="111" name="trace:D08:content.auto.90">
            <ns1:extLst>
              <ns1:ext uri="{FF2B5EF4-FFF2-40B4-BE49-F238E27FC236}">
                <ns3:creationId id="{B9D07F63-1356-4126-ACF9-97795AEC37E6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575310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2" name="trace:D08:content.auto.91">
            <ns1:extLst>
              <ns1:ext uri="{FF2B5EF4-FFF2-40B4-BE49-F238E27FC236}">
                <ns3:creationId id="{C85CBA63-A536-4F89-B5B6-D588D608E0ED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581977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3" name="trace:D08:content.auto.92">
            <ns1:extLst>
              <ns1:ext uri="{FF2B5EF4-FFF2-40B4-BE49-F238E27FC236}">
                <ns3:creationId id="{C51301CB-60A5-4190-A6F6-EC2D8016D385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601980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114" name="trace:D08:content.auto.93">
            <ns1:extLst>
              <ns1:ext uri="{FF2B5EF4-FFF2-40B4-BE49-F238E27FC236}">
                <ns3:creationId id="{BDA37C50-5A60-487A-8A60-282FE2F459CD}"/>
              </ns1:ext>
            </ns1:extLst>
          </ns0:cNvPr>
          <ns0:cNvSpPr>
            <ns1:spLocks noGrp="1"/>
          </ns0:cNvSpPr>
          <ns0:nvPr/>
        </ns0:nvSpPr>
        <ns0:spPr>
          <ns1:xfrm>
            <ns1:off x="12634913" y="6005513"/>
            <ns1:ext cx="314325" cy="314325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15" name="trace:D08:content.auto.94">
            <ns1:extLst>
              <ns1:ext uri="{FF2B5EF4-FFF2-40B4-BE49-F238E27FC236}">
                <ns3:creationId id="{3CB7D420-6924-4A26-9376-997494C67304}"/>
              </ns1:ext>
            </ns1:extLst>
          </ns0:cNvPr>
          <ns0:cNvSpPr>
            <ns1:spLocks noGrp="1"/>
          </ns0:cNvSpPr>
          <ns0:nvPr/>
        </ns0:nvSpPr>
        <ns0:spPr>
          <ns1:xfrm>
            <ns1:off x="12887325" y="5962650"/>
            <ns1:ext cx="109538" cy="90488"/>
          </ns1:xfrm>
          <ns1:custGeom>
            <ns1:pathLst>
              <ns1:path w="109538" h="90488">
                <ns1:moveTo>
                  <ns1:pt x="0" y="0"/>
                </ns1:moveTo>
                <ns1:lnTo>
                  <ns1:pt x="109538" y="0"/>
                </ns1:lnTo>
                <ns1:lnTo>
                  <ns1:pt x="76200" y="90488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6" name="trace:D08:content.auto.95">
            <ns1:extLst>
              <ns1:ext uri="{FF2B5EF4-FFF2-40B4-BE49-F238E27FC236}">
                <ns3:creationId id="{D4EC9CAE-BFBE-42E0-B2DF-61B63CAD946C}"/>
              </ns1:ext>
            </ns1:extLst>
          </ns0:cNvPr>
          <ns0:cNvSpPr>
            <ns1:spLocks noGrp="1"/>
          </ns0:cNvSpPr>
          <ns0:nvPr/>
        </ns0:nvSpPr>
        <ns0:spPr>
          <ns1:xfrm>
            <ns1:off x="12587288" y="6272213"/>
            <ns1:ext cx="109538" cy="90488"/>
          </ns1:xfrm>
          <ns1:custGeom>
            <ns1:pathLst>
              <ns1:path w="109538" h="90488">
                <ns1:moveTo>
                  <ns1:pt x="109538" y="90488"/>
                </ns1:moveTo>
                <ns1:lnTo>
                  <ns1:pt x="0" y="90488"/>
                </ns1:lnTo>
                <ns1:lnTo>
                  <ns1:pt x="33338" y="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7" name="trace:D08:content.auto.96">
            <ns1:extLst>
              <ns1:ext uri="{FF2B5EF4-FFF2-40B4-BE49-F238E27FC236}">
                <ns3:creationId id="{79F544E3-614A-48BB-9B03-EBC0184FA4DF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586740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修正・再生成も簡単</ns1:t>
            </ns1:r>
          </ns1:p>
        </ns0:txBody>
      </ns0:sp>
      <ns0:sp>
        <ns0:nvSpPr>
          <ns0:cNvPr id="118" name="trace:D08:content.auto.97">
            <ns1:extLst>
              <ns1:ext uri="{FF2B5EF4-FFF2-40B4-BE49-F238E27FC236}">
                <ns3:creationId id="{71EF8601-89FC-4509-9004-844E6B9E486F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615315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フィードバックを反映し、</ns1:t>
            </ns1:r>
          </ns1:p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すぐに再生成できる。</ns1:t>
            </ns1:r>
          </ns1:p>
        </ns0:txBody>
      </ns0:sp>
      <ns0:sp>
        <ns0:nvSpPr>
          <ns0:cNvPr id="119" name="trace:D08:content.auto.98">
            <ns1:extLst>
              <ns1:ext uri="{FF2B5EF4-FFF2-40B4-BE49-F238E27FC236}">
                <ns3:creationId id="{B88CA17B-25C6-485D-9618-CB47A68EFEA5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538162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120" name="trace:D08:content.auto.99">
            <ns1:extLst>
              <ns1:ext uri="{FF2B5EF4-FFF2-40B4-BE49-F238E27FC236}">
                <ns3:creationId id="{CC066561-AEC9-42B5-8F8A-A912B4E05003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276850"/>
            <ns1:ext cx="3143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従来の提案業務との比較</ns1:t>
            </ns1:r>
          </ns1:p>
        </ns0:txBody>
      </ns0:sp>
      <ns0:sp>
        <ns0:nvSpPr>
          <ns0:cNvPr id="121" name="trace:D08:content.auto.100">
            <ns1:extLst>
              <ns1:ext uri="{FF2B5EF4-FFF2-40B4-BE49-F238E27FC236}">
                <ns3:creationId id="{78F16ADF-A2CE-4EFF-90A4-DCEC8E8E3464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5638800"/>
            <ns1:ext cx="6172200" cy="1190625"/>
          </ns1:xfrm>
          <ns1:prstGeom prst="roundRect">
            <ns1:avLst>
              <ns1:gd name="adj" fmla="val 9600"/>
            </ns1:avLst>
          </ns1:prstGeom>
          <ns1:solidFill>
            <ns1:srgbClr val="E9EFF4"/>
          </ns1:solidFill>
          <ns1:ln w="0">
            <ns1:noFill/>
            <ns1:prstDash val="solid"/>
          </ns1:ln>
        </ns0:spPr>
      </ns0:sp>
      <ns0:sp>
        <ns0:nvSpPr>
          <ns0:cNvPr id="122" name="trace:D08:content.auto.101">
            <ns1:extLst>
              <ns1:ext uri="{FF2B5EF4-FFF2-40B4-BE49-F238E27FC236}">
                <ns3:creationId id="{6CFE121F-AC27-49FE-93B1-BB29334D955D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5924550"/>
            <ns1:ext cx="962025" cy="609600"/>
          </ns1:xfrm>
          <ns1:custGeom>
            <ns1:pathLst>
              <ns1:path w="962025" h="609600">
                <ns1:moveTo>
                  <ns1:pt x="0" y="0"/>
                </ns1:moveTo>
                <ns1:lnTo>
                  <ns1:pt x="800100" y="0"/>
                </ns1:lnTo>
                <ns1:lnTo>
                  <ns1:pt x="962025" y="304800"/>
                </ns1:lnTo>
                <ns1:lnTo>
                  <ns1:pt x="800100" y="609600"/>
                </ns1:lnTo>
                <ns1:lnTo>
                  <ns1:pt x="0" y="609600"/>
                </ns1:lnTo>
                <ns1:close/>
              </ns1:path>
            </ns1:pathLst>
          </ns1:custGeom>
          <ns1:solidFill>
            <ns1:srgbClr val="4D6680"/>
          </ns1:solidFill>
          <ns1:ln w="0">
            <ns1:noFill/>
            <ns1:prstDash val="solid"/>
          </ns1:ln>
        </ns0:spPr>
      </ns0:sp>
      <ns0:sp>
        <ns0:nvSpPr>
          <ns0:cNvPr id="123" name="trace:D08:content.auto.102">
            <ns1:extLst>
              <ns1:ext uri="{FF2B5EF4-FFF2-40B4-BE49-F238E27FC236}">
                <ns3:creationId id="{6D6FFD43-E6E2-4E98-9EA3-E84B9B277A8E}"/>
              </ns1:ext>
            </ns1:extLst>
          </ns0:cNvPr>
          <ns0:cNvSpPr>
            <ns1:spLocks noGrp="1"/>
          </ns0:cNvSpPr>
          <ns0:nvPr/>
        </ns0:nvSpPr>
        <ns0:spPr>
          <ns1:xfrm>
            <ns1:off x="600075" y="6038850"/>
            <ns1:ext cx="762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従来の</ns1:t>
            </ns1:r>
          </ns1:p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提案業務</ns1:t>
            </ns1:r>
          </ns1:p>
        </ns0:txBody>
      </ns0:sp>
      <ns0:sp>
        <ns0:nvSpPr>
          <ns0:cNvPr id="124" name="trace:D08:content.auto.103">
            <ns1:extLst>
              <ns1:ext uri="{FF2B5EF4-FFF2-40B4-BE49-F238E27FC236}">
                <ns3:creationId id="{787C1E54-999E-4846-AC80-39EFA0913489}"/>
              </ns1:ext>
            </ns1:extLst>
          </ns0:cNvPr>
          <ns0:cNvSpPr>
            <ns1:spLocks noGrp="1"/>
          </ns0:cNvSpPr>
          <ns0:nvPr/>
        </ns0:nvSpPr>
        <ns0:spPr>
          <ns1:xfrm>
            <ns1:off x="1543050" y="5924550"/>
            <ns1:ext cx="962025" cy="609600"/>
          </ns1:xfrm>
          <ns1:custGeom>
            <ns1:pathLst>
              <ns1:path w="962025" h="609600">
                <ns1:moveTo>
                  <ns1:pt x="0" y="0"/>
                </ns1:moveTo>
                <ns1:lnTo>
                  <ns1:pt x="800100" y="0"/>
                </ns1:lnTo>
                <ns1:lnTo>
                  <ns1:pt x="962025" y="304800"/>
                </ns1:lnTo>
                <ns1:lnTo>
                  <ns1:pt x="800100" y="609600"/>
                </ns1:lnTo>
                <ns1:lnTo>
                  <ns1:pt x="0" y="6096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5" name="trace:D08:content.auto.104">
            <ns1:extLst>
              <ns1:ext uri="{FF2B5EF4-FFF2-40B4-BE49-F238E27FC236}">
                <ns3:creationId id="{A825FFAF-7CAA-403A-8851-513EE573EA6C}"/>
              </ns1:ext>
            </ns1:extLst>
          </ns0:cNvPr>
          <ns0:cNvSpPr>
            <ns1:spLocks noGrp="1"/>
          </ns0:cNvSpPr>
          <ns0:nvPr/>
        </ns0:nvSpPr>
        <ns0:spPr>
          <ns1:xfrm>
            <ns1:off x="1581150" y="6038850"/>
            <ns1:ext cx="762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情報収集</ns1:t>
            </ns1:r>
          </ns1:p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数時間</ns1:t>
            </ns1:r>
          </ns1:p>
        </ns0:txBody>
      </ns0:sp>
      <ns0:sp>
        <ns0:nvSpPr>
          <ns0:cNvPr id="126" name="trace:D08:content.auto.105">
            <ns1:extLst>
              <ns1:ext uri="{FF2B5EF4-FFF2-40B4-BE49-F238E27FC236}">
                <ns3:creationId id="{47E3E019-4B7E-4019-8B23-A38B49506A13}"/>
              </ns1:ext>
            </ns1:extLst>
          </ns0:cNvPr>
          <ns0:cNvSpPr>
            <ns1:spLocks noGrp="1"/>
          </ns0:cNvSpPr>
          <ns0:nvPr/>
        </ns0:nvSpPr>
        <ns0:spPr>
          <ns1:xfrm>
            <ns1:off x="2524125" y="5924550"/>
            <ns1:ext cx="962025" cy="609600"/>
          </ns1:xfrm>
          <ns1:custGeom>
            <ns1:pathLst>
              <ns1:path w="962025" h="609600">
                <ns1:moveTo>
                  <ns1:pt x="0" y="0"/>
                </ns1:moveTo>
                <ns1:lnTo>
                  <ns1:pt x="800100" y="0"/>
                </ns1:lnTo>
                <ns1:lnTo>
                  <ns1:pt x="962025" y="304800"/>
                </ns1:lnTo>
                <ns1:lnTo>
                  <ns1:pt x="800100" y="609600"/>
                </ns1:lnTo>
                <ns1:lnTo>
                  <ns1:pt x="0" y="6096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7" name="trace:D08:content.auto.106">
            <ns1:extLst>
              <ns1:ext uri="{FF2B5EF4-FFF2-40B4-BE49-F238E27FC236}">
                <ns3:creationId id="{93DD5858-1C7C-4E51-A470-3C53CFA95A7B}"/>
              </ns1:ext>
            </ns1:extLst>
          </ns0:cNvPr>
          <ns0:cNvSpPr>
            <ns1:spLocks noGrp="1"/>
          </ns0:cNvSpPr>
          <ns0:nvPr/>
        </ns0:nvSpPr>
        <ns0:spPr>
          <ns1:xfrm>
            <ns1:off x="2562225" y="6038850"/>
            <ns1:ext cx="762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資料作成</ns1:t>
            </ns1:r>
          </ns1:p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半日〜1日</ns1:t>
            </ns1:r>
          </ns1:p>
        </ns0:txBody>
      </ns0:sp>
      <ns0:sp>
        <ns0:nvSpPr>
          <ns0:cNvPr id="128" name="trace:D08:content.auto.107">
            <ns1:extLst>
              <ns1:ext uri="{FF2B5EF4-FFF2-40B4-BE49-F238E27FC236}">
                <ns3:creationId id="{14B4EA73-A6E5-4A75-907D-BECDB1D31931}"/>
              </ns1:ext>
            </ns1:extLst>
          </ns0:cNvPr>
          <ns0:cNvSpPr>
            <ns1:spLocks noGrp="1"/>
          </ns0:cNvSpPr>
          <ns0:nvPr/>
        </ns0:nvSpPr>
        <ns0:spPr>
          <ns1:xfrm>
            <ns1:off x="3505200" y="5924550"/>
            <ns1:ext cx="962025" cy="609600"/>
          </ns1:xfrm>
          <ns1:custGeom>
            <ns1:pathLst>
              <ns1:path w="962025" h="609600">
                <ns1:moveTo>
                  <ns1:pt x="0" y="0"/>
                </ns1:moveTo>
                <ns1:lnTo>
                  <ns1:pt x="800100" y="0"/>
                </ns1:lnTo>
                <ns1:lnTo>
                  <ns1:pt x="962025" y="304800"/>
                </ns1:lnTo>
                <ns1:lnTo>
                  <ns1:pt x="800100" y="609600"/>
                </ns1:lnTo>
                <ns1:lnTo>
                  <ns1:pt x="0" y="6096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29" name="trace:D08:content.auto.108">
            <ns1:extLst>
              <ns1:ext uri="{FF2B5EF4-FFF2-40B4-BE49-F238E27FC236}">
                <ns3:creationId id="{309D3CC8-0D31-4A3D-A032-862C2AE66F5C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6038850"/>
            <ns1:ext cx="762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見積作成</ns1:t>
            </ns1:r>
          </ns1:p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数時間</ns1:t>
            </ns1:r>
          </ns1:p>
        </ns0:txBody>
      </ns0:sp>
      <ns0:sp>
        <ns0:nvSpPr>
          <ns0:cNvPr id="130" name="trace:D08:content.auto.109">
            <ns1:extLst>
              <ns1:ext uri="{FF2B5EF4-FFF2-40B4-BE49-F238E27FC236}">
                <ns3:creationId id="{62E37C51-E92C-4EFF-BA43-2DA35F7F7870}"/>
              </ns1:ext>
            </ns1:extLst>
          </ns0:cNvPr>
          <ns0:cNvSpPr>
            <ns1:spLocks noGrp="1"/>
          </ns0:cNvSpPr>
          <ns0:nvPr/>
        </ns0:nvSpPr>
        <ns0:spPr>
          <ns1:xfrm>
            <ns1:off x="4486275" y="5924550"/>
            <ns1:ext cx="962025" cy="609600"/>
          </ns1:xfrm>
          <ns1:custGeom>
            <ns1:pathLst>
              <ns1:path w="962025" h="609600">
                <ns1:moveTo>
                  <ns1:pt x="0" y="0"/>
                </ns1:moveTo>
                <ns1:lnTo>
                  <ns1:pt x="800100" y="0"/>
                </ns1:lnTo>
                <ns1:lnTo>
                  <ns1:pt x="962025" y="304800"/>
                </ns1:lnTo>
                <ns1:lnTo>
                  <ns1:pt x="800100" y="609600"/>
                </ns1:lnTo>
                <ns1:lnTo>
                  <ns1:pt x="0" y="6096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31" name="trace:D08:content.auto.110">
            <ns1:extLst>
              <ns1:ext uri="{FF2B5EF4-FFF2-40B4-BE49-F238E27FC236}">
                <ns3:creationId id="{EFFC7A18-6AA7-4DE1-9356-FDD31619DC36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6038850"/>
            <ns1:ext cx="762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カンペ作成</ns1:t>
            </ns1:r>
          </ns1:p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数時間</ns1:t>
            </ns1:r>
          </ns1:p>
        </ns0:txBody>
      </ns0:sp>
      <ns0:sp>
        <ns0:nvSpPr>
          <ns0:cNvPr id="132" name="trace:D08:content.auto.111">
            <ns1:extLst>
              <ns1:ext uri="{FF2B5EF4-FFF2-40B4-BE49-F238E27FC236}">
                <ns3:creationId id="{6F3F9C79-5F58-4AFD-866A-3B58F06FAAEC}"/>
              </ns1:ext>
            </ns1:extLst>
          </ns0:cNvPr>
          <ns0:cNvSpPr>
            <ns1:spLocks noGrp="1"/>
          </ns0:cNvSpPr>
          <ns0:nvPr/>
        </ns0:nvSpPr>
        <ns0:spPr>
          <ns1:xfrm>
            <ns1:off x="5467350" y="5924550"/>
            <ns1:ext cx="962025" cy="609600"/>
          </ns1:xfrm>
          <ns1:custGeom>
            <ns1:pathLst>
              <ns1:path w="962025" h="609600">
                <ns1:moveTo>
                  <ns1:pt x="0" y="0"/>
                </ns1:moveTo>
                <ns1:lnTo>
                  <ns1:pt x="800100" y="0"/>
                </ns1:lnTo>
                <ns1:lnTo>
                  <ns1:pt x="962025" y="304800"/>
                </ns1:lnTo>
                <ns1:lnTo>
                  <ns1:pt x="800100" y="609600"/>
                </ns1:lnTo>
                <ns1:lnTo>
                  <ns1:pt x="0" y="6096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33" name="trace:D08:content.auto.112">
            <ns1:extLst>
              <ns1:ext uri="{FF2B5EF4-FFF2-40B4-BE49-F238E27FC236}">
                <ns3:creationId id="{E1D801EE-2942-4C90-9BB2-09B740EDAF03}"/>
              </ns1:ext>
            </ns1:extLst>
          </ns0:cNvPr>
          <ns0:cNvSpPr>
            <ns1:spLocks noGrp="1"/>
          </ns0:cNvSpPr>
          <ns0:nvPr/>
        </ns0:nvSpPr>
        <ns0:spPr>
          <ns1:xfrm>
            <ns1:off x="5505450" y="6038850"/>
            <ns1:ext cx="762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提案準備</ns1:t>
            </ns1:r>
          </ns1:p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半日〜1日</ns1:t>
            </ns1:r>
          </ns1:p>
        </ns0:txBody>
      </ns0:sp>
      <ns0:sp>
        <ns0:nvSpPr>
          <ns0:cNvPr id="134" name="trace:D08:content.auto.113">
            <ns1:extLst>
              <ns1:ext uri="{FF2B5EF4-FFF2-40B4-BE49-F238E27FC236}">
                <ns3:creationId id="{0FC1084D-255A-4194-87BD-89B8724E1D1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0" y="5638800"/>
            <ns1:ext cx="4695825" cy="1190625"/>
          </ns1:xfrm>
          <ns1:prstGeom prst="roundRect">
            <ns1:avLst>
              <ns1:gd name="adj" fmla="val 9600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35" name="trace:D08:content.auto.114">
            <ns1:extLst>
              <ns1:ext uri="{FF2B5EF4-FFF2-40B4-BE49-F238E27FC236}">
                <ns3:creationId id="{74991F00-7BF7-47D5-B269-DED8AAE594E9}"/>
              </ns1:ext>
            </ns1:extLst>
          </ns0:cNvPr>
          <ns0:cNvSpPr>
            <ns1:spLocks noGrp="1"/>
          </ns0:cNvSpPr>
          <ns0:nvPr/>
        </ns0:nvSpPr>
        <ns0:spPr>
          <ns1:xfrm>
            <ns1:off x="7019925" y="5791200"/>
            <ns1:ext cx="180975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36" name="trace:D08:title.primary.10">
            <ns1:extLst>
              <ns1:ext uri="{FF2B5EF4-FFF2-40B4-BE49-F238E27FC236}">
                <ns3:creationId id="{0D8E735C-3572-4BF4-9EEF-EF3C743976AB}"/>
              </ns1:ext>
            </ns1:extLst>
          </ns0:cNvPr>
          <ns0:cNvSpPr>
            <ns1:spLocks noGrp="1"/>
          </ns0:cNvSpPr>
          <ns0:nvPr/>
        </ns0:nvSpPr>
        <ns0:spPr>
          <ns1:xfrm>
            <ns1:off x="7305675" y="5686425"/>
            <ns1:ext cx="2952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提案クエストを活用した場合</ns1:t>
            </ns1:r>
          </ns1:p>
        </ns0:txBody>
      </ns0:sp>
      <ns0:sp>
        <ns0:nvSpPr>
          <ns0:cNvPr id="137" name="trace:D08:content.auto.115">
            <ns1:extLst>
              <ns1:ext uri="{FF2B5EF4-FFF2-40B4-BE49-F238E27FC236}">
                <ns3:creationId id="{499DCD4F-4B46-4E26-AF0C-3142FA33E6CA}"/>
              </ns1:ext>
            </ns1:extLst>
          </ns0:cNvPr>
          <ns0:cNvSpPr>
            <ns1:spLocks noGrp="1"/>
          </ns0:cNvSpPr>
          <ns0:nvPr/>
        </ns0:nvSpPr>
        <ns0:spPr>
          <ns1:xfrm>
            <ns1:off x="7029450" y="6048375"/>
            <ns1:ext cx="3076575" cy="361950"/>
          </ns1:xfrm>
          <ns1:custGeom>
            <ns1:pathLst>
              <ns1:path w="3076575" h="361950">
                <ns1:moveTo>
                  <ns1:pt x="0" y="0"/>
                </ns1:moveTo>
                <ns1:lnTo>
                  <ns1:pt x="2914650" y="0"/>
                </ns1:lnTo>
                <ns1:lnTo>
                  <ns1:pt x="3076575" y="180975"/>
                </ns1:lnTo>
                <ns1:lnTo>
                  <ns1:pt x="2914650" y="361950"/>
                </ns1:lnTo>
                <ns1:lnTo>
                  <ns1:pt x="0" y="361950"/>
                </ns1:lnTo>
                <ns1:close/>
              </ns1:path>
            </ns1:pathLst>
          </ns1:cu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38" name="trace:D08:content.auto.116">
            <ns1:extLst>
              <ns1:ext uri="{FF2B5EF4-FFF2-40B4-BE49-F238E27FC236}">
                <ns3:creationId id="{4AED60BC-E263-4820-82B6-4713BB6C87FF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6105525"/>
            <ns1:ext cx="2667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すべて自動で生成</ns1:t>
            </ns1:r>
          </ns1:p>
        </ns0:txBody>
      </ns0:sp>
      <ns0:sp>
        <ns0:nvSpPr>
          <ns0:cNvPr id="139" name="trace:D08:content.auto.117">
            <ns1:extLst>
              <ns1:ext uri="{FF2B5EF4-FFF2-40B4-BE49-F238E27FC236}">
                <ns3:creationId id="{CC62D4FC-2CC7-4A9B-8A7F-B989369D5476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5600700"/>
            <ns1:ext cx="1066800" cy="10668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40" name="trace:D08:content.auto.118">
            <ns1:extLst>
              <ns1:ext uri="{FF2B5EF4-FFF2-40B4-BE49-F238E27FC236}">
                <ns3:creationId id="{20548820-0827-48B3-ADFD-075D08B62E0E}"/>
              </ns1:ext>
            </ns1:extLst>
          </ns0:cNvPr>
          <ns0:cNvSpPr>
            <ns1:spLocks noGrp="1"/>
          </ns0:cNvSpPr>
          <ns0:nvPr/>
        </ns0:nvSpPr>
        <ns0:spPr>
          <ns1:xfrm>
            <ns1:off x="10391775" y="5762625"/>
            <ns1:ext cx="85725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作業時間</ns1:t>
            </ns1:r>
          </ns1:p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約70%</ns1:t>
            </ns1:r>
          </ns1:p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削減</ns1:t>
            </ns1:r>
          </ns1:p>
        </ns0:txBody>
      </ns0:sp>
      <ns0:sp>
        <ns0:nvSpPr>
          <ns0:cNvPr id="141" name="trace:D08:content.auto.119">
            <ns1:extLst>
              <ns1:ext uri="{FF2B5EF4-FFF2-40B4-BE49-F238E27FC236}">
                <ns3:creationId id="{3A7DCDA6-BF7F-441D-A9CB-DD703154C0FF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703897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142" name="trace:D08:content.auto.120">
            <ns1:extLst>
              <ns1:ext uri="{FF2B5EF4-FFF2-40B4-BE49-F238E27FC236}">
                <ns3:creationId id="{09264D32-62E0-41C4-B4AA-ECB184AC9871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6934200"/>
            <ns1:ext cx="3429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提案プロセスからの提供価値</ns1:t>
            </ns1:r>
          </ns1:p>
        </ns0:txBody>
      </ns0:sp>
      <ns0:sp>
        <ns0:nvSpPr>
          <ns0:cNvPr id="143" name="trace:D08:content.auto.121">
            <ns1:extLst>
              <ns1:ext uri="{FF2B5EF4-FFF2-40B4-BE49-F238E27FC236}">
                <ns3:creationId id="{2CE79662-1694-4C00-9F6A-46BD1D48167F}"/>
              </ns1:ext>
            </ns1:extLst>
          </ns0:cNvPr>
          <ns0:cNvSpPr>
            <ns1:spLocks noGrp="1"/>
          </ns0:cNvSpPr>
          <ns0:nvPr/>
        </ns0:nvSpPr>
        <ns0:spPr>
          <ns1:xfrm>
            <ns1:off x="333375" y="7267575"/>
            <ns1:ext cx="5029200" cy="885825"/>
          </ns1:xfrm>
          <ns1:custGeom>
            <ns1:pathLst>
              <ns1:path w="5029200" h="885825">
                <ns1:moveTo>
                  <ns1:pt x="0" y="0"/>
                </ns1:moveTo>
                <ns1:lnTo>
                  <ns1:pt x="4629150" y="0"/>
                </ns1:lnTo>
                <ns1:lnTo>
                  <ns1:pt x="5029200" y="447675"/>
                </ns1:lnTo>
                <ns1:lnTo>
                  <ns1:pt x="4629150" y="885825"/>
                </ns1:lnTo>
                <ns1:lnTo>
                  <ns1:pt x="0" y="885825"/>
                </ns1:lnTo>
                <ns1:lnTo>
                  <ns1:pt x="333375" y="447675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44" name="trace:D08:content.auto.122">
            <ns1:extLst>
              <ns1:ext uri="{FF2B5EF4-FFF2-40B4-BE49-F238E27FC236}">
                <ns3:creationId id="{C2563BB2-2A6C-4426-963D-A29B3C340A67}"/>
              </ns1:ext>
            </ns1:extLst>
          </ns0:cNvPr>
          <ns0:cNvSpPr>
            <ns1:spLocks noGrp="1"/>
          </ns0:cNvSpPr>
          <ns0:nvPr/>
        </ns0:nvSpPr>
        <ns0:spPr>
          <ns1:xfrm>
            <ns1:off x="960120" y="7484745"/>
            <ns1:ext cx="466344" cy="466344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5" name="trace:D08:content.auto.123">
            <ns1:extLst>
              <ns1:ext uri="{FF2B5EF4-FFF2-40B4-BE49-F238E27FC236}">
                <ns3:creationId id="{FEBC5B64-7C71-4E0B-B615-C9B10A03DB43}"/>
              </ns1:ext>
            </ns1:extLst>
          </ns0:cNvPr>
          <ns0:cNvSpPr>
            <ns1:spLocks noGrp="1"/>
          </ns0:cNvSpPr>
          <ns0:nvPr/>
        </ns0:nvSpPr>
        <ns0:spPr>
          <ns1:xfrm>
            <ns1:off x="1193292" y="7581900"/>
            <ns1:ext cx="9525" cy="136017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6" name="trace:D08:content.auto.124">
            <ns1:extLst>
              <ns1:ext uri="{FF2B5EF4-FFF2-40B4-BE49-F238E27FC236}">
                <ns3:creationId id="{9D274199-F711-4210-A4EE-ED0333FAECCB}"/>
              </ns1:ext>
            </ns1:extLst>
          </ns0:cNvPr>
          <ns0:cNvSpPr>
            <ns1:spLocks noGrp="1"/>
          </ns0:cNvSpPr>
          <ns0:nvPr/>
        </ns0:nvSpPr>
        <ns0:spPr>
          <ns1:xfrm>
            <ns1:off x="1193292" y="7717917"/>
            <ns1:ext cx="116586" cy="77724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7" name="trace:D08:content.auto.125">
            <ns1:extLst>
              <ns1:ext uri="{FF2B5EF4-FFF2-40B4-BE49-F238E27FC236}">
                <ns3:creationId id="{4D38517F-EA9E-45B5-9F3F-9BAE196F45DF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7410450"/>
            <ns1:ext cx="2857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提案スピードの向上</ns1:t>
            </ns1:r>
          </ns1:p>
        </ns0:txBody>
      </ns0:sp>
      <ns0:sp>
        <ns0:nvSpPr>
          <ns0:cNvPr id="148" name="trace:D08:content.auto.126">
            <ns1:extLst>
              <ns1:ext uri="{FF2B5EF4-FFF2-40B4-BE49-F238E27FC236}">
                <ns3:creationId id="{8D745B66-AD74-4643-B42A-894FDC7A5BFA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7686675"/>
            <ns1:ext cx="33337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準備時間を大幅に削減し、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より多くの提案機会を創出できます。</ns1:t>
            </ns1:r>
          </ns1:p>
        </ns0:txBody>
      </ns0:sp>
      <ns0:sp>
        <ns0:nvSpPr>
          <ns0:cNvPr id="149" name="trace:D08:content.auto.127">
            <ns1:extLst>
              <ns1:ext uri="{FF2B5EF4-FFF2-40B4-BE49-F238E27FC236}">
                <ns3:creationId id="{92E76A2D-965D-4995-A6C7-379F32890DDC}"/>
              </ns1:ext>
            </ns1:extLst>
          </ns0:cNvPr>
          <ns0:cNvSpPr>
            <ns1:spLocks noGrp="1"/>
          </ns0:cNvSpPr>
          <ns0:nvPr/>
        </ns0:nvSpPr>
        <ns0:spPr>
          <ns1:xfrm>
            <ns1:off x="5372100" y="7267575"/>
            <ns1:ext cx="5029200" cy="885825"/>
          </ns1:xfrm>
          <ns1:custGeom>
            <ns1:pathLst>
              <ns1:path w="5029200" h="885825">
                <ns1:moveTo>
                  <ns1:pt x="0" y="0"/>
                </ns1:moveTo>
                <ns1:lnTo>
                  <ns1:pt x="4629150" y="0"/>
                </ns1:lnTo>
                <ns1:lnTo>
                  <ns1:pt x="5029200" y="447675"/>
                </ns1:lnTo>
                <ns1:lnTo>
                  <ns1:pt x="4629150" y="885825"/>
                </ns1:lnTo>
                <ns1:lnTo>
                  <ns1:pt x="0" y="885825"/>
                </ns1:lnTo>
                <ns1:lnTo>
                  <ns1:pt x="333375" y="447675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150" name="trace:D08:content.auto.128">
            <ns1:extLst>
              <ns1:ext uri="{FF2B5EF4-FFF2-40B4-BE49-F238E27FC236}">
                <ns3:creationId id="{0DF17241-52DB-4AC1-AB10-67AED5FE649F}"/>
              </ns1:ext>
            </ns1:extLst>
          </ns0:cNvPr>
          <ns0:cNvSpPr>
            <ns1:spLocks noGrp="1"/>
          </ns0:cNvSpPr>
          <ns0:nvPr/>
        </ns0:nvSpPr>
        <ns0:spPr>
          <ns1:xfrm>
            <ns1:off x="5987796" y="7438644"/>
            <ns1:ext cx="578358" cy="553212"/>
          </ns1:xfrm>
          <ns1:custGeom>
            <ns1:pathLst>
              <ns1:path w="578358" h="553212">
                <ns1:moveTo>
                  <ns1:pt x="289179" y="0"/>
                </ns1:moveTo>
                <ns1:lnTo>
                  <ns1:pt x="364617" y="201168"/>
                </ns1:lnTo>
                <ns1:lnTo>
                  <ns1:pt x="578358" y="213741"/>
                </ns1:lnTo>
                <ns1:lnTo>
                  <ns1:pt x="414909" y="339471"/>
                </ns1:lnTo>
                <ns1:lnTo>
                  <ns1:pt x="477774" y="553212"/>
                </ns1:lnTo>
                <ns1:lnTo>
                  <ns1:pt x="289179" y="427482"/>
                </ns1:lnTo>
                <ns1:lnTo>
                  <ns1:pt x="100584" y="553212"/>
                </ns1:lnTo>
                <ns1:lnTo>
                  <ns1:pt x="163449" y="339471"/>
                </ns1:lnTo>
                <ns1:lnTo>
                  <ns1:pt x="0" y="213741"/>
                </ns1:lnTo>
                <ns1:lnTo>
                  <ns1:pt x="213741" y="201168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1" name="trace:D08:content.auto.129">
            <ns1:extLst>
              <ns1:ext uri="{FF2B5EF4-FFF2-40B4-BE49-F238E27FC236}">
                <ns3:creationId id="{04D4BC03-D52F-4DEC-BF8A-1E8D1967AAEE}"/>
              </ns1:ext>
            </ns1:extLst>
          </ns0:cNvPr>
          <ns0:cNvSpPr>
            <ns1:spLocks noGrp="1"/>
          </ns0:cNvSpPr>
          <ns0:nvPr/>
        </ns0:nvSpPr>
        <ns0:spPr>
          <ns1:xfrm>
            <ns1:off x="6848475" y="7410450"/>
            <ns1:ext cx="2857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提案品質の標準化</ns1:t>
            </ns1:r>
          </ns1:p>
        </ns0:txBody>
      </ns0:sp>
      <ns0:sp>
        <ns0:nvSpPr>
          <ns0:cNvPr id="152" name="trace:D08:content.auto.130">
            <ns1:extLst>
              <ns1:ext uri="{FF2B5EF4-FFF2-40B4-BE49-F238E27FC236}">
                <ns3:creationId id="{95A44CC0-FCFE-4146-AC72-0A44C3A50FD0}"/>
              </ns1:ext>
            </ns1:extLst>
          </ns0:cNvPr>
          <ns0:cNvSpPr>
            <ns1:spLocks noGrp="1"/>
          </ns0:cNvSpPr>
          <ns0:nvPr/>
        </ns0:nvSpPr>
        <ns0:spPr>
          <ns1:xfrm>
            <ns1:off x="6848475" y="7686675"/>
            <ns1:ext cx="33337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業界・業種に最適化されたテンプレートで、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誰でも高品質な提案が可能です。</ns1:t>
            </ns1:r>
          </ns1:p>
        </ns0:txBody>
      </ns0:sp>
      <ns0:sp>
        <ns0:nvSpPr>
          <ns0:cNvPr id="153" name="trace:D08:content.auto.131">
            <ns1:extLst>
              <ns1:ext uri="{FF2B5EF4-FFF2-40B4-BE49-F238E27FC236}">
                <ns3:creationId id="{3966368A-CBE1-4EB9-AB40-B4991D7783D7}"/>
              </ns1:ext>
            </ns1:extLst>
          </ns0:cNvPr>
          <ns0:cNvSpPr>
            <ns1:spLocks noGrp="1"/>
          </ns0:cNvSpPr>
          <ns0:nvPr/>
        </ns0:nvSpPr>
        <ns0:spPr>
          <ns1:xfrm>
            <ns1:off x="10410825" y="7267575"/>
            <ns1:ext cx="5029200" cy="885825"/>
          </ns1:xfrm>
          <ns1:custGeom>
            <ns1:pathLst>
              <ns1:path w="5029200" h="885825">
                <ns1:moveTo>
                  <ns1:pt x="0" y="0"/>
                </ns1:moveTo>
                <ns1:lnTo>
                  <ns1:pt x="4629150" y="0"/>
                </ns1:lnTo>
                <ns1:lnTo>
                  <ns1:pt x="5029200" y="447675"/>
                </ns1:lnTo>
                <ns1:lnTo>
                  <ns1:pt x="4629150" y="885825"/>
                </ns1:lnTo>
                <ns1:lnTo>
                  <ns1:pt x="0" y="885825"/>
                </ns1:lnTo>
                <ns1:lnTo>
                  <ns1:pt x="333375" y="447675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54" name="trace:D08:content.auto.132">
            <ns1:extLst>
              <ns1:ext uri="{FF2B5EF4-FFF2-40B4-BE49-F238E27FC236}">
                <ns3:creationId id="{809655E1-0BDD-43D5-A41B-0AF644CC12BF}"/>
              </ns1:ext>
            </ns1:extLst>
          </ns0:cNvPr>
          <ns0:cNvSpPr>
            <ns1:spLocks noGrp="1"/>
          </ns0:cNvSpPr>
          <ns0:nvPr/>
        </ns0:nvSpPr>
        <ns0:spPr>
          <ns1:xfrm>
            <ns1:off x="11060049" y="7951089"/>
            <ns1:ext cx="492252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5" name="trace:D08:content.auto.133">
            <ns1:extLst>
              <ns1:ext uri="{FF2B5EF4-FFF2-40B4-BE49-F238E27FC236}">
                <ns3:creationId id="{201E3257-6594-49BC-A654-DED1A49DCAF1}"/>
              </ns1:ext>
            </ns1:extLst>
          </ns0:cNvPr>
          <ns0:cNvSpPr>
            <ns1:spLocks noGrp="1"/>
          </ns0:cNvSpPr>
          <ns0:nvPr/>
        </ns0:nvSpPr>
        <ns0:spPr>
          <ns1:xfrm>
            <ns1:off x="11098911" y="7536561"/>
            <ns1:ext cx="9525" cy="414528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6" name="trace:D08:content.auto.134">
            <ns1:extLst>
              <ns1:ext uri="{FF2B5EF4-FFF2-40B4-BE49-F238E27FC236}">
                <ns3:creationId id="{1A5326AE-2981-4EEC-9AAB-0A725EE9D5CD}"/>
              </ns1:ext>
            </ns1:extLst>
          </ns0:cNvPr>
          <ns0:cNvSpPr>
            <ns1:spLocks noGrp="1"/>
          </ns0:cNvSpPr>
          <ns0:nvPr/>
        </ns0:nvSpPr>
        <ns0:spPr>
          <ns1:xfrm>
            <ns1:off x="11163681" y="7769733"/>
            <ns1:ext cx="77724" cy="181356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7" name="trace:D08:content.auto.135">
            <ns1:extLst>
              <ns1:ext uri="{FF2B5EF4-FFF2-40B4-BE49-F238E27FC236}">
                <ns3:creationId id="{450CA48D-2AC0-4CA3-B6AF-D416C6A4A9A0}"/>
              </ns1:ext>
            </ns1:extLst>
          </ns0:cNvPr>
          <ns0:cNvSpPr>
            <ns1:spLocks noGrp="1"/>
          </ns0:cNvSpPr>
          <ns0:nvPr/>
        </ns0:nvSpPr>
        <ns0:spPr>
          <ns1:xfrm>
            <ns1:off x="11286744" y="7666101"/>
            <ns1:ext cx="77724" cy="284988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8" name="trace:D08:content.auto.136">
            <ns1:extLst>
              <ns1:ext uri="{FF2B5EF4-FFF2-40B4-BE49-F238E27FC236}">
                <ns3:creationId id="{76B46619-2129-41B8-88B4-9C22C367336C}"/>
              </ns1:ext>
            </ns1:extLst>
          </ns0:cNvPr>
          <ns0:cNvSpPr>
            <ns1:spLocks noGrp="1"/>
          </ns0:cNvSpPr>
          <ns0:nvPr/>
        </ns0:nvSpPr>
        <ns0:spPr>
          <ns1:xfrm>
            <ns1:off x="11409807" y="7575423"/>
            <ns1:ext cx="77724" cy="375666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9" name="trace:D08:content.auto.137">
            <ns1:extLst>
              <ns1:ext uri="{FF2B5EF4-FFF2-40B4-BE49-F238E27FC236}">
                <ns3:creationId id="{4F3A46B1-4B61-4BF7-BEB5-8A4772DDC87A}"/>
              </ns1:ext>
            </ns1:extLst>
          </ns0:cNvPr>
          <ns0:cNvSpPr>
            <ns1:spLocks noGrp="1"/>
          </ns0:cNvSpPr>
          <ns0:nvPr/>
        </ns0:nvSpPr>
        <ns0:spPr>
          <ns1:xfrm>
            <ns1:off x="11887200" y="7410450"/>
            <ns1:ext cx="2857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成果創出の加速</ns1:t>
            </ns1:r>
          </ns1:p>
        </ns0:txBody>
      </ns0:sp>
      <ns0:sp>
        <ns0:nvSpPr>
          <ns0:cNvPr id="160" name="trace:D08:content.auto.138">
            <ns1:extLst>
              <ns1:ext uri="{FF2B5EF4-FFF2-40B4-BE49-F238E27FC236}">
                <ns3:creationId id="{0FAFB531-6964-4595-8B47-F9A08D93DB5E}"/>
              </ns1:ext>
            </ns1:extLst>
          </ns0:cNvPr>
          <ns0:cNvSpPr>
            <ns1:spLocks noGrp="1"/>
          </ns0:cNvSpPr>
          <ns0:nvPr/>
        </ns0:nvSpPr>
        <ns0:spPr>
          <ns1:xfrm>
            <ns1:off x="11887200" y="7686675"/>
            <ns1:ext cx="33337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提案に集中できる環境を整え、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受注率の向上と売上拡大につなげます。</ns1:t>
            </ns1:r>
          </ns1:p>
        </ns0:txBody>
      </ns0:sp>
      <ns0:sp>
        <ns0:nvSpPr>
          <ns0:cNvPr id="161" name="trace:D08:content.auto.139">
            <ns1:extLst>
              <ns1:ext uri="{FF2B5EF4-FFF2-40B4-BE49-F238E27FC236}">
                <ns3:creationId id="{91B65D10-D1F3-4CE3-B7D4-FCE36BFF25AA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277225"/>
            <ns1:ext cx="266700" cy="123825"/>
          </ns1:xfrm>
          <ns1:custGeom>
            <ns1:pathLst>
              <ns1:path w="266700" h="123825">
                <ns1:moveTo>
                  <ns1:pt x="0" y="57150"/>
                </ns1:moveTo>
                <ns1:lnTo>
                  <ns1:pt x="133350" y="0"/>
                </ns1:lnTo>
                <ns1:lnTo>
                  <ns1:pt x="266700" y="66675"/>
                </ns1:lnTo>
                <ns1:lnTo>
                  <ns1:pt x="133350" y="12382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62" name="trace:D08:content.auto.140">
            <ns1:extLst>
              <ns1:ext uri="{FF2B5EF4-FFF2-40B4-BE49-F238E27FC236}">
                <ns3:creationId id="{7AB58AC9-4FC4-4DCE-B030-1504ECB06A73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334375"/>
            <ns1:ext cx="133350" cy="133350"/>
          </ns1:xfrm>
          <ns1:custGeom>
            <ns1:pathLst>
              <ns1:path w="133350" h="133350">
                <ns1:moveTo>
                  <ns1:pt x="0" y="0"/>
                </ns1:moveTo>
                <ns1:lnTo>
                  <ns1:pt x="133350" y="66675"/>
                </ns1:lnTo>
                <ns1:lnTo>
                  <ns1:pt x="133350" y="133350"/>
                </ns1:lnTo>
                <ns1:lnTo>
                  <ns1:pt x="0" y="76200"/>
                </ns1:lnTo>
                <ns1:close/>
              </ns1:path>
            </ns1:pathLst>
          </ns1:custGeom>
          <ns1:solidFill>
            <ns1:srgbClr val="7B8189"/>
          </ns1:solidFill>
          <ns1:ln w="0">
            <ns1:noFill/>
            <ns1:prstDash val="solid"/>
          </ns1:ln>
        </ns0:spPr>
      </ns0:sp>
      <ns0:sp>
        <ns0:nvSpPr>
          <ns0:cNvPr id="163" name="trace:D08:content.auto.141">
            <ns1:extLst>
              <ns1:ext uri="{FF2B5EF4-FFF2-40B4-BE49-F238E27FC236}">
                <ns3:creationId id="{BFB7D0B6-F42B-4881-BE30-507C5B92D5DB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8343900"/>
            <ns1:ext cx="133350" cy="123825"/>
          </ns1:xfrm>
          <ns1:custGeom>
            <ns1:pathLst>
              <ns1:path w="133350" h="123825">
                <ns1:moveTo>
                  <ns1:pt x="0" y="57150"/>
                </ns1:moveTo>
                <ns1:lnTo>
                  <ns1:pt x="133350" y="0"/>
                </ns1:lnTo>
                <ns1:lnTo>
                  <ns1:pt x="133350" y="66675"/>
                </ns1:lnTo>
                <ns1:lnTo>
                  <ns1:pt x="0" y="123825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64" name="trace:D08:content.auto.142">
            <ns1:extLst>
              <ns1:ext uri="{FF2B5EF4-FFF2-40B4-BE49-F238E27FC236}">
                <ns3:creationId id="{12C7FC80-D6F6-4EE6-9AA9-55FA6B2D1A9C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410575"/>
            <ns1:ext cx="133350" cy="152400"/>
          </ns1:xfrm>
          <ns1:custGeom>
            <ns1:pathLst>
              <ns1:path w="133350" h="152400">
                <ns1:moveTo>
                  <ns1:pt x="0" y="0"/>
                </ns1:moveTo>
                <ns1:lnTo>
                  <ns1:pt x="133350" y="57150"/>
                </ns1:lnTo>
                <ns1:lnTo>
                  <ns1:pt x="133350" y="152400"/>
                </ns1:lnTo>
                <ns1:lnTo>
                  <ns1:pt x="0" y="8572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65" name="trace:D08:content.auto.143">
            <ns1:extLst>
              <ns1:ext uri="{FF2B5EF4-FFF2-40B4-BE49-F238E27FC236}">
                <ns3:creationId id="{332F44F9-AFCB-4941-9F17-349BB876ACF7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8410575"/>
            <ns1:ext cx="133350" cy="152400"/>
          </ns1:xfrm>
          <ns1:custGeom>
            <ns1:pathLst>
              <ns1:path w="133350" h="152400">
                <ns1:moveTo>
                  <ns1:pt x="0" y="57150"/>
                </ns1:moveTo>
                <ns1:lnTo>
                  <ns1:pt x="133350" y="0"/>
                </ns1:lnTo>
                <ns1:lnTo>
                  <ns1:pt x="133350" y="85725"/>
                </ns1:lnTo>
                <ns1:lnTo>
                  <ns1:pt x="0" y="152400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66" name="trace:D08:footer.brand">
            <ns1:extLst>
              <ns1:ext uri="{FF2B5EF4-FFF2-40B4-BE49-F238E27FC236}">
                <ns3:creationId id="{5BEB7E89-1A1A-4A49-B67F-4704BB09DDCF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8334375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67" name="trace:D08:content.auto.144">
            <ns1:extLst>
              <ns1:ext uri="{FF2B5EF4-FFF2-40B4-BE49-F238E27FC236}">
                <ns3:creationId id="{CC259FE7-74C6-496C-87D2-A59C2A432EF9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267700"/>
            <ns1:ext cx="9525" cy="43815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68" name="trace:D08:footer.tagline.jp">
            <ns1:extLst>
              <ns1:ext uri="{FF2B5EF4-FFF2-40B4-BE49-F238E27FC236}">
                <ns3:creationId id="{C06BB40D-46B7-400D-B176-AA848C9ED596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25817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69" name="trace:D08:footer.tagline.en">
            <ns1:extLst>
              <ns1:ext uri="{FF2B5EF4-FFF2-40B4-BE49-F238E27FC236}">
                <ns3:creationId id="{EBF04482-A6DD-4575-8828-1CB78C530942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47725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70" name="trace:D08:footer.date">
            <ns1:extLst>
              <ns1:ext uri="{FF2B5EF4-FFF2-40B4-BE49-F238E27FC236}">
                <ns3:creationId id="{0B00FF56-BCFD-4B7A-8C7F-49721F9E2FC1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3437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71" name="trace:D08:content.auto.145">
            <ns1:extLst>
              <ns1:ext uri="{FF2B5EF4-FFF2-40B4-BE49-F238E27FC236}">
                <ns3:creationId id="{5F225EE8-720D-4EC5-AED6-342EDF8AE402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1057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4:creationId val="797457678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2026-09-20T11:55:49.8070000Z</dcterms:created>
  <dcterms:modified xsi:type="dcterms:W3CDTF">2026-09-20T11:55:49.8070000Z</dcterms:modified>
</coreProperties>
</file>