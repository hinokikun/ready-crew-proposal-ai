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21f3b2a884287" /><Relationship Type="http://schemas.openxmlformats.org/officeDocument/2006/relationships/extended-properties" Target="/docProps/app.xml" Id="R24481453f1854369" /><Relationship Type="http://schemas.openxmlformats.org/officeDocument/2006/relationships/officeDocument" Target="/ppt/presentation.xml" Id="Rdde4701f52d2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70c7aad3a4dd3"/>
  </p:sldMasterIdLst>
  <p:notesMasterIdLst>
    <p:notesMasterId xmlns:r="http://schemas.openxmlformats.org/officeDocument/2006/relationships" r:id="R896cf969d81e4be4"/>
  </p:notesMasterIdLst>
  <p:sldIdLst>
    <p:sldId xmlns:r="http://schemas.openxmlformats.org/officeDocument/2006/relationships" id="256" r:id="R712116bea5a844f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42437d61d4123" /><Relationship Type="http://schemas.openxmlformats.org/officeDocument/2006/relationships/slideMaster" Target="/ppt/slideMasters/slideMaster1.xml" Id="R05d70c7aad3a4dd3" /><Relationship Type="http://schemas.openxmlformats.org/officeDocument/2006/relationships/notesMaster" Target="/ppt/notesMasters/notesMaster1.xml" Id="R896cf969d81e4be4" /><Relationship Type="http://schemas.openxmlformats.org/officeDocument/2006/relationships/presProps" Target="/ppt/presProps.xml" Id="R1c54d903cd534585" /><Relationship Type="http://schemas.openxmlformats.org/officeDocument/2006/relationships/tableStyles" Target="/ppt/tableStyles.xml" Id="Ra223a74c1cad48d6" /><Relationship Type="http://schemas.openxmlformats.org/officeDocument/2006/relationships/slide" Target="/ppt/slides/slide1.xml" Id="R712116bea5a8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8675f20a20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8c1971fa34f6c" /><Relationship Type="http://schemas.openxmlformats.org/officeDocument/2006/relationships/notesMaster" Target="/ppt/notesMasters/notesMaster1.xml" Id="Ra052b931844d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D09 system-architecture detail replacement native trace. Canonical image is the sole visual authority. All panels, connectors, labels, and icons are editable native objects. No full-slide raster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49c504e24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42ad540424728" /><Relationship Type="http://schemas.openxmlformats.org/officeDocument/2006/relationships/slideLayout" Target="/ppt/slideLayouts/slideLayout1.xml" Id="R66d6e9a18219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6e9a18219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052fd55c4fb3" /><Relationship Type="http://schemas.openxmlformats.org/officeDocument/2006/relationships/notesSlide" Target="/ppt/notesSlides/notesSlide1.xml" Id="R4a3f2dc685234182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0" name="trace:D09:content.auto">
            <ns1:extLst>
              <ns1:ext uri="{FF2B5EF4-FFF2-40B4-BE49-F238E27FC236}">
                <ns2:creationId id="{43F813B1-236D-4DD9-A250-92558C006460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0" y="0"/>
            <ns1:ext cx="2857500" cy="4762500"/>
          </ns1:xfrm>
          <ns1:custGeom>
            <ns1:pathLst>
              <ns1:path w="2857500" h="4762500">
                <ns1:moveTo>
                  <ns1:pt x="1543050" y="0"/>
                </ns1:moveTo>
                <ns1:lnTo>
                  <ns1:pt x="2857500" y="0"/>
                </ns1:lnTo>
                <ns1:lnTo>
                  <ns1:pt x="1238250" y="4762500"/>
                </ns1:lnTo>
                <ns1:lnTo>
                  <ns1:pt x="0" y="47625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" name="trace:D09:content.auto.2">
            <ns1:extLst>
              <ns1:ext uri="{FF2B5EF4-FFF2-40B4-BE49-F238E27FC236}">
                <ns2:creationId id="{91F98DFA-C0D5-443E-BEE2-4140E045B3A6}"/>
              </ns1:ext>
            </ns1:extLst>
          </ns0:cNvPr>
          <ns0:cNvSpPr>
            <ns1:spLocks noGrp="1"/>
          </ns0:cNvSpPr>
          <ns0:nvPr/>
        </ns0:nvSpPr>
        <ns0:spPr>
          <ns1:xfrm>
            <ns1:off x="10267950" y="0"/>
            <ns1:ext cx="1847850" cy="4762500"/>
          </ns1:xfrm>
          <ns1:custGeom>
            <ns1:pathLst>
              <ns1:path w="1847850" h="4762500">
                <ns1:moveTo>
                  <ns1:pt x="1543050" y="0"/>
                </ns1:moveTo>
                <ns1:lnTo>
                  <ns1:pt x="1847850" y="0"/>
                </ns1:lnTo>
                <ns1:lnTo>
                  <ns1:pt x="304800" y="4762500"/>
                </ns1:lnTo>
                <ns1:lnTo>
                  <ns1:pt x="0" y="476250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" name="trace:D09:content.auto.3">
            <ns1:extLst>
              <ns1:ext uri="{FF2B5EF4-FFF2-40B4-BE49-F238E27FC236}">
                <ns2:creationId id="{A37AAAD9-86EB-48CD-BEA5-2E63955B92BA}"/>
              </ns1:ext>
            </ns1:extLst>
          </ns0:cNvPr>
          <ns0:cNvSpPr>
            <ns1:spLocks noGrp="1"/>
          </ns0:cNvSpPr>
          <ns0:nvPr/>
        </ns0:nvSpPr>
        <ns0:spPr>
          <ns1:xfrm>
            <ns1:off x="11830050" y="0"/>
            <ns1:ext cx="1895475" cy="4953000"/>
          </ns1:xfrm>
          <ns1:custGeom>
            <ns1:pathLst>
              <ns1:path w="1895475" h="4953000">
                <ns1:moveTo>
                  <ns1:pt x="1600200" y="0"/>
                </ns1:moveTo>
                <ns1:lnTo>
                  <ns1:pt x="1895475" y="0"/>
                </ns1:lnTo>
                <ns1:lnTo>
                  <ns1:pt x="30480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4" name="trace:D09:content.auto.4">
            <ns1:extLst>
              <ns1:ext uri="{FF2B5EF4-FFF2-40B4-BE49-F238E27FC236}">
                <ns2:creationId id="{C40778A0-59A8-4DC3-A3E3-3F65FB041267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00875"/>
            <ns1:ext cx="3352800" cy="1962150"/>
          </ns1:xfrm>
          <ns1:custGeom>
            <ns1:pathLst>
              <ns1:path w="3352800" h="1962150">
                <ns1:moveTo>
                  <ns1:pt x="0" y="1962150"/>
                </ns1:moveTo>
                <ns1:lnTo>
                  <ns1:pt x="3352800" y="0"/>
                </ns1:lnTo>
                <ns1:lnTo>
                  <ns1:pt x="3352800" y="19621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" name="trace:D09:content.auto.5">
            <ns1:extLst>
              <ns1:ext uri="{FF2B5EF4-FFF2-40B4-BE49-F238E27FC236}">
                <ns2:creationId id="{1557B472-8E22-4C4C-8EF5-422AC60F77D6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43825"/>
            <ns1:ext cx="2305050" cy="1219200"/>
          </ns1:xfrm>
          <ns1:custGeom>
            <ns1:pathLst>
              <ns1:path w="2305050" h="1219200">
                <ns1:moveTo>
                  <ns1:pt x="0" y="1219200"/>
                </ns1:moveTo>
                <ns1:lnTo>
                  <ns1:pt x="2305050" y="0"/>
                </ns1:lnTo>
                <ns1:lnTo>
                  <ns1:pt x="2305050" y="12192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6" name="trace:D09:content.auto.6">
            <ns1:extLst>
              <ns1:ext uri="{FF2B5EF4-FFF2-40B4-BE49-F238E27FC236}">
                <ns2:creationId id="{DE6B78CE-6ECE-413A-B5D5-49516A222E85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D09</ns1:t>
            </ns1:r>
          </ns1:p>
        </ns0:txBody>
      </ns0:sp>
      <ns0:sp>
        <ns0:nvSpPr>
          <ns0:cNvPr id="7" name="trace:D09:title.primary">
            <ns1:extLst>
              <ns1:ext uri="{FF2B5EF4-FFF2-40B4-BE49-F238E27FC236}">
                <ns2:creationId id="{0C804E12-65E5-44E9-BABD-580475FEC3E0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85750"/>
            <ns1:ext cx="3429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システム構成と情報連携</ns1:t>
            </ns1:r>
          </ns1:p>
        </ns0:txBody>
      </ns0:sp>
      <ns0:sp>
        <ns0:nvSpPr>
          <ns0:cNvPr id="8" name="trace:D09:header.brand">
            <ns1:extLst>
              <ns1:ext uri="{FF2B5EF4-FFF2-40B4-BE49-F238E27FC236}">
                <ns2:creationId id="{48A4F6D8-644B-411C-BE10-C82AF53C158D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285750"/>
            <ns1:ext cx="2190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t>提案クエスト</ns1:t>
            </ns1:r>
          </ns1:p>
        </ns0:txBody>
      </ns0:sp>
      <ns0:sp>
        <ns0:nvSpPr>
          <ns0:cNvPr id="9" name="trace:D09:header.tagline">
            <ns1:extLst>
              <ns1:ext uri="{FF2B5EF4-FFF2-40B4-BE49-F238E27FC236}">
                <ns2:creationId id="{FB928F43-72D2-4976-9AB8-818C8E3AC851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638175"/>
            <ns1:ext cx="233362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0" name="trace:D09:header.message">
            <ns1:extLst>
              <ns1:ext uri="{FF2B5EF4-FFF2-40B4-BE49-F238E27FC236}">
                <ns2:creationId id="{BF30131A-7379-4D8A-82B1-EDFFB4168CD6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400050"/>
            <ns1:ext cx="18097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1" name="trace:D09:content.auto.7">
            <ns1:extLst>
              <ns1:ext uri="{FF2B5EF4-FFF2-40B4-BE49-F238E27FC236}">
                <ns2:creationId id="{BC2C73CB-D846-4514-B5A5-9A6A45C9F61B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904875"/>
            <ns1:ext cx="15811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2" name="trace:D09:content.auto.8">
            <ns1:extLst>
              <ns1:ext uri="{FF2B5EF4-FFF2-40B4-BE49-F238E27FC236}">
                <ns2:creationId id="{20ED63AB-D635-45A6-93B5-10F8282C4A7A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" name="trace:D09:title.primary.2">
            <ns1:extLst>
              <ns1:ext uri="{FF2B5EF4-FFF2-40B4-BE49-F238E27FC236}">
                <ns2:creationId id="{CC9B001C-0971-4D22-A146-51C50B56A0E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009650"/>
            <ns1:ext cx="723900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システム構成と情報連携</ns1:t>
            </ns1:r>
          </ns1:p>
        </ns0:txBody>
      </ns0:sp>
      <ns0:sp>
        <ns0:nvSpPr>
          <ns0:cNvPr id="14" name="trace:D09:title.primary.3">
            <ns1:extLst>
              <ns1:ext uri="{FF2B5EF4-FFF2-40B4-BE49-F238E27FC236}">
                <ns2:creationId id="{02DDE19C-377C-40FD-9B10-F9AFE9CB0D39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571625"/>
            <ns1:ext cx="990600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社内外の情報を安全に連携し、AIが整理・分析。人の確認を経て、提案・見積・営業判断へ活用します。</ns1:t>
            </ns1:r>
          </ns1:p>
        </ns0:txBody>
      </ns0:sp>
      <ns0:sp>
        <ns0:nvSpPr>
          <ns0:cNvPr id="15" name="trace:D09:content.auto.9">
            <ns1:extLst>
              <ns1:ext uri="{FF2B5EF4-FFF2-40B4-BE49-F238E27FC236}">
                <ns2:creationId id="{4E236711-D696-48E9-BA2B-830245D77F3B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409825"/>
            <ns1:ext cx="3257550" cy="4324350"/>
          </ns1:xfrm>
          <ns1:prstGeom prst="roundRect">
            <ns1:avLst>
              <ns1:gd name="adj" fmla="val 3509"/>
            </ns1:avLst>
          </ns1:prstGeom>
          <ns1:solidFill>
            <ns1:srgbClr val="F8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6" name="trace:D09:content.auto.10">
            <ns1:extLst>
              <ns1:ext uri="{FF2B5EF4-FFF2-40B4-BE49-F238E27FC236}">
                <ns2:creationId id="{DB7E6FA9-A3E2-471D-8CE1-E3BE3569BC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28900"/>
            <ns1:ext cx="2286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データソース</ns1:t>
            </ns1:r>
          </ns1:p>
        </ns0:txBody>
      </ns0:sp>
      <ns0:sp>
        <ns0:nvSpPr>
          <ns0:cNvPr id="17" name="trace:D09:content.auto.11">
            <ns1:extLst>
              <ns1:ext uri="{FF2B5EF4-FFF2-40B4-BE49-F238E27FC236}">
                <ns2:creationId id="{8B41CF20-1434-4368-BA33-E10579C67A0F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2981325"/>
            <ns1:ext cx="291465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8" name="trace:D09:content.auto.12">
            <ns1:extLst>
              <ns1:ext uri="{FF2B5EF4-FFF2-40B4-BE49-F238E27FC236}">
                <ns2:creationId id="{39313ED8-1E08-445E-AB2B-421D2E2328BF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1337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9" name="trace:D09:title.primary.4">
            <ns1:extLst>
              <ns1:ext uri="{FF2B5EF4-FFF2-40B4-BE49-F238E27FC236}">
                <ns2:creationId id="{7AB1AEB7-6195-4BDE-AE59-034C6AE3A76F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3114675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顧客・案件情報</ns1:t>
            </ns1:r>
          </ns1:p>
        </ns0:txBody>
      </ns0:sp>
      <ns0:sp>
        <ns0:nvSpPr>
          <ns0:cNvPr id="20" name="trace:D09:title.primary.5">
            <ns1:extLst>
              <ns1:ext uri="{FF2B5EF4-FFF2-40B4-BE49-F238E27FC236}">
                <ns2:creationId id="{D8F9FF1F-68CF-4E9E-8EB6-48C047F22CA9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3362325"/>
            <ns1:ext cx="2095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CRM / 案件概要 / ヒアリング</ns1:t>
            </ns1:r>
          </ns1:p>
        </ns0:txBody>
      </ns0:sp>
      <ns0:sp>
        <ns0:nvSpPr>
          <ns0:cNvPr id="21" name="trace:D09:content.auto.13">
            <ns1:extLst>
              <ns1:ext uri="{FF2B5EF4-FFF2-40B4-BE49-F238E27FC236}">
                <ns2:creationId id="{16D9DAAE-8679-42A0-9DDC-08AA38D97E8B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819525"/>
            <ns1:ext cx="291465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22" name="trace:D09:content.auto.14">
            <ns1:extLst>
              <ns1:ext uri="{FF2B5EF4-FFF2-40B4-BE49-F238E27FC236}">
                <ns2:creationId id="{37F095E7-7C13-4BAB-84AD-00C7409AD2F9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719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23" name="trace:D09:content.auto.15">
            <ns1:extLst>
              <ns1:ext uri="{FF2B5EF4-FFF2-40B4-BE49-F238E27FC236}">
                <ns2:creationId id="{DD30360C-5A83-4FA0-830C-EBA977E9A35A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3952875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過去提案・実績</ns1:t>
            </ns1:r>
          </ns1:p>
        </ns0:txBody>
      </ns0:sp>
      <ns0:sp>
        <ns0:nvSpPr>
          <ns0:cNvPr id="24" name="trace:D09:content.auto.16">
            <ns1:extLst>
              <ns1:ext uri="{FF2B5EF4-FFF2-40B4-BE49-F238E27FC236}">
                <ns2:creationId id="{8BADEC63-CA9B-4115-903B-D74045E9DAEE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4200525"/>
            <ns1:ext cx="2095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提案書 / 見積 / 受注・失注履歴</ns1:t>
            </ns1:r>
          </ns1:p>
        </ns0:txBody>
      </ns0:sp>
      <ns0:sp>
        <ns0:nvSpPr>
          <ns0:cNvPr id="25" name="trace:D09:content.auto.17">
            <ns1:extLst>
              <ns1:ext uri="{FF2B5EF4-FFF2-40B4-BE49-F238E27FC236}">
                <ns2:creationId id="{52B0E008-001C-4370-B741-A11C0354A2C8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4657725"/>
            <ns1:ext cx="291465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26" name="trace:D09:content.auto.18">
            <ns1:extLst>
              <ns1:ext uri="{FF2B5EF4-FFF2-40B4-BE49-F238E27FC236}">
                <ns2:creationId id="{0EAA671F-2878-4FB7-A3D1-0E9CC116957F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8101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27" name="trace:D09:content.auto.19">
            <ns1:extLst>
              <ns1:ext uri="{FF2B5EF4-FFF2-40B4-BE49-F238E27FC236}">
                <ns2:creationId id="{0D2B7419-9C9E-47A4-9AE4-8488EA658BAD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4791075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社内ナレッジ</ns1:t>
            </ns1:r>
          </ns1:p>
        </ns0:txBody>
      </ns0:sp>
      <ns0:sp>
        <ns0:nvSpPr>
          <ns0:cNvPr id="28" name="trace:D09:content.auto.20">
            <ns1:extLst>
              <ns1:ext uri="{FF2B5EF4-FFF2-40B4-BE49-F238E27FC236}">
                <ns2:creationId id="{4873ABDC-5C6A-4EA3-88B1-A700F1296809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5038725"/>
            <ns1:ext cx="2095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テンプレート / FAQ / ノウハウ</ns1:t>
            </ns1:r>
          </ns1:p>
        </ns0:txBody>
      </ns0:sp>
      <ns0:sp>
        <ns0:nvSpPr>
          <ns0:cNvPr id="29" name="trace:D09:content.auto.21">
            <ns1:extLst>
              <ns1:ext uri="{FF2B5EF4-FFF2-40B4-BE49-F238E27FC236}">
                <ns2:creationId id="{9E3DBA6D-441D-4163-99C6-058E937411C6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5495925"/>
            <ns1:ext cx="291465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30" name="trace:D09:content.auto.22">
            <ns1:extLst>
              <ns1:ext uri="{FF2B5EF4-FFF2-40B4-BE49-F238E27FC236}">
                <ns2:creationId id="{C54B8755-125C-4F80-9784-D07672BD28E7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6483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1" name="trace:D09:content.auto.23">
            <ns1:extLst>
              <ns1:ext uri="{FF2B5EF4-FFF2-40B4-BE49-F238E27FC236}">
                <ns2:creationId id="{834DBEA9-C91B-4180-9127-19092AC68CB2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5629275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外部情報</ns1:t>
            </ns1:r>
          </ns1:p>
        </ns0:txBody>
      </ns0:sp>
      <ns0:sp>
        <ns0:nvSpPr>
          <ns0:cNvPr id="32" name="trace:D09:content.auto.24">
            <ns1:extLst>
              <ns1:ext uri="{FF2B5EF4-FFF2-40B4-BE49-F238E27FC236}">
                <ns2:creationId id="{3CCE894D-8088-49BA-9526-A277BE632AA4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5876925"/>
            <ns1:ext cx="2095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市場 / 競合 / 公開情報</ns1:t>
            </ns1:r>
          </ns1:p>
        </ns0:txBody>
      </ns0:sp>
      <ns0:sp>
        <ns0:nvSpPr>
          <ns0:cNvPr id="33" name="trace:D09:content.auto.25">
            <ns1:extLst>
              <ns1:ext uri="{FF2B5EF4-FFF2-40B4-BE49-F238E27FC236}">
                <ns2:creationId id="{236B9D00-1953-46E7-B9E8-D43EB475DEF1}"/>
              </ns1:ext>
            </ns1:extLst>
          </ns0:cNvPr>
          <ns0:cNvSpPr>
            <ns1:spLocks noGrp="1"/>
          </ns0:cNvSpPr>
          <ns0:nvPr/>
        </ns0:nvSpPr>
        <ns0:spPr>
          <ns1:xfrm>
            <ns1:off x="4619625" y="2409825"/>
            <ns1:ext cx="6534150" cy="4324350"/>
          </ns1:xfrm>
          <ns1:prstGeom prst="roundRect">
            <ns1:avLst>
              <ns1:gd name="adj" fmla="val 2643"/>
            </ns1:avLst>
          </ns1:prstGeom>
          <ns1:solidFill>
            <ns1:srgbClr val="FFF0F1"/>
          </ns1:solidFill>
          <ns1:ln w="9525">
            <ns1:solidFill>
              <ns1:srgbClr val="F1B7BC"/>
            </ns1:solidFill>
            <ns1:prstDash val="solid"/>
          </ns1:ln>
        </ns0:spPr>
      </ns0:sp>
      <ns0:sp>
        <ns0:nvSpPr>
          <ns0:cNvPr id="34" name="trace:D09:content.auto.26">
            <ns1:extLst>
              <ns1:ext uri="{FF2B5EF4-FFF2-40B4-BE49-F238E27FC236}">
                <ns2:creationId id="{15DD70A2-7744-4DC6-8267-DB62C23A1EA6}"/>
              </ns1:ext>
            </ns1:extLst>
          </ns0:cNvPr>
          <ns0:cNvSpPr>
            <ns1:spLocks noGrp="1"/>
          </ns0:cNvSpPr>
          <ns0:nvPr/>
        </ns0:nvSpPr>
        <ns0:spPr>
          <ns1:xfrm>
            <ns1:off x="4791075" y="2571750"/>
            <ns1:ext cx="6191250" cy="485775"/>
          </ns1:xfrm>
          <ns1:prstGeom prst="roundRect">
            <ns1:avLst>
              <ns1:gd name="adj" fmla="val 23529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5" name="trace:D09:title.primary.6">
            <ns1:extLst>
              <ns1:ext uri="{FF2B5EF4-FFF2-40B4-BE49-F238E27FC236}">
                <ns2:creationId id="{9EE7C0BB-3DD1-4A23-82FF-72D2CF5FE9BF}"/>
              </ns1:ext>
            </ns1:extLst>
          </ns0:cNvPr>
          <ns0:cNvSpPr>
            <ns1:spLocks noGrp="1"/>
          </ns0:cNvSpPr>
          <ns0:nvPr/>
        </ns0:nvSpPr>
        <ns0:spPr>
          <ns1:xfrm>
            <ns1:off x="4791075" y="2695575"/>
            <ns1:ext cx="619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提案クエスト基盤</ns1:t>
            </ns1:r>
          </ns1:p>
        </ns0:txBody>
      </ns0:sp>
      <ns0:sp>
        <ns0:nvSpPr>
          <ns0:cNvPr id="36" name="trace:D09:content.auto.27">
            <ns1:extLst>
              <ns1:ext uri="{FF2B5EF4-FFF2-40B4-BE49-F238E27FC236}">
                <ns2:creationId id="{D18F24D8-3017-42CE-8640-80DF6C672143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3257550"/>
            <ns1:ext cx="1866900" cy="2562225"/>
          </ns1:xfrm>
          <ns1:prstGeom prst="roundRect">
            <ns1:avLst>
              <ns1:gd name="adj" fmla="val 6122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37" name="trace:D09:content.auto.28">
            <ns1:extLst>
              <ns1:ext uri="{FF2B5EF4-FFF2-40B4-BE49-F238E27FC236}">
                <ns2:creationId id="{418374FF-F283-4882-B14F-F8DC7B25E816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3257550"/>
            <ns1:ext cx="1866900" cy="466725"/>
          </ns1:xfrm>
          <ns1:prstGeom prst="roundRect">
            <ns1:avLst>
              <ns1:gd name="adj" fmla="val 2449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8" name="trace:D09:content.auto.29">
            <ns1:extLst>
              <ns1:ext uri="{FF2B5EF4-FFF2-40B4-BE49-F238E27FC236}">
                <ns2:creationId id="{AC02D490-052C-4302-ABF1-63B915AD4B3A}"/>
              </ns1:ext>
            </ns1:extLst>
          </ns0:cNvPr>
          <ns0:cNvSpPr>
            <ns1:spLocks noGrp="1"/>
          </ns0:cNvSpPr>
          <ns0:nvPr/>
        </ns0:nvSpPr>
        <ns0:spPr>
          <ns1:xfrm>
            <ns1:off x="5000625" y="3371850"/>
            <ns1:ext cx="16383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データ統合</ns1:t>
            </ns1:r>
          </ns1:p>
        </ns0:txBody>
      </ns0:sp>
      <ns0:sp>
        <ns0:nvSpPr>
          <ns0:cNvPr id="39" name="trace:D09:content.auto.30">
            <ns1:extLst>
              <ns1:ext uri="{FF2B5EF4-FFF2-40B4-BE49-F238E27FC236}">
                <ns2:creationId id="{07B6FCA8-7454-4A57-9414-35FF67599978}"/>
              </ns1:ext>
            </ns1:extLst>
          </ns0:cNvPr>
          <ns0:cNvSpPr>
            <ns1:spLocks noGrp="1"/>
          </ns0:cNvSpPr>
          <ns0:nvPr/>
        </ns0:nvSpPr>
        <ns0:spPr>
          <ns1:xfrm>
            <ns1:off x="5038725" y="3829050"/>
            <ns1:ext cx="1571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情報整理・蓄積</ns1:t>
            </ns1:r>
          </ns1:p>
        </ns0:txBody>
      </ns0:sp>
      <ns0:sp>
        <ns0:nvSpPr>
          <ns0:cNvPr id="40" name="trace:D09:content.auto.31">
            <ns1:extLst>
              <ns1:ext uri="{FF2B5EF4-FFF2-40B4-BE49-F238E27FC236}">
                <ns2:creationId id="{2F1B135B-A8B2-4A54-BC56-AE403DBFC641}"/>
              </ns1:ext>
            </ns1:extLst>
          </ns0:cNvPr>
          <ns0:cNvSpPr>
            <ns1:spLocks noGrp="1"/>
          </ns0:cNvSpPr>
          <ns0:nvPr/>
        </ns0:nvSpPr>
        <ns0:spPr>
          <ns1:xfrm>
            <ns1:off x="5514975" y="4038600"/>
            <ns1:ext cx="609600" cy="51435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41" name="trace:D09:content.auto.32">
            <ns1:extLst>
              <ns1:ext uri="{FF2B5EF4-FFF2-40B4-BE49-F238E27FC236}">
                <ns2:creationId id="{7CEA3B3F-8CF8-458C-8890-45186C3C3F77}"/>
              </ns1:ext>
            </ns1:extLst>
          </ns0:cNvPr>
          <ns0:cNvSpPr>
            <ns1:spLocks noGrp="1"/>
          </ns0:cNvSpPr>
          <ns0:nvPr/>
        </ns0:nvSpPr>
        <ns0:spPr>
          <ns1:xfrm>
            <ns1:off x="5514975" y="4181475"/>
            <ns1:ext cx="6096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DB</ns1:t>
            </ns1:r>
          </ns1:p>
        </ns0:txBody>
      </ns0:sp>
      <ns0:sp>
        <ns0:nvSpPr>
          <ns0:cNvPr id="42" name="trace:D09:lead">
            <ns1:extLst>
              <ns1:ext uri="{FF2B5EF4-FFF2-40B4-BE49-F238E27FC236}">
                <ns2:creationId id="{20B69433-758A-4C7F-840A-28E0AC66B478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4810125"/>
            <ns1:ext cx="1571625" cy="790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・データレイク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・ベクトルDB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・権限付き検索</ns1:t>
            </ns1:r>
          </ns1:p>
        </ns0:txBody>
      </ns0:sp>
      <ns0:sp>
        <ns0:nvSpPr>
          <ns0:cNvPr id="43" name="trace:D09:content.auto.33">
            <ns1:extLst>
              <ns1:ext uri="{FF2B5EF4-FFF2-40B4-BE49-F238E27FC236}">
                <ns2:creationId id="{F0AA0B8F-A372-416C-9A6D-3A9A5F9132A1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3257550"/>
            <ns1:ext cx="1866900" cy="2562225"/>
          </ns1:xfrm>
          <ns1:prstGeom prst="roundRect">
            <ns1:avLst>
              <ns1:gd name="adj" fmla="val 6122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44" name="trace:D09:content.auto.34">
            <ns1:extLst>
              <ns1:ext uri="{FF2B5EF4-FFF2-40B4-BE49-F238E27FC236}">
                <ns2:creationId id="{3D881F7C-D7C9-43FC-909A-FC2F73CE8DAB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3257550"/>
            <ns1:ext cx="1866900" cy="466725"/>
          </ns1:xfrm>
          <ns1:prstGeom prst="roundRect">
            <ns1:avLst>
              <ns1:gd name="adj" fmla="val 2449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5" name="trace:D09:content.auto.35">
            <ns1:extLst>
              <ns1:ext uri="{FF2B5EF4-FFF2-40B4-BE49-F238E27FC236}">
                <ns2:creationId id="{1E535991-7F10-428E-8764-97A5A0600CEE}"/>
              </ns1:ext>
            </ns1:extLst>
          </ns0:cNvPr>
          <ns0:cNvSpPr>
            <ns1:spLocks noGrp="1"/>
          </ns0:cNvSpPr>
          <ns0:nvPr/>
        </ns0:nvSpPr>
        <ns0:spPr>
          <ns1:xfrm>
            <ns1:off x="7019925" y="3371850"/>
            <ns1:ext cx="16383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AIエンジン</ns1:t>
            </ns1:r>
          </ns1:p>
        </ns0:txBody>
      </ns0:sp>
      <ns0:sp>
        <ns0:nvSpPr>
          <ns0:cNvPr id="46" name="trace:D09:content.auto.36">
            <ns1:extLst>
              <ns1:ext uri="{FF2B5EF4-FFF2-40B4-BE49-F238E27FC236}">
                <ns2:creationId id="{EEBF4FD1-BBCD-4678-8AF4-C3826DBC229D}"/>
              </ns1:ext>
            </ns1:extLst>
          </ns0:cNvPr>
          <ns0:cNvSpPr>
            <ns1:spLocks noGrp="1"/>
          </ns0:cNvSpPr>
          <ns0:nvPr/>
        </ns0:nvSpPr>
        <ns0:spPr>
          <ns1:xfrm>
            <ns1:off x="7058025" y="3829050"/>
            <ns1:ext cx="1571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分析・生成</ns1:t>
            </ns1:r>
          </ns1:p>
        </ns0:txBody>
      </ns0:sp>
      <ns0:sp>
        <ns0:nvSpPr>
          <ns0:cNvPr id="47" name="trace:D09:content.auto.37">
            <ns1:extLst>
              <ns1:ext uri="{FF2B5EF4-FFF2-40B4-BE49-F238E27FC236}">
                <ns2:creationId id="{80B31D78-084F-490F-B718-C61492569C9E}"/>
              </ns1:ext>
            </ns1:extLst>
          </ns0:cNvPr>
          <ns0:cNvSpPr>
            <ns1:spLocks noGrp="1"/>
          </ns0:cNvSpPr>
          <ns0:nvPr/>
        </ns0:nvSpPr>
        <ns0:spPr>
          <ns1:xfrm>
            <ns1:off x="7534275" y="4038600"/>
            <ns1:ext cx="609600" cy="51435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48" name="trace:D09:content.auto.38">
            <ns1:extLst>
              <ns1:ext uri="{FF2B5EF4-FFF2-40B4-BE49-F238E27FC236}">
                <ns2:creationId id="{D6BE9BB3-A0D4-4700-B30B-09EC2615A1EE}"/>
              </ns1:ext>
            </ns1:extLst>
          </ns0:cNvPr>
          <ns0:cNvSpPr>
            <ns1:spLocks noGrp="1"/>
          </ns0:cNvSpPr>
          <ns0:nvPr/>
        </ns0:nvSpPr>
        <ns0:spPr>
          <ns1:xfrm>
            <ns1:off x="7534275" y="4181475"/>
            <ns1:ext cx="6096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</ns1:t>
            </ns1:r>
          </ns1:p>
        </ns0:txBody>
      </ns0:sp>
      <ns0:sp>
        <ns0:nvSpPr>
          <ns0:cNvPr id="49" name="trace:D09:lead.2">
            <ns1:extLst>
              <ns1:ext uri="{FF2B5EF4-FFF2-40B4-BE49-F238E27FC236}">
                <ns2:creationId id="{D4A95B08-4638-4D7F-B370-3D3E15127F6D}"/>
              </ns1:ext>
            </ns1:extLst>
          </ns0:cNvPr>
          <ns0:cNvSpPr>
            <ns1:spLocks noGrp="1"/>
          </ns0:cNvSpPr>
          <ns0:nvPr/>
        </ns0:nvSpPr>
        <ns0:spPr>
          <ns1:xfrm>
            <ns1:off x="7067550" y="4810125"/>
            <ns1:ext cx="1571625" cy="790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・課題分析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・RAG / ナレッジ参照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・提案ストーリー生成</ns1:t>
            </ns1:r>
          </ns1:p>
        </ns0:txBody>
      </ns0:sp>
      <ns0:sp>
        <ns0:nvSpPr>
          <ns0:cNvPr id="50" name="trace:D09:content.auto.39">
            <ns1:extLst>
              <ns1:ext uri="{FF2B5EF4-FFF2-40B4-BE49-F238E27FC236}">
                <ns2:creationId id="{EA65BD0E-E000-47CE-B0B9-C49545FD4E18}"/>
              </ns1:ext>
            </ns1:extLst>
          </ns0:cNvPr>
          <ns0:cNvSpPr>
            <ns1:spLocks noGrp="1"/>
          </ns0:cNvSpPr>
          <ns0:nvPr/>
        </ns0:nvSpPr>
        <ns0:spPr>
          <ns1:xfrm>
            <ns1:off x="8943975" y="3257550"/>
            <ns1:ext cx="1866900" cy="2562225"/>
          </ns1:xfrm>
          <ns1:prstGeom prst="roundRect">
            <ns1:avLst>
              <ns1:gd name="adj" fmla="val 6122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51" name="trace:D09:content.auto.40">
            <ns1:extLst>
              <ns1:ext uri="{FF2B5EF4-FFF2-40B4-BE49-F238E27FC236}">
                <ns2:creationId id="{1F5BE8E0-A13A-4AA1-962D-9BF56975260F}"/>
              </ns1:ext>
            </ns1:extLst>
          </ns0:cNvPr>
          <ns0:cNvSpPr>
            <ns1:spLocks noGrp="1"/>
          </ns0:cNvSpPr>
          <ns0:nvPr/>
        </ns0:nvSpPr>
        <ns0:spPr>
          <ns1:xfrm>
            <ns1:off x="8943975" y="3257550"/>
            <ns1:ext cx="1866900" cy="466725"/>
          </ns1:xfrm>
          <ns1:prstGeom prst="roundRect">
            <ns1:avLst>
              <ns1:gd name="adj" fmla="val 2449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2" name="trace:D09:title.primary.7">
            <ns1:extLst>
              <ns1:ext uri="{FF2B5EF4-FFF2-40B4-BE49-F238E27FC236}">
                <ns2:creationId id="{7891AFC6-5F2A-4616-8EDC-50E28A261B37}"/>
              </ns1:ext>
            </ns1:extLst>
          </ns0:cNvPr>
          <ns0:cNvSpPr>
            <ns1:spLocks noGrp="1"/>
          </ns0:cNvSpPr>
          <ns0:nvPr/>
        </ns0:nvSpPr>
        <ns0:spPr>
          <ns1:xfrm>
            <ns1:off x="9058275" y="3371850"/>
            <ns1:ext cx="16383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アプリケーション</ns1:t>
            </ns1:r>
          </ns1:p>
        </ns0:txBody>
      </ns0:sp>
      <ns0:sp>
        <ns0:nvSpPr>
          <ns0:cNvPr id="53" name="trace:D09:content.auto.41">
            <ns1:extLst>
              <ns1:ext uri="{FF2B5EF4-FFF2-40B4-BE49-F238E27FC236}">
                <ns2:creationId id="{8DC6F472-4B02-4C99-A3EF-4C2BC5BA5ED4}"/>
              </ns1:ext>
            </ns1:extLst>
          </ns0:cNvPr>
          <ns0:cNvSpPr>
            <ns1:spLocks noGrp="1"/>
          </ns0:cNvSpPr>
          <ns0:nvPr/>
        </ns0:nvSpPr>
        <ns0:spPr>
          <ns1:xfrm>
            <ns1:off x="9096375" y="3829050"/>
            <ns1:ext cx="1571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業務活用</ns1:t>
            </ns1:r>
          </ns1:p>
        </ns0:txBody>
      </ns0:sp>
      <ns0:sp>
        <ns0:nvSpPr>
          <ns0:cNvPr id="54" name="trace:D09:content.auto.42">
            <ns1:extLst>
              <ns1:ext uri="{FF2B5EF4-FFF2-40B4-BE49-F238E27FC236}">
                <ns2:creationId id="{8458413F-C0B2-420C-96AE-BCCB05442A70}"/>
              </ns1:ext>
            </ns1:extLst>
          </ns0:cNvPr>
          <ns0:cNvSpPr>
            <ns1:spLocks noGrp="1"/>
          </ns0:cNvSpPr>
          <ns0:nvPr/>
        </ns0:nvSpPr>
        <ns0:spPr>
          <ns1:xfrm>
            <ns1:off x="9572625" y="4038600"/>
            <ns1:ext cx="609600" cy="51435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5" name="trace:D09:content.auto.43">
            <ns1:extLst>
              <ns1:ext uri="{FF2B5EF4-FFF2-40B4-BE49-F238E27FC236}">
                <ns2:creationId id="{59AB2035-4A5E-4398-96FF-1E8847997888}"/>
              </ns1:ext>
            </ns1:extLst>
          </ns0:cNvPr>
          <ns0:cNvSpPr>
            <ns1:spLocks noGrp="1"/>
          </ns0:cNvSpPr>
          <ns0:nvPr/>
        </ns0:nvSpPr>
        <ns0:spPr>
          <ns1:xfrm>
            <ns1:off x="9572625" y="4181475"/>
            <ns1:ext cx="6096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APP</ns1:t>
            </ns1:r>
          </ns1:p>
        </ns0:txBody>
      </ns0:sp>
      <ns0:sp>
        <ns0:nvSpPr>
          <ns0:cNvPr id="56" name="trace:D09:lead.3">
            <ns1:extLst>
              <ns1:ext uri="{FF2B5EF4-FFF2-40B4-BE49-F238E27FC236}">
                <ns2:creationId id="{2BDE58E6-AE3F-4C20-AAB3-9705BCA48423}"/>
              </ns1:ext>
            </ns1:extLst>
          </ns0:cNvPr>
          <ns0:cNvSpPr>
            <ns1:spLocks noGrp="1"/>
          </ns0:cNvSpPr>
          <ns0:nvPr/>
        </ns0:nvSpPr>
        <ns0:spPr>
          <ns1:xfrm>
            <ns1:off x="9105900" y="4810125"/>
            <ns1:ext cx="1571625" cy="790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・提案書生成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・見積生成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・レビュー・調整</ns1:t>
            </ns1:r>
          </ns1:p>
        </ns0:txBody>
      </ns0:sp>
      <ns0:sp>
        <ns0:nvSpPr>
          <ns0:cNvPr id="57" name="trace:D09:content.auto.44">
            <ns1:extLst>
              <ns1:ext uri="{FF2B5EF4-FFF2-40B4-BE49-F238E27FC236}">
                <ns2:creationId id="{59217D9F-A1C1-47ED-B5E7-70D09FCF4A53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4486275"/>
            <ns1:ext cx="142875" cy="190500"/>
          </ns1:xfrm>
          <ns1:custGeom>
            <ns1:pathLst>
              <ns1:path w="142875" h="190500">
                <ns1:moveTo>
                  <ns1:pt x="0" y="0"/>
                </ns1:moveTo>
                <ns1:lnTo>
                  <ns1:pt x="142875" y="0"/>
                </ns1:lnTo>
                <ns1:lnTo>
                  <ns1:pt x="142875" y="190500"/>
                </ns1:lnTo>
                <ns1:lnTo>
                  <ns1:pt x="0" y="190500"/>
                </ns1:lnTo>
                <ns1:close/>
              </ns1:path>
            </ns1:pathLst>
          </ns1:custGeom>
          <ns1:solidFill>
            <ns1:srgbClr val="AEB7C2"/>
          </ns1:solidFill>
          <ns1:ln w="0">
            <ns1:noFill/>
            <ns1:prstDash val="solid"/>
          </ns1:ln>
        </ns0:spPr>
      </ns0:sp>
      <ns0:sp>
        <ns0:nvSpPr>
          <ns0:cNvPr id="58" name="trace:D09:content.auto.45">
            <ns1:extLst>
              <ns1:ext uri="{FF2B5EF4-FFF2-40B4-BE49-F238E27FC236}">
                <ns2:creationId id="{0B1C576E-FA1E-49A5-AA77-B7D8C0DB29E9}"/>
              </ns1:ext>
            </ns1:extLst>
          </ns0:cNvPr>
          <ns0:cNvSpPr>
            <ns1:spLocks noGrp="1"/>
          </ns0:cNvSpPr>
          <ns0:nvPr/>
        </ns0:nvSpPr>
        <ns0:spPr>
          <ns1:xfrm>
            <ns1:off x="8801100" y="4486275"/>
            <ns1:ext cx="142875" cy="190500"/>
          </ns1:xfrm>
          <ns1:custGeom>
            <ns1:pathLst>
              <ns1:path w="142875" h="190500">
                <ns1:moveTo>
                  <ns1:pt x="0" y="0"/>
                </ns1:moveTo>
                <ns1:lnTo>
                  <ns1:pt x="142875" y="0"/>
                </ns1:lnTo>
                <ns1:lnTo>
                  <ns1:pt x="142875" y="190500"/>
                </ns1:lnTo>
                <ns1:lnTo>
                  <ns1:pt x="0" y="190500"/>
                </ns1:lnTo>
                <ns1:close/>
              </ns1:path>
            </ns1:pathLst>
          </ns1:custGeom>
          <ns1:solidFill>
            <ns1:srgbClr val="AEB7C2"/>
          </ns1:solidFill>
          <ns1:ln w="0">
            <ns1:noFill/>
            <ns1:prstDash val="solid"/>
          </ns1:ln>
        </ns0:spPr>
      </ns0:sp>
      <ns0:sp>
        <ns0:nvSpPr>
          <ns0:cNvPr id="59" name="trace:D09:content.auto.46">
            <ns1:extLst>
              <ns1:ext uri="{FF2B5EF4-FFF2-40B4-BE49-F238E27FC236}">
                <ns2:creationId id="{9FE2347E-6537-4C7C-8D2C-DA998ACA4FE1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5981700"/>
            <ns1:ext cx="6000750" cy="542925"/>
          </ns1:xfrm>
          <ns1:prstGeom prst="roundRect">
            <ns1:avLst>
              <ns1:gd name="adj" fmla="val 21053"/>
            </ns1:avLst>
          </ns1:prstGeom>
          <ns1:solidFill>
            <ns1:srgbClr val="EFF2F5"/>
          </ns1:solidFill>
          <ns1:ln w="0">
            <ns1:noFill/>
            <ns1:prstDash val="solid"/>
          </ns1:ln>
        </ns0:spPr>
      </ns0:sp>
      <ns0:sp>
        <ns0:nvSpPr>
          <ns0:cNvPr id="60" name="trace:D09:content.auto.47">
            <ns1:extLst>
              <ns1:ext uri="{FF2B5EF4-FFF2-40B4-BE49-F238E27FC236}">
                <ns2:creationId id="{670C03F4-9D4E-4A6E-BD1D-E62F74189BAF}"/>
              </ns1:ext>
            </ns1:extLst>
          </ns0:cNvPr>
          <ns0:cNvSpPr>
            <ns1:spLocks noGrp="1"/>
          </ns0:cNvSpPr>
          <ns0:nvPr/>
        </ns0:nvSpPr>
        <ns0:spPr>
          <ns1:xfrm>
            <ns1:off x="5124450" y="6124575"/>
            <ns1:ext cx="20002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セキュリティ・ガバナンス</ns1:t>
            </ns1:r>
          </ns1:p>
        </ns0:txBody>
      </ns0:sp>
      <ns0:sp>
        <ns0:nvSpPr>
          <ns0:cNvPr id="61" name="trace:D09:content.auto.48">
            <ns1:extLst>
              <ns1:ext uri="{FF2B5EF4-FFF2-40B4-BE49-F238E27FC236}">
                <ns2:creationId id="{22148361-CA02-4199-BB55-158BC3D6119B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6143625"/>
            <ns1:ext cx="36957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アクセス制御 ｜ ログ管理 ｜ データ保護 ｜ Human-in-the-loop</ns1:t>
            </ns1:r>
          </ns1:p>
        </ns0:txBody>
      </ns0:sp>
      <ns0:sp>
        <ns0:nvSpPr>
          <ns0:cNvPr id="62" name="trace:D09:content.auto.49">
            <ns1:extLst>
              <ns1:ext uri="{FF2B5EF4-FFF2-40B4-BE49-F238E27FC236}">
                <ns2:creationId id="{EA52D821-FF37-4419-8A7F-7672DD7B4662}"/>
              </ns1:ext>
            </ns1:extLst>
          </ns0:cNvPr>
          <ns0:cNvSpPr>
            <ns1:spLocks noGrp="1"/>
          </ns0:cNvSpPr>
          <ns0:nvPr/>
        </ns0:nvSpPr>
        <ns0:spPr>
          <ns1:xfrm>
            <ns1:off x="3838575" y="4295775"/>
            <ns1:ext cx="704850" cy="552450"/>
          </ns1:xfrm>
          <ns1:custGeom>
            <ns1:pathLst>
              <ns1:path w="704850" h="552450">
                <ns1:moveTo>
                  <ns1:pt x="0" y="142875"/>
                </ns1:moveTo>
                <ns1:lnTo>
                  <ns1:pt x="371475" y="142875"/>
                </ns1:lnTo>
                <ns1:lnTo>
                  <ns1:pt x="371475" y="0"/>
                </ns1:lnTo>
                <ns1:lnTo>
                  <ns1:pt x="704850" y="276225"/>
                </ns1:lnTo>
                <ns1:lnTo>
                  <ns1:pt x="371475" y="552450"/>
                </ns1:lnTo>
                <ns1:lnTo>
                  <ns1:pt x="371475" y="409575"/>
                </ns1:lnTo>
                <ns1:lnTo>
                  <ns1:pt x="0" y="4095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3" name="trace:D09:content.auto.50">
            <ns1:extLst>
              <ns1:ext uri="{FF2B5EF4-FFF2-40B4-BE49-F238E27FC236}">
                <ns2:creationId id="{5E858504-2E58-416C-8FEF-DC5E6767BB8D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295775"/>
            <ns1:ext cx="685800" cy="552450"/>
          </ns1:xfrm>
          <ns1:custGeom>
            <ns1:pathLst>
              <ns1:path w="685800" h="552450">
                <ns1:moveTo>
                  <ns1:pt x="0" y="142875"/>
                </ns1:moveTo>
                <ns1:lnTo>
                  <ns1:pt x="361950" y="142875"/>
                </ns1:lnTo>
                <ns1:lnTo>
                  <ns1:pt x="361950" y="0"/>
                </ns1:lnTo>
                <ns1:lnTo>
                  <ns1:pt x="685800" y="276225"/>
                </ns1:lnTo>
                <ns1:lnTo>
                  <ns1:pt x="361950" y="552450"/>
                </ns1:lnTo>
                <ns1:lnTo>
                  <ns1:pt x="361950" y="409575"/>
                </ns1:lnTo>
                <ns1:lnTo>
                  <ns1:pt x="0" y="4095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4" name="trace:D09:content.auto.51">
            <ns1:extLst>
              <ns1:ext uri="{FF2B5EF4-FFF2-40B4-BE49-F238E27FC236}">
                <ns2:creationId id="{8E9AE6DD-C8CB-478F-9B51-07B5C095ADE4}"/>
              </ns1:ext>
            </ns1:extLst>
          </ns0:cNvPr>
          <ns0:cNvSpPr>
            <ns1:spLocks noGrp="1"/>
          </ns0:cNvSpPr>
          <ns0:nvPr/>
        </ns0:nvSpPr>
        <ns0:spPr>
          <ns1:xfrm>
            <ns1:off x="11963400" y="2409825"/>
            <ns1:ext cx="3467100" cy="4324350"/>
          </ns1:xfrm>
          <ns1:prstGeom prst="roundRect">
            <ns1:avLst>
              <ns1:gd name="adj" fmla="val 3297"/>
            </ns1:avLst>
          </ns1:prstGeom>
          <ns1:solidFill>
            <ns1:srgbClr val="F8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65" name="trace:D09:content.auto.52">
            <ns1:extLst>
              <ns1:ext uri="{FF2B5EF4-FFF2-40B4-BE49-F238E27FC236}">
                <ns2:creationId id="{C5A762E1-1F40-4F15-B417-4FF32DAD445A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2628900"/>
            <ns1:ext cx="2095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出力・活用</ns1:t>
            </ns1:r>
          </ns1:p>
        </ns0:txBody>
      </ns0:sp>
      <ns0:sp>
        <ns0:nvSpPr>
          <ns0:cNvPr id="66" name="trace:D09:content.auto.53">
            <ns1:extLst>
              <ns1:ext uri="{FF2B5EF4-FFF2-40B4-BE49-F238E27FC236}">
                <ns2:creationId id="{5205AE91-87A3-4431-9D9F-D4C5187ED6B1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2981325"/>
            <ns1:ext cx="312420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67" name="trace:D09:content.auto.54">
            <ns1:extLst>
              <ns1:ext uri="{FF2B5EF4-FFF2-40B4-BE49-F238E27FC236}">
                <ns2:creationId id="{47DE5CE1-5FF2-4B53-A03C-C4F833B9DE62}"/>
              </ns1:ext>
            </ns1:extLst>
          </ns0:cNvPr>
          <ns0:cNvSpPr>
            <ns1:spLocks noGrp="1"/>
          </ns0:cNvSpPr>
          <ns0:nvPr/>
        </ns0:nvSpPr>
        <ns0:spPr>
          <ns1:xfrm>
            <ns1:off x="12230100" y="31337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8" name="trace:D09:content.auto.55">
            <ns1:extLst>
              <ns1:ext uri="{FF2B5EF4-FFF2-40B4-BE49-F238E27FC236}">
                <ns2:creationId id="{C467FEEC-163F-4F68-A065-9D07ED26DAC2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3114675"/>
            <ns1:ext cx="223837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提案書</ns1:t>
            </ns1:r>
          </ns1:p>
        </ns0:txBody>
      </ns0:sp>
      <ns0:sp>
        <ns0:nvSpPr>
          <ns0:cNvPr id="69" name="trace:D09:title.primary.8">
            <ns1:extLst>
              <ns1:ext uri="{FF2B5EF4-FFF2-40B4-BE49-F238E27FC236}">
                <ns2:creationId id="{B8EA0025-57E0-4AB0-B538-25E1F726AB22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3362325"/>
            <ns1:ext cx="22383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PPTX / 要約版</ns1:t>
            </ns1:r>
          </ns1:p>
        </ns0:txBody>
      </ns0:sp>
      <ns0:sp>
        <ns0:nvSpPr>
          <ns0:cNvPr id="70" name="trace:D09:content.auto.56">
            <ns1:extLst>
              <ns1:ext uri="{FF2B5EF4-FFF2-40B4-BE49-F238E27FC236}">
                <ns2:creationId id="{CA799445-C67F-4910-A3F7-CFAC0456032F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3819525"/>
            <ns1:ext cx="312420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1" name="trace:D09:content.auto.57">
            <ns1:extLst>
              <ns1:ext uri="{FF2B5EF4-FFF2-40B4-BE49-F238E27FC236}">
                <ns2:creationId id="{1B71EC60-A46E-43B0-B15D-8FE4D828A874}"/>
              </ns1:ext>
            </ns1:extLst>
          </ns0:cNvPr>
          <ns0:cNvSpPr>
            <ns1:spLocks noGrp="1"/>
          </ns0:cNvSpPr>
          <ns0:nvPr/>
        </ns0:nvSpPr>
        <ns0:spPr>
          <ns1:xfrm>
            <ns1:off x="12230100" y="39719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72" name="trace:D09:content.auto.58">
            <ns1:extLst>
              <ns1:ext uri="{FF2B5EF4-FFF2-40B4-BE49-F238E27FC236}">
                <ns2:creationId id="{8980D336-BAEF-4BC7-BFC7-6D6639CE8098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3952875"/>
            <ns1:ext cx="223837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見積書</ns1:t>
            </ns1:r>
          </ns1:p>
        </ns0:txBody>
      </ns0:sp>
      <ns0:sp>
        <ns0:nvSpPr>
          <ns0:cNvPr id="73" name="trace:D09:content.auto.59">
            <ns1:extLst>
              <ns1:ext uri="{FF2B5EF4-FFF2-40B4-BE49-F238E27FC236}">
                <ns2:creationId id="{5E82A304-E5A9-43FF-88F8-D4FF101698DE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4200525"/>
            <ns1:ext cx="22383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PDF / 明細・前提条件</ns1:t>
            </ns1:r>
          </ns1:p>
        </ns0:txBody>
      </ns0:sp>
      <ns0:sp>
        <ns0:nvSpPr>
          <ns0:cNvPr id="74" name="trace:D09:content.auto.60">
            <ns1:extLst>
              <ns1:ext uri="{FF2B5EF4-FFF2-40B4-BE49-F238E27FC236}">
                <ns2:creationId id="{FC2BBDAE-C2C3-4493-9E38-DEFAE7DCC5FD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4657725"/>
            <ns1:ext cx="312420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5" name="trace:D09:content.auto.61">
            <ns1:extLst>
              <ns1:ext uri="{FF2B5EF4-FFF2-40B4-BE49-F238E27FC236}">
                <ns2:creationId id="{6148B9EE-E01C-4074-8CEB-89F6853CFB02}"/>
              </ns1:ext>
            </ns1:extLst>
          </ns0:cNvPr>
          <ns0:cNvSpPr>
            <ns1:spLocks noGrp="1"/>
          </ns0:cNvSpPr>
          <ns0:nvPr/>
        </ns0:nvSpPr>
        <ns0:spPr>
          <ns1:xfrm>
            <ns1:off x="12230100" y="48101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76" name="trace:D09:content.auto.62">
            <ns1:extLst>
              <ns1:ext uri="{FF2B5EF4-FFF2-40B4-BE49-F238E27FC236}">
                <ns2:creationId id="{25E71C40-C6C4-4C79-9AD7-CEF2EFD591D9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4791075"/>
            <ns1:ext cx="223837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営業支援</ns1:t>
            </ns1:r>
          </ns1:p>
        </ns0:txBody>
      </ns0:sp>
      <ns0:sp>
        <ns0:nvSpPr>
          <ns0:cNvPr id="77" name="trace:D09:content.auto.63">
            <ns1:extLst>
              <ns1:ext uri="{FF2B5EF4-FFF2-40B4-BE49-F238E27FC236}">
                <ns2:creationId id="{D64C64E9-D1E6-4972-B18D-1B1E0096F9E1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5038725"/>
            <ns1:ext cx="22383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カンペ / Q&amp;A / 次アクション</ns1:t>
            </ns1:r>
          </ns1:p>
        </ns0:txBody>
      </ns0:sp>
      <ns0:sp>
        <ns0:nvSpPr>
          <ns0:cNvPr id="78" name="trace:D09:content.auto.64">
            <ns1:extLst>
              <ns1:ext uri="{FF2B5EF4-FFF2-40B4-BE49-F238E27FC236}">
                <ns2:creationId id="{142C2865-D216-431D-8F66-CDE932BC805E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5495925"/>
            <ns1:ext cx="3124200" cy="68580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9" name="trace:D09:content.auto.65">
            <ns1:extLst>
              <ns1:ext uri="{FF2B5EF4-FFF2-40B4-BE49-F238E27FC236}">
                <ns2:creationId id="{4BED5378-5829-4546-9A0B-EFA1FEED47B5}"/>
              </ns1:ext>
            </ns1:extLst>
          </ns0:cNvPr>
          <ns0:cNvSpPr>
            <ns1:spLocks noGrp="1"/>
          </ns0:cNvSpPr>
          <ns0:nvPr/>
        </ns0:nvSpPr>
        <ns0:spPr>
          <ns1:xfrm>
            <ns1:off x="12230100" y="5648325"/>
            <ns1:ext cx="381000" cy="3810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0" name="trace:D09:content.auto.66">
            <ns1:extLst>
              <ns1:ext uri="{FF2B5EF4-FFF2-40B4-BE49-F238E27FC236}">
                <ns2:creationId id="{9EF87A63-CCA3-4B5F-AE0B-5BB86B21A8A3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5629275"/>
            <ns1:ext cx="223837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KPI・判断</ns1:t>
            </ns1:r>
          </ns1:p>
        </ns0:txBody>
      </ns0:sp>
      <ns0:sp>
        <ns0:nvSpPr>
          <ns0:cNvPr id="81" name="trace:D09:content.auto.67">
            <ns1:extLst>
              <ns1:ext uri="{FF2B5EF4-FFF2-40B4-BE49-F238E27FC236}">
                <ns2:creationId id="{4BBA74C0-FA6D-4217-9D7F-C266DFC1F3CD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5876925"/>
            <ns1:ext cx="22383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効果測定 / 受注確度 / リスク</ns1:t>
            </ns1:r>
          </ns1:p>
        </ns0:txBody>
      </ns0:sp>
      <ns0:sp>
        <ns0:nvSpPr>
          <ns0:cNvPr id="82" name="trace:D09:content.auto.68">
            <ns1:extLst>
              <ns1:ext uri="{FF2B5EF4-FFF2-40B4-BE49-F238E27FC236}">
                <ns2:creationId id="{D6162942-C2F3-4D42-BFFC-CB587BFE64D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12470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83" name="trace:D09:content.auto.69">
            <ns1:extLst>
              <ns1:ext uri="{FF2B5EF4-FFF2-40B4-BE49-F238E27FC236}">
                <ns2:creationId id="{366B18C8-008A-45D7-89A2-A81013E22EB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701992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この構成のポイント</ns1:t>
            </ns1:r>
          </ns1:p>
        </ns0:txBody>
      </ns0:sp>
      <ns0:sp>
        <ns0:nvSpPr>
          <ns0:cNvPr id="84" name="trace:D09:content.auto.70">
            <ns1:extLst>
              <ns1:ext uri="{FF2B5EF4-FFF2-40B4-BE49-F238E27FC236}">
                <ns2:creationId id="{8F879501-31B6-4D39-A55A-3164FEBBF044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429500"/>
            <ns1:ext cx="4743450" cy="685800"/>
          </ns1:xfrm>
          <ns1:prstGeom prst="roundRect">
            <ns1:avLst>
              <ns1:gd name="adj" fmla="val 1666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5" name="trace:D09:content.auto.71">
            <ns1:extLst>
              <ns1:ext uri="{FF2B5EF4-FFF2-40B4-BE49-F238E27FC236}">
                <ns2:creationId id="{418C5852-5EB0-417B-8840-577DF0943502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7553325"/>
            <ns1:ext cx="428625" cy="42862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6" name="trace:D09:content.auto.72">
            <ns1:extLst>
              <ns1:ext uri="{FF2B5EF4-FFF2-40B4-BE49-F238E27FC236}">
                <ns2:creationId id="{3A0751D5-A68B-48CB-BE70-FDB23EBCA1D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7667625"/>
            <ns1:ext cx="4286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87" name="trace:D09:content.auto.73">
            <ns1:extLst>
              <ns1:ext uri="{FF2B5EF4-FFF2-40B4-BE49-F238E27FC236}">
                <ns2:creationId id="{6A1F5AF9-C802-4BF4-A164-69E98BBFA6FC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7553325"/>
            <ns1:ext cx="3143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今ある情報資産を活かす</ns1:t>
            </ns1:r>
          </ns1:p>
        </ns0:txBody>
      </ns0:sp>
      <ns0:sp>
        <ns0:nvSpPr>
          <ns0:cNvPr id="88" name="trace:D09:content.auto.74">
            <ns1:extLst>
              <ns1:ext uri="{FF2B5EF4-FFF2-40B4-BE49-F238E27FC236}">
                <ns2:creationId id="{13C2E227-CC24-45DC-80A9-3E07AA0A5714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781050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既存システム・資料・営業データを連携</ns1:t>
            </ns1:r>
          </ns1:p>
        </ns0:txBody>
      </ns0:sp>
      <ns0:sp>
        <ns0:nvSpPr>
          <ns0:cNvPr id="89" name="trace:D09:content.auto.75">
            <ns1:extLst>
              <ns1:ext uri="{FF2B5EF4-FFF2-40B4-BE49-F238E27FC236}">
                <ns2:creationId id="{FF5BE00E-2E3C-4CC4-9883-CA6E344052D3}"/>
              </ns1:ext>
            </ns1:extLst>
          </ns0:cNvPr>
          <ns0:cNvSpPr>
            <ns1:spLocks noGrp="1"/>
          </ns0:cNvSpPr>
          <ns0:nvPr/>
        </ns0:nvSpPr>
        <ns0:spPr>
          <ns1:xfrm>
            <ns1:off x="5562600" y="7429500"/>
            <ns1:ext cx="4743450" cy="685800"/>
          </ns1:xfrm>
          <ns1:prstGeom prst="roundRect">
            <ns1:avLst>
              <ns1:gd name="adj" fmla="val 16667"/>
            </ns1:avLst>
          </ns1:pr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90" name="trace:D09:content.auto.76">
            <ns1:extLst>
              <ns1:ext uri="{FF2B5EF4-FFF2-40B4-BE49-F238E27FC236}">
                <ns2:creationId id="{47921E90-08BF-4385-91C6-90D266FA35F9}"/>
              </ns1:ext>
            </ns1:extLst>
          </ns0:cNvPr>
          <ns0:cNvSpPr>
            <ns1:spLocks noGrp="1"/>
          </ns0:cNvSpPr>
          <ns0:nvPr/>
        </ns0:nvSpPr>
        <ns0:spPr>
          <ns1:xfrm>
            <ns1:off x="5724525" y="7553325"/>
            <ns1:ext cx="428625" cy="42862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1" name="trace:D09:content.auto.77">
            <ns1:extLst>
              <ns1:ext uri="{FF2B5EF4-FFF2-40B4-BE49-F238E27FC236}">
                <ns2:creationId id="{577ACB86-DC5F-4FCB-BE45-82F32E35E7E6}"/>
              </ns1:ext>
            </ns1:extLst>
          </ns0:cNvPr>
          <ns0:cNvSpPr>
            <ns1:spLocks noGrp="1"/>
          </ns0:cNvSpPr>
          <ns0:nvPr/>
        </ns0:nvSpPr>
        <ns0:spPr>
          <ns1:xfrm>
            <ns1:off x="5724525" y="7667625"/>
            <ns1:ext cx="4286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92" name="trace:D09:content.auto.78">
            <ns1:extLst>
              <ns1:ext uri="{FF2B5EF4-FFF2-40B4-BE49-F238E27FC236}">
                <ns2:creationId id="{E7452BF7-FDBF-4648-B2D4-B5682E6E3CA7}"/>
              </ns1:ext>
            </ns1:extLst>
          </ns0:cNvPr>
          <ns0:cNvSpPr>
            <ns1:spLocks noGrp="1"/>
          </ns0:cNvSpPr>
          <ns0:nvPr/>
        </ns0:nvSpPr>
        <ns0:spPr>
          <ns1:xfrm>
            <ns1:off x="6305550" y="7553325"/>
            <ns1:ext cx="3143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AIと人の役割を分ける</ns1:t>
            </ns1:r>
          </ns1:p>
        </ns0:txBody>
      </ns0:sp>
      <ns0:sp>
        <ns0:nvSpPr>
          <ns0:cNvPr id="93" name="trace:D09:content.auto.79">
            <ns1:extLst>
              <ns1:ext uri="{FF2B5EF4-FFF2-40B4-BE49-F238E27FC236}">
                <ns2:creationId id="{2DE6A3BA-B260-4685-91B4-76EB635E406C}"/>
              </ns1:ext>
            </ns1:extLst>
          </ns0:cNvPr>
          <ns0:cNvSpPr>
            <ns1:spLocks noGrp="1"/>
          </ns0:cNvSpPr>
          <ns0:nvPr/>
        </ns0:nvSpPr>
        <ns0:spPr>
          <ns1:xfrm>
            <ns1:off x="6305550" y="781050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AIが整理・生成し、人が判断・最終調整</ns1:t>
            </ns1:r>
          </ns1:p>
        </ns0:txBody>
      </ns0:sp>
      <ns0:sp>
        <ns0:nvSpPr>
          <ns0:cNvPr id="94" name="trace:D09:content.auto.80">
            <ns1:extLst>
              <ns1:ext uri="{FF2B5EF4-FFF2-40B4-BE49-F238E27FC236}">
                <ns2:creationId id="{E585AB79-1E60-4606-B11D-BB8FC2972104}"/>
              </ns1:ext>
            </ns1:extLst>
          </ns0:cNvPr>
          <ns0:cNvSpPr>
            <ns1:spLocks noGrp="1"/>
          </ns0:cNvSpPr>
          <ns0:nvPr/>
        </ns0:nvSpPr>
        <ns0:spPr>
          <ns1:xfrm>
            <ns1:off x="10658475" y="7429500"/>
            <ns1:ext cx="4743450" cy="685800"/>
          </ns1:xfrm>
          <ns1:prstGeom prst="roundRect">
            <ns1:avLst>
              <ns1:gd name="adj" fmla="val 1666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95" name="trace:D09:content.auto.81">
            <ns1:extLst>
              <ns1:ext uri="{FF2B5EF4-FFF2-40B4-BE49-F238E27FC236}">
                <ns2:creationId id="{EE51909A-EE66-4F11-8975-DFCE7FD5442B}"/>
              </ns1:ext>
            </ns1:extLst>
          </ns0:cNvPr>
          <ns0:cNvSpPr>
            <ns1:spLocks noGrp="1"/>
          </ns0:cNvSpPr>
          <ns0:nvPr/>
        </ns0:nvSpPr>
        <ns0:spPr>
          <ns1:xfrm>
            <ns1:off x="10820400" y="7553325"/>
            <ns1:ext cx="428625" cy="42862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6" name="trace:D09:content.auto.82">
            <ns1:extLst>
              <ns1:ext uri="{FF2B5EF4-FFF2-40B4-BE49-F238E27FC236}">
                <ns2:creationId id="{A882FAD7-E839-452B-8D1A-215234D8853A}"/>
              </ns1:ext>
            </ns1:extLst>
          </ns0:cNvPr>
          <ns0:cNvSpPr>
            <ns1:spLocks noGrp="1"/>
          </ns0:cNvSpPr>
          <ns0:nvPr/>
        </ns0:nvSpPr>
        <ns0:spPr>
          <ns1:xfrm>
            <ns1:off x="10820400" y="7667625"/>
            <ns1:ext cx="4286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97" name="trace:D09:content.auto.83">
            <ns1:extLst>
              <ns1:ext uri="{FF2B5EF4-FFF2-40B4-BE49-F238E27FC236}">
                <ns2:creationId id="{B2A441BC-35AD-44AE-860B-BA58C8B8C70C}"/>
              </ns1:ext>
            </ns1:extLst>
          </ns0:cNvPr>
          <ns0:cNvSpPr>
            <ns1:spLocks noGrp="1"/>
          </ns0:cNvSpPr>
          <ns0:nvPr/>
        </ns0:nvSpPr>
        <ns0:spPr>
          <ns1:xfrm>
            <ns1:off x="11401425" y="7553325"/>
            <ns1:ext cx="3143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段階的に拡張できる</ns1:t>
            </ns1:r>
          </ns1:p>
        </ns0:txBody>
      </ns0:sp>
      <ns0:sp>
        <ns0:nvSpPr>
          <ns0:cNvPr id="98" name="trace:D09:content.auto.84">
            <ns1:extLst>
              <ns1:ext uri="{FF2B5EF4-FFF2-40B4-BE49-F238E27FC236}">
                <ns2:creationId id="{F8756F6D-1474-4565-B11C-7263C0AC34B1}"/>
              </ns1:ext>
            </ns1:extLst>
          </ns0:cNvPr>
          <ns0:cNvSpPr>
            <ns1:spLocks noGrp="1"/>
          </ns0:cNvSpPr>
          <ns0:nvPr/>
        </ns0:nvSpPr>
        <ns0:spPr>
          <ns1:xfrm>
            <ns1:off x="11401425" y="781050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PoCから始め、他部門・他業務へ展開</ns1:t>
            </ns1:r>
          </ns1:p>
        </ns0:txBody>
      </ns0:sp>
      <ns0:sp>
        <ns0:nvSpPr>
          <ns0:cNvPr id="99" name="trace:D09:content.auto.85">
            <ns1:extLst>
              <ns1:ext uri="{FF2B5EF4-FFF2-40B4-BE49-F238E27FC236}">
                <ns2:creationId id="{CA437CA9-70F8-4B10-9459-7D2D5D14606E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391525"/>
            <ns1:ext cx="248602" cy="128588"/>
          </ns1:xfrm>
          <ns1:custGeom>
            <ns1:pathLst>
              <ns1:path w="248602" h="128588">
                <ns1:moveTo>
                  <ns1:pt x="0" y="60007"/>
                </ns1:moveTo>
                <ns1:lnTo>
                  <ns1:pt x="120015" y="0"/>
                </ns1:lnTo>
                <ns1:lnTo>
                  <ns1:pt x="248602" y="68580"/>
                </ns1:lnTo>
                <ns1:lnTo>
                  <ns1:pt x="128588" y="128588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0" name="trace:D09:content.auto.86">
            <ns1:extLst>
              <ns1:ext uri="{FF2B5EF4-FFF2-40B4-BE49-F238E27FC236}">
                <ns2:creationId id="{4269B959-41F2-4AD2-AB08-FAB13DF7B912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451533"/>
            <ns1:ext cx="128588" cy="145733"/>
          </ns1:xfrm>
          <ns1:custGeom>
            <ns1:pathLst>
              <ns1:path w="128588" h="145733">
                <ns1:moveTo>
                  <ns1:pt x="0" y="0"/>
                </ns1:moveTo>
                <ns1:lnTo>
                  <ns1:pt x="128588" y="68580"/>
                </ns1:lnTo>
                <ns1:lnTo>
                  <ns1:pt x="128588" y="145733"/>
                </ns1:lnTo>
                <ns1:lnTo>
                  <ns1:pt x="0" y="77153"/>
                </ns1:lnTo>
                <ns1:close/>
              </ns1:path>
            </ns1:pathLst>
          </ns1:custGeom>
          <ns1:solidFill>
            <ns1:srgbClr val="7B8189"/>
          </ns1:solidFill>
          <ns1:ln w="0">
            <ns1:noFill/>
            <ns1:prstDash val="solid"/>
          </ns1:ln>
        </ns0:spPr>
      </ns0:sp>
      <ns0:sp>
        <ns0:nvSpPr>
          <ns0:cNvPr id="101" name="trace:D09:content.auto.87">
            <ns1:extLst>
              <ns1:ext uri="{FF2B5EF4-FFF2-40B4-BE49-F238E27FC236}">
                <ns2:creationId id="{F77E1E68-6072-458A-9C32-E7B05BE668A0}"/>
              </ns1:ext>
            </ns1:extLst>
          </ns0:cNvPr>
          <ns0:cNvSpPr>
            <ns1:spLocks noGrp="1"/>
          </ns0:cNvSpPr>
          <ns0:nvPr/>
        </ns0:nvSpPr>
        <ns0:spPr>
          <ns1:xfrm>
            <ns1:off x="604838" y="8460105"/>
            <ns1:ext cx="120015" cy="137160"/>
          </ns1:xfrm>
          <ns1:custGeom>
            <ns1:pathLst>
              <ns1:path w="120015" h="137160">
                <ns1:moveTo>
                  <ns1:pt x="0" y="60007"/>
                </ns1:moveTo>
                <ns1:lnTo>
                  <ns1:pt x="120015" y="0"/>
                </ns1:lnTo>
                <ns1:lnTo>
                  <ns1:pt x="120015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02" name="trace:D09:content.auto.88">
            <ns1:extLst>
              <ns1:ext uri="{FF2B5EF4-FFF2-40B4-BE49-F238E27FC236}">
                <ns2:creationId id="{5C230487-FB65-4776-BD8C-083F2B89BE87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528685"/>
            <ns1:ext cx="128588" cy="154305"/>
          </ns1:xfrm>
          <ns1:custGeom>
            <ns1:pathLst>
              <ns1:path w="128588" h="154305">
                <ns1:moveTo>
                  <ns1:pt x="0" y="0"/>
                </ns1:moveTo>
                <ns1:lnTo>
                  <ns1:pt x="128588" y="68580"/>
                </ns1:lnTo>
                <ns1:lnTo>
                  <ns1:pt x="128588" y="154305"/>
                </ns1:lnTo>
                <ns1:lnTo>
                  <ns1:pt x="0" y="857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03" name="trace:D09:content.auto.89">
            <ns1:extLst>
              <ns1:ext uri="{FF2B5EF4-FFF2-40B4-BE49-F238E27FC236}">
                <ns2:creationId id="{42C89657-85DD-4727-B95E-97F65E2E40C3}"/>
              </ns1:ext>
            </ns1:extLst>
          </ns0:cNvPr>
          <ns0:cNvSpPr>
            <ns1:spLocks noGrp="1"/>
          </ns0:cNvSpPr>
          <ns0:nvPr/>
        </ns0:nvSpPr>
        <ns0:spPr>
          <ns1:xfrm>
            <ns1:off x="604838" y="8528685"/>
            <ns1:ext cx="120015" cy="154305"/>
          </ns1:xfrm>
          <ns1:custGeom>
            <ns1:pathLst>
              <ns1:path w="120015" h="154305">
                <ns1:moveTo>
                  <ns1:pt x="0" y="68580"/>
                </ns1:moveTo>
                <ns1:lnTo>
                  <ns1:pt x="120015" y="0"/>
                </ns1:lnTo>
                <ns1:lnTo>
                  <ns1:pt x="120015" y="85725"/>
                </ns1:lnTo>
                <ns1:lnTo>
                  <ns1:pt x="0" y="154305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04" name="trace:D09:footer.brand">
            <ns1:extLst>
              <ns1:ext uri="{FF2B5EF4-FFF2-40B4-BE49-F238E27FC236}">
                <ns2:creationId id="{27AF4773-BECA-4AE2-BE28-2BD74B989AF6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39152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05" name="trace:D09:content.auto.90">
            <ns1:extLst>
              <ns1:ext uri="{FF2B5EF4-FFF2-40B4-BE49-F238E27FC236}">
                <ns2:creationId id="{5BC2B3AC-DA3E-436C-9A23-A0FB8457784E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324850"/>
            <ns1:ext cx="9525" cy="38100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6" name="trace:D09:footer.tagline.jp">
            <ns1:extLst>
              <ns1:ext uri="{FF2B5EF4-FFF2-40B4-BE49-F238E27FC236}">
                <ns2:creationId id="{23812B92-43E4-4C68-A747-977147072BED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31532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07" name="trace:D09:footer.tagline.en">
            <ns1:extLst>
              <ns1:ext uri="{FF2B5EF4-FFF2-40B4-BE49-F238E27FC236}">
                <ns2:creationId id="{E807D3CC-799C-43EC-8F34-51BBDF6C4F4B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53440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08" name="trace:D09:footer.date">
            <ns1:extLst>
              <ns1:ext uri="{FF2B5EF4-FFF2-40B4-BE49-F238E27FC236}">
                <ns2:creationId id="{13E91A62-EA13-4598-A76C-6577C9AA6D6C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9152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09" name="trace:D09:content.auto.91">
            <ns1:extLst>
              <ns1:ext uri="{FF2B5EF4-FFF2-40B4-BE49-F238E27FC236}">
                <ns2:creationId id="{DB2F80C3-E934-4B86-A543-7E5D6AADAA7D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6772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59105705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2026-09-20T12:21:43.4950000Z</dcterms:created>
  <dcterms:modified xsi:type="dcterms:W3CDTF">2026-09-20T12:21:43.4950000Z</dcterms:modified>
</coreProperties>
</file>