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21c4c616154a13" /><Relationship Type="http://schemas.openxmlformats.org/officeDocument/2006/relationships/extended-properties" Target="/docProps/app.xml" Id="Rf193b90bd8884401" /><Relationship Type="http://schemas.openxmlformats.org/officeDocument/2006/relationships/officeDocument" Target="/ppt/presentation.xml" Id="Ra02ee6c274754a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33cda0d5174ae7"/>
  </p:sldMasterIdLst>
  <p:notesMasterIdLst>
    <p:notesMasterId xmlns:r="http://schemas.openxmlformats.org/officeDocument/2006/relationships" r:id="Re7124fe38b5f419f"/>
  </p:notesMasterIdLst>
  <p:sldIdLst>
    <p:sldId xmlns:r="http://schemas.openxmlformats.org/officeDocument/2006/relationships" id="256" r:id="R8f798d599a2740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d53bfcf3c244b3" /><Relationship Type="http://schemas.openxmlformats.org/officeDocument/2006/relationships/slideMaster" Target="/ppt/slideMasters/slideMaster1.xml" Id="R2433cda0d5174ae7" /><Relationship Type="http://schemas.openxmlformats.org/officeDocument/2006/relationships/notesMaster" Target="/ppt/notesMasters/notesMaster1.xml" Id="Re7124fe38b5f419f" /><Relationship Type="http://schemas.openxmlformats.org/officeDocument/2006/relationships/presProps" Target="/ppt/presProps.xml" Id="Rc590a4a8114f4fc4" /><Relationship Type="http://schemas.openxmlformats.org/officeDocument/2006/relationships/tableStyles" Target="/ppt/tableStyles.xml" Id="Rebdb418bb1e04ead" /><Relationship Type="http://schemas.openxmlformats.org/officeDocument/2006/relationships/slide" Target="/ppt/slides/slide1.xml" Id="R8f798d599a2740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6b4fb7024a47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fe05826f354575" /><Relationship Type="http://schemas.openxmlformats.org/officeDocument/2006/relationships/notesMaster" Target="/ppt/notesMasters/notesMaster1.xml" Id="Rc1e2e9db38b845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D21 Next Action native trace. Canonical image is the sole visual authority. The city-window region is a limited crop because the Canonical contains photography. Content is trace-only sample content, not production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9c0b91cc754f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f281ccd0fe4fa1" /><Relationship Type="http://schemas.openxmlformats.org/officeDocument/2006/relationships/slideLayout" Target="/ppt/slideLayouts/slideLayout1.xml" Id="R32ea7630e3d242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ea7630e3d242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857d1009046e7" /><Relationship Type="http://schemas.openxmlformats.org/officeDocument/2006/relationships/image" Target="/ppt/media/image.png" Id="R1b7a3e5d84b34fca" /><Relationship Type="http://schemas.openxmlformats.org/officeDocument/2006/relationships/notesSlide" Target="/ppt/notesSlides/notesSlide1.xml" Id="Rb075af76f1b547a5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55" name="trace:D21:content.auto">
            <ns1:extLst>
              <ns1:ext uri="{FF2B5EF4-FFF2-40B4-BE49-F238E27FC236}">
                <ns2:creationId id="{9608CC68-80AB-41BB-954F-DBBE9BD0B8BF}"/>
              </ns1:ext>
            </ns1:extLst>
          </ns0:cNvPr>
          <ns0:cNvSpPr>
            <ns1:spLocks noGrp="1"/>
          </ns0:cNvSpPr>
          <ns0:nvPr/>
        </ns0:nvSpPr>
        <ns0:spPr>
          <ns1:xfrm>
            <ns1:off x="209550" y="152400"/>
            <ns1:ext cx="5905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D21</ns1:t>
            </ns1:r>
          </ns1:p>
        </ns0:txBody>
      </ns0:sp>
      <ns0:sp>
        <ns0:nvSpPr>
          <ns0:cNvPr id="2" name="trace:D21:title.primary">
            <ns1:extLst>
              <ns1:ext uri="{FF2B5EF4-FFF2-40B4-BE49-F238E27FC236}">
                <ns2:creationId id="{6F59E6D7-9AA5-481D-BC64-FCAE0ECEBF7F}"/>
              </ns1:ext>
            </ns1:extLst>
          </ns0:cNvPr>
          <ns0:cNvSpPr>
            <ns1:spLocks noGrp="1"/>
          </ns0:cNvSpPr>
          <ns0:nvPr/>
        </ns0:nvSpPr>
        <ns0:spPr>
          <ns1:xfrm>
            <ns1:off x="685800" y="152400"/>
            <ns1:ext cx="247650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今後の進め方 / Next Action</ns1:t>
            </ns1:r>
          </ns1:p>
        </ns0:txBody>
      </ns0:sp>
      <ns0:pic>
        <ns0:nvPicPr>
          <ns0:cNvPr id="157" name="trace:D21:image.1"/>
          <ns0:cNvPicPr>
            <ns1:picLocks noChangeAspect="1"/>
          </ns0:cNvPicPr>
          <ns0:nvPr/>
        </ns0:nvPicPr>
        <ns0:blipFill>
          <ns1:blip ns3:embed="R1b7a3e5d84b34fca"/>
          <ns1:srcRect l="3620" t="0" r="3620" b="0"/>
          <ns1:stretch>
            <ns1:fillRect l="0" t="0" r="0" b="0"/>
          </ns1:stretch>
        </ns0:blipFill>
        <ns0:spPr>
          <ns1:xfrm>
            <ns1:off x="9906000" y="0"/>
            <ns1:ext cx="1809750" cy="1885950"/>
          </ns1:xfrm>
          <ns1:prstGeom prst="rect">
            <ns1:avLst/>
          </ns1:prstGeom>
        </ns0:spPr>
      </ns0:pic>
      <ns0:sp>
        <ns0:nvSpPr>
          <ns0:cNvPr id="4" name="trace:D21:content.auto.2">
            <ns1:extLst>
              <ns1:ext uri="{FF2B5EF4-FFF2-40B4-BE49-F238E27FC236}">
                <ns2:creationId id="{E9B5CA19-51CB-4429-B1E2-308AA20E0F15}"/>
              </ns1:ext>
            </ns1:extLst>
          </ns0:cNvPr>
          <ns0:cNvSpPr>
            <ns1:spLocks noGrp="1"/>
          </ns0:cNvSpPr>
          <ns0:nvPr/>
        </ns0:nvSpPr>
        <ns0:spPr>
          <ns1:xfrm rot="-1320000">
            <ns1:off x="9048750" y="76200"/>
            <ns1:ext cx="514350" cy="1771650"/>
          </ns1:xfrm>
          <ns1:prstGeom prst="rect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5" name="trace:D21:content.auto.3">
            <ns1:extLst>
              <ns1:ext uri="{FF2B5EF4-FFF2-40B4-BE49-F238E27FC236}">
                <ns2:creationId id="{EA89773A-A50A-4722-92D4-0F1BC4A7A66B}"/>
              </ns1:ext>
            </ns1:extLst>
          </ns0:cNvPr>
          <ns0:cNvSpPr>
            <ns1:spLocks noGrp="1"/>
          </ns0:cNvSpPr>
          <ns0:nvPr/>
        </ns0:nvSpPr>
        <ns0:spPr>
          <ns1:xfrm rot="-1320000">
            <ns1:off x="9353550" y="76200"/>
            <ns1:ext cx="428625" cy="1924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6" name="trace:D21:content.auto.4">
            <ns1:extLst>
              <ns1:ext uri="{FF2B5EF4-FFF2-40B4-BE49-F238E27FC236}">
                <ns2:creationId id="{A72ACED0-4401-4495-807A-16FC83142E6A}"/>
              </ns1:ext>
            </ns1:extLst>
          </ns0:cNvPr>
          <ns0:cNvSpPr>
            <ns1:spLocks noGrp="1"/>
          </ns0:cNvSpPr>
          <ns0:nvPr/>
        </ns0:nvSpPr>
        <ns0:spPr>
          <ns1:xfrm rot="-1320000">
            <ns1:off x="9705975" y="76200"/>
            <ns1:ext cx="76200" cy="19240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7" name="trace:D21:content.auto.5">
            <ns1:extLst>
              <ns1:ext uri="{FF2B5EF4-FFF2-40B4-BE49-F238E27FC236}">
                <ns2:creationId id="{8F829E85-2CA3-4FB9-8518-965DE6ABFFC3}"/>
              </ns1:ext>
            </ns1:extLst>
          </ns0:cNvPr>
          <ns0:cNvSpPr>
            <ns1:spLocks noGrp="1"/>
          </ns0:cNvSpPr>
          <ns0:nvPr/>
        </ns0:nvSpPr>
        <ns0:spPr>
          <ns1:xfrm rot="-1320000">
            <ns1:off x="9801225" y="76200"/>
            <ns1:ext cx="123825" cy="1828800"/>
          </ns1:xfrm>
          <ns1:prstGeom prst="rect">
            <ns1:avLst/>
          </ns1:prstGeom>
          <ns1:solidFill>
            <ns1:srgbClr val="EAF0F6"/>
          </ns1:solidFill>
          <ns1:ln w="0">
            <ns1:noFill/>
            <ns1:prstDash val="solid"/>
          </ns1:ln>
        </ns0:spPr>
      </ns0:sp>
      <ns0:sp>
        <ns0:nvSpPr>
          <ns0:cNvPr id="8" name="trace:D21:header.brand">
            <ns1:extLst>
              <ns1:ext uri="{FF2B5EF4-FFF2-40B4-BE49-F238E27FC236}">
                <ns2:creationId id="{5762B9A3-779D-49EF-8970-215EABA9382C}"/>
              </ns1:ext>
            </ns1:extLst>
          </ns0:cNvPr>
          <ns0:cNvSpPr>
            <ns1:spLocks noGrp="1"/>
          </ns0:cNvSpPr>
          <ns0:nvPr/>
        </ns0:nvSpPr>
        <ns0:spPr>
          <ns1:xfrm>
            <ns1:off x="7696200" y="142875"/>
            <ns1:ext cx="1952625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350" b="1"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提案</ns1:t>
            </ns1:r>
            <ns1:r>
              <ns1:rPr sz="13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クエスト</ns1:t>
            </ns1:r>
          </ns1:p>
        </ns0:txBody>
      </ns0:sp>
      <ns0:sp>
        <ns0:nvSpPr>
          <ns0:cNvPr id="9" name="trace:D21:header.tagline">
            <ns1:extLst>
              <ns1:ext uri="{FF2B5EF4-FFF2-40B4-BE49-F238E27FC236}">
                <ns2:creationId id="{6CFFF4BA-D23F-453F-9C7B-5C6135101DFE}"/>
              </ns1:ext>
            </ns1:extLst>
          </ns0:cNvPr>
          <ns0:cNvSpPr>
            <ns1:spLocks noGrp="1"/>
          </ns0:cNvSpPr>
          <ns0:nvPr/>
        </ns0:nvSpPr>
        <ns0:spPr>
          <ns1:xfrm>
            <ns1:off x="7696200" y="447675"/>
            <ns1:ext cx="20955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563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563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AIで、提案をもっと速く、もっと強く。</ns1:t>
            </ns1:r>
          </ns1:p>
        </ns0:txBody>
      </ns0:sp>
      <ns0:sp>
        <ns0:nvSpPr>
          <ns0:cNvPr id="10" name="trace:D21:content.auto.6">
            <ns1:extLst>
              <ns1:ext uri="{FF2B5EF4-FFF2-40B4-BE49-F238E27FC236}">
                <ns2:creationId id="{8165DE4F-D716-4579-B39C-23D0FE09C6B1}"/>
              </ns1:ext>
            </ns1:extLst>
          </ns0:cNvPr>
          <ns0:cNvSpPr>
            <ns1:spLocks noGrp="1"/>
          </ns0:cNvSpPr>
          <ns0:nvPr/>
        </ns0:nvSpPr>
        <ns0:spPr>
          <ns1:xfrm>
            <ns1:off x="10896600" y="171450"/>
            <ns1:ext cx="1162050" cy="59055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1" name="trace:D21:header.message">
            <ns1:extLst>
              <ns1:ext uri="{FF2B5EF4-FFF2-40B4-BE49-F238E27FC236}">
                <ns2:creationId id="{1D9069C8-865F-46B3-9B2D-446789B7FCE1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257175"/>
            <ns1:ext cx="10287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638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638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THINK TOGETHER,</ns1:t>
            </ns1:r>
          </ns1:p>
          <ns1:p>
            <ns1:pPr algn="l">
              <ns1:defRPr sz="638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638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CREATE THE NEXT.</ns1:t>
            </ns1:r>
          </ns1:p>
        </ns0:txBody>
      </ns0:sp>
      <ns0:sp>
        <ns0:nvSpPr>
          <ns0:cNvPr id="12" name="trace:D21:content.auto.7">
            <ns1:extLst>
              <ns1:ext uri="{FF2B5EF4-FFF2-40B4-BE49-F238E27FC236}">
                <ns2:creationId id="{B77453B3-6FB8-4BD6-A569-D66827A4A39A}"/>
              </ns1:ext>
            </ns1:extLst>
          </ns0:cNvPr>
          <ns0:cNvSpPr>
            <ns1:spLocks noGrp="1"/>
          </ns0:cNvSpPr>
          <ns0:nvPr/>
        </ns0:nvSpPr>
        <ns0:spPr>
          <ns1:xfrm>
            <ns1:off x="10991850" y="666750"/>
            <ns1:ext cx="1028700" cy="9525"/>
          </ns1:xfrm>
          <ns1:prstGeom prst="rect">
            <ns1:avLst/>
          </ns1:prstGeom>
          <ns1:solidFill>
            <ns1:srgbClr val="0E1A2D"/>
          </ns1:solidFill>
          <ns1:ln w="0">
            <ns1:noFill/>
            <ns1:prstDash val="solid"/>
          </ns1:ln>
        </ns0:spPr>
      </ns0:sp>
      <ns0:sp>
        <ns0:nvSpPr>
          <ns0:cNvPr id="13" name="trace:D21:title.primary.2">
            <ns1:extLst>
              <ns1:ext uri="{FF2B5EF4-FFF2-40B4-BE49-F238E27FC236}">
                <ns2:creationId id="{AF602254-4297-4117-AF68-7DD807169289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590550"/>
            <ns1:ext cx="78105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2550" b="1">
                <ns1:latin typeface="Yu Gothic"/>
                <ns1:ea typeface="Yu Gothic"/>
                <ns1:cs typeface="Yu Gothic"/>
              </ns1:defRPr>
            </ns1:pPr>
            <ns1:r>
              <ns1:rPr sz="25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小さく始めて、</ns1:t>
            </ns1:r>
            <ns1:r>
              <ns1:rPr sz="25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確実に成果を積み上げる</ns1:t>
            </ns1:r>
          </ns1:p>
        </ns0:txBody>
      </ns0:sp>
      <ns0:sp>
        <ns0:nvSpPr>
          <ns0:cNvPr id="14" name="trace:D21:header.brand.2">
            <ns1:extLst>
              <ns1:ext uri="{FF2B5EF4-FFF2-40B4-BE49-F238E27FC236}">
                <ns2:creationId id="{BB822562-9E7A-42DB-B7E9-8247E5FE47AD}"/>
              </ns1:ext>
            </ns1:extLst>
          </ns0:cNvPr>
          <ns0:cNvSpPr>
            <ns1:spLocks noGrp="1"/>
          </ns0:cNvSpPr>
          <ns0:nvPr/>
        </ns0:nvSpPr>
        <ns0:spPr>
          <ns1:xfrm>
            <ns1:off x="400050" y="1104900"/>
            <ns1:ext cx="809625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3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提案クエストは、スモールスタートから始め、効果検証を行いながら段階的に展開することで、</ns1:t>
            </ns1:r>
          </ns1:p>
          <ns1:p>
            <ns1:pPr algn="l">
              <ns1:defRPr sz="13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リスクを抑えつつ、確実に成果を創出します。</ns1:t>
            </ns1:r>
          </ns1:p>
        </ns0:txBody>
      </ns0:sp>
      <ns0:sp>
        <ns0:nvSpPr>
          <ns0:cNvPr id="15" name="trace:D21:content.auto.8">
            <ns1:extLst>
              <ns1:ext uri="{FF2B5EF4-FFF2-40B4-BE49-F238E27FC236}">
                <ns2:creationId id="{42259AE9-6D5C-497D-A92E-365C01C9FA38}"/>
              </ns1:ext>
            </ns1:extLst>
          </ns0:cNvPr>
          <ns0:cNvSpPr>
            <ns1:spLocks noGrp="1"/>
          </ns0:cNvSpPr>
          <ns0:nvPr/>
        </ns0:nvSpPr>
        <ns0:spPr>
          <ns1:xfrm>
            <ns1:off x="295275" y="1857375"/>
            <ns1:ext cx="47625" cy="22860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6" name="trace:D21:content.auto.9">
            <ns1:extLst>
              <ns1:ext uri="{FF2B5EF4-FFF2-40B4-BE49-F238E27FC236}">
                <ns2:creationId id="{9A7893A9-7DCA-4412-8034-8F45B7DA77D8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1819275"/>
            <ns1:ext cx="15240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7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導入ステップ</ns1:t>
            </ns1:r>
          </ns1:p>
        </ns0:txBody>
      </ns0:sp>
      <ns0:sp>
        <ns0:nvSpPr>
          <ns0:cNvPr id="17" name="trace:D21:content.auto.10">
            <ns1:extLst>
              <ns1:ext uri="{FF2B5EF4-FFF2-40B4-BE49-F238E27FC236}">
                <ns2:creationId id="{9B3E1243-0869-4825-AC97-7B51AF80E73F}"/>
              </ns1:ext>
            </ns1:extLst>
          </ns0:cNvPr>
          <ns0:cNvSpPr>
            <ns1:spLocks noGrp="1"/>
          </ns0:cNvSpPr>
          <ns0:nvPr/>
        </ns0:nvSpPr>
        <ns0:spPr>
          <ns1:xfrm>
            <ns1:off x="371475" y="2095500"/>
            <ns1:ext cx="2305050" cy="666750"/>
          </ns1:xfrm>
          <ns1:prstGeom prst="rightArrow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18" name="trace:D21:content.auto.11">
            <ns1:extLst>
              <ns1:ext uri="{FF2B5EF4-FFF2-40B4-BE49-F238E27FC236}">
                <ns2:creationId id="{09D2D92E-165D-4ACA-8568-0469AA0C597E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2181225"/>
            <ns1:ext cx="476250" cy="476250"/>
          </ns1:xfrm>
          <ns1:prstGeom prst="ellipse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9" name="trace:D21:content.auto.12">
            <ns1:extLst>
              <ns1:ext uri="{FF2B5EF4-FFF2-40B4-BE49-F238E27FC236}">
                <ns2:creationId id="{BDC0952B-177F-4F24-8318-A07ECE84F181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2238375"/>
            <ns1:ext cx="4762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5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01</ns1:t>
            </ns1:r>
          </ns1:p>
        </ns0:txBody>
      </ns0:sp>
      <ns0:sp>
        <ns0:nvSpPr>
          <ns0:cNvPr id="20" name="trace:D21:content.auto.13">
            <ns1:extLst>
              <ns1:ext uri="{FF2B5EF4-FFF2-40B4-BE49-F238E27FC236}">
                <ns2:creationId id="{F9FB0489-7792-40E0-9858-2CAEE7A316D1}"/>
              </ns1:ext>
            </ns1:extLst>
          </ns0:cNvPr>
          <ns0:cNvSpPr>
            <ns1:spLocks noGrp="1"/>
          </ns0:cNvSpPr>
          <ns0:nvPr/>
        </ns0:nvSpPr>
        <ns0:spPr>
          <ns1:xfrm>
            <ns1:off x="1114425" y="2162175"/>
            <ns1:ext cx="1381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0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1〜2か月</ns1:t>
            </ns1:r>
          </ns1:p>
        </ns0:txBody>
      </ns0:sp>
      <ns0:sp>
        <ns0:nvSpPr>
          <ns0:cNvPr id="21" name="trace:D21:title.primary.3">
            <ns1:extLst>
              <ns1:ext uri="{FF2B5EF4-FFF2-40B4-BE49-F238E27FC236}">
                <ns2:creationId id="{93573919-886A-4A23-B7EA-71E996864C33}"/>
              </ns1:ext>
            </ns1:extLst>
          </ns0:cNvPr>
          <ns0:cNvSpPr>
            <ns1:spLocks noGrp="1"/>
          </ns0:cNvSpPr>
          <ns0:nvPr/>
        </ns0:nvSpPr>
        <ns0:spPr>
          <ns1:xfrm>
            <ns1:off x="1114425" y="2381250"/>
            <ns1:ext cx="14668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トライアル実施</ns1:t>
            </ns1:r>
          </ns1:p>
        </ns0:txBody>
      </ns0:sp>
      <ns0:sp>
        <ns0:nvSpPr>
          <ns0:cNvPr id="22" name="trace:D21:content.auto.14">
            <ns1:extLst>
              <ns1:ext uri="{FF2B5EF4-FFF2-40B4-BE49-F238E27FC236}">
                <ns2:creationId id="{7ED8A29B-D13A-4DD4-92B3-0F1CFF8CCFAF}"/>
              </ns1:ext>
            </ns1:extLst>
          </ns0:cNvPr>
          <ns0:cNvSpPr>
            <ns1:spLocks noGrp="1"/>
          </ns0:cNvSpPr>
          <ns0:nvPr/>
        </ns0:nvSpPr>
        <ns0:spPr>
          <ns1:xfrm>
            <ns1:off x="371475" y="2771775"/>
            <ns1:ext cx="2305050" cy="1162050"/>
          </ns1:xfrm>
          <ns1:prstGeom prst="roundRect">
            <ns1:avLst>
              <ns1:gd name="adj" fmla="val 6557"/>
            </ns1:avLst>
          </ns1:prstGeom>
          <ns1:solidFill>
            <ns1:srgbClr val="FFFFFF"/>
          </ns1:solidFill>
          <ns1:ln w="9525">
            <ns1:solidFill>
              <ns1:srgbClr val="EEF1F4"/>
            </ns1:solidFill>
            <ns1:prstDash val="solid"/>
          </ns1:ln>
        </ns0:spPr>
      </ns0:sp>
      <ns0:sp>
        <ns0:nvSpPr>
          <ns0:cNvPr id="23" name="trace:D21:content.auto.15">
            <ns1:extLst>
              <ns1:ext uri="{FF2B5EF4-FFF2-40B4-BE49-F238E27FC236}">
                <ns2:creationId id="{38699997-639F-493C-A75A-8D40748BE19E}"/>
              </ns1:ext>
            </ns1:extLst>
          </ns0:cNvPr>
          <ns0:cNvSpPr>
            <ns1:spLocks noGrp="1"/>
          </ns0:cNvSpPr>
          <ns0:nvPr/>
        </ns0:nvSpPr>
        <ns0:spPr>
          <ns1:xfrm>
            <ns1:off x="1323975" y="2867025"/>
            <ns1:ext cx="220028" cy="280035"/>
          </ns1:xfrm>
          <ns1:prstGeom prst="rect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24" name="trace:D21:content.auto.16">
            <ns1:extLst>
              <ns1:ext uri="{FF2B5EF4-FFF2-40B4-BE49-F238E27FC236}">
                <ns2:creationId id="{F80CD4D1-65F9-45B6-9A1D-DE8D9CA1E1DC}"/>
              </ns1:ext>
            </ns1:extLst>
          </ns0:cNvPr>
          <ns0:cNvSpPr>
            <ns1:spLocks noGrp="1"/>
          </ns0:cNvSpPr>
          <ns0:nvPr/>
        </ns0:nvSpPr>
        <ns0:spPr>
          <ns1:xfrm>
            <ns1:off x="1373981" y="2967038"/>
            <ns1:ext cx="120015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25" name="trace:D21:content.auto.17">
            <ns1:extLst>
              <ns1:ext uri="{FF2B5EF4-FFF2-40B4-BE49-F238E27FC236}">
                <ns2:creationId id="{E42D04C1-E667-4E25-9DA8-7972D94E2BD5}"/>
              </ns1:ext>
            </ns1:extLst>
          </ns0:cNvPr>
          <ns0:cNvSpPr>
            <ns1:spLocks noGrp="1"/>
          </ns0:cNvSpPr>
          <ns0:nvPr/>
        </ns0:nvSpPr>
        <ns0:spPr>
          <ns1:xfrm>
            <ns1:off x="1373981" y="3027045"/>
            <ns1:ext cx="120015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26" name="trace:D21:content.auto.18">
            <ns1:extLst>
              <ns1:ext uri="{FF2B5EF4-FFF2-40B4-BE49-F238E27FC236}">
                <ns2:creationId id="{29110238-8690-46DB-B8A4-720DD0CD42E6}"/>
              </ns1:ext>
            </ns1:extLst>
          </ns0:cNvPr>
          <ns0:cNvSpPr>
            <ns1:spLocks noGrp="1"/>
          </ns0:cNvSpPr>
          <ns0:nvPr/>
        </ns0:nvSpPr>
        <ns0:spPr>
          <ns1:xfrm>
            <ns1:off x="1373981" y="3087053"/>
            <ns1:ext cx="80010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27" name="trace:D21:lead">
            <ns1:extLst>
              <ns1:ext uri="{FF2B5EF4-FFF2-40B4-BE49-F238E27FC236}">
                <ns2:creationId id="{1CCEB887-FE26-48BD-8C1D-E68AE97CEEFA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3209925"/>
            <ns1:ext cx="190500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・対象業務・部門を選定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・初期設定・操作トレーニング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・実案件での試行</ns1:t>
            </ns1:r>
          </ns1:p>
        </ns0:txBody>
      </ns0:sp>
      <ns0:sp>
        <ns0:nvSpPr>
          <ns0:cNvPr id="28" name="trace:D21:content.auto.19">
            <ns1:extLst>
              <ns1:ext uri="{FF2B5EF4-FFF2-40B4-BE49-F238E27FC236}">
                <ns2:creationId id="{B9163EA2-1B5A-4502-9441-7A78FE550ACC}"/>
              </ns1:ext>
            </ns1:extLst>
          </ns0:cNvPr>
          <ns0:cNvSpPr>
            <ns1:spLocks noGrp="1"/>
          </ns0:cNvSpPr>
          <ns0:nvPr/>
        </ns0:nvSpPr>
        <ns0:spPr>
          <ns1:xfrm>
            <ns1:off x="371475" y="3943350"/>
            <ns1:ext cx="2305050" cy="504825"/>
          </ns1:xfrm>
          <ns1:prstGeom prst="roundRect">
            <ns1:avLst>
              <ns1:gd name="adj" fmla="val 15094"/>
            </ns1:avLst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29" name="trace:D21:content.auto.20">
            <ns1:extLst>
              <ns1:ext uri="{FF2B5EF4-FFF2-40B4-BE49-F238E27FC236}">
                <ns2:creationId id="{5EF0DE59-54E8-4047-8466-B7D3188A31DB}"/>
              </ns1:ext>
            </ns1:extLst>
          </ns0:cNvPr>
          <ns0:cNvSpPr>
            <ns1:spLocks noGrp="1"/>
          </ns0:cNvSpPr>
          <ns0:nvPr/>
        </ns0:nvSpPr>
        <ns0:spPr>
          <ns1:xfrm>
            <ns1:off x="485775" y="3981450"/>
            <ns1:ext cx="20764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まずは小さく始めて</ns1:t>
            </ns1:r>
          </ns1:p>
          <ns1:p>
            <ns1:pPr algn="ctr">
              <ns1:def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使い勝手と効果を実感</ns1:t>
            </ns1:r>
          </ns1:p>
        </ns0:txBody>
      </ns0:sp>
      <ns0:sp>
        <ns0:nvSpPr>
          <ns0:cNvPr id="30" name="trace:D21:content.auto.21">
            <ns1:extLst>
              <ns1:ext uri="{FF2B5EF4-FFF2-40B4-BE49-F238E27FC236}">
                <ns2:creationId id="{B5D5A0B2-DC98-4AA4-AFA3-0112DBFE387F}"/>
              </ns1:ext>
            </ns1:extLst>
          </ns0:cNvPr>
          <ns0:cNvSpPr>
            <ns1:spLocks noGrp="1"/>
          </ns0:cNvSpPr>
          <ns0:nvPr/>
        </ns0:nvSpPr>
        <ns0:spPr>
          <ns1:xfrm>
            <ns1:off x="2657475" y="3057525"/>
            <ns1:ext cx="228600" cy="285750"/>
          </ns1:xfrm>
          <ns1:prstGeom prst="rightArrow">
            <ns1:avLst/>
          </ns1:prstGeom>
          <ns1:solidFill>
            <ns1:srgbClr val="AAB6C3"/>
          </ns1:solidFill>
          <ns1:ln w="0">
            <ns1:noFill/>
            <ns1:prstDash val="solid"/>
          </ns1:ln>
        </ns0:spPr>
      </ns0:sp>
      <ns0:sp>
        <ns0:nvSpPr>
          <ns0:cNvPr id="31" name="trace:D21:content.auto.22">
            <ns1:extLst>
              <ns1:ext uri="{FF2B5EF4-FFF2-40B4-BE49-F238E27FC236}">
                <ns2:creationId id="{493B41B5-352A-4BA0-9DCC-1980221CE9DD}"/>
              </ns1:ext>
            </ns1:extLst>
          </ns0:cNvPr>
          <ns0:cNvSpPr>
            <ns1:spLocks noGrp="1"/>
          </ns0:cNvSpPr>
          <ns0:nvPr/>
        </ns0:nvSpPr>
        <ns0:spPr>
          <ns1:xfrm>
            <ns1:off x="2724150" y="2095500"/>
            <ns1:ext cx="2305050" cy="666750"/>
          </ns1:xfrm>
          <ns1:prstGeom prst="rightArrow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32" name="trace:D21:content.auto.23">
            <ns1:extLst>
              <ns1:ext uri="{FF2B5EF4-FFF2-40B4-BE49-F238E27FC236}">
                <ns2:creationId id="{A5D1A288-3413-44EB-A971-50DC8CE16E9C}"/>
              </ns1:ext>
            </ns1:extLst>
          </ns0:cNvPr>
          <ns0:cNvSpPr>
            <ns1:spLocks noGrp="1"/>
          </ns0:cNvSpPr>
          <ns0:nvPr/>
        </ns0:nvSpPr>
        <ns0:spPr>
          <ns1:xfrm>
            <ns1:off x="2828925" y="2181225"/>
            <ns1:ext cx="476250" cy="476250"/>
          </ns1:xfrm>
          <ns1:prstGeom prst="ellipse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33" name="trace:D21:content.auto.24">
            <ns1:extLst>
              <ns1:ext uri="{FF2B5EF4-FFF2-40B4-BE49-F238E27FC236}">
                <ns2:creationId id="{F0D2F54A-E24D-4B24-BAAB-D0668B2AD8A1}"/>
              </ns1:ext>
            </ns1:extLst>
          </ns0:cNvPr>
          <ns0:cNvSpPr>
            <ns1:spLocks noGrp="1"/>
          </ns0:cNvSpPr>
          <ns0:nvPr/>
        </ns0:nvSpPr>
        <ns0:spPr>
          <ns1:xfrm>
            <ns1:off x="2828925" y="2238375"/>
            <ns1:ext cx="4762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5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02</ns1:t>
            </ns1:r>
          </ns1:p>
        </ns0:txBody>
      </ns0:sp>
      <ns0:sp>
        <ns0:nvSpPr>
          <ns0:cNvPr id="34" name="trace:D21:content.auto.25">
            <ns1:extLst>
              <ns1:ext uri="{FF2B5EF4-FFF2-40B4-BE49-F238E27FC236}">
                <ns2:creationId id="{1A0861CC-3C8E-45BA-9F25-3C0383CC6762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2162175"/>
            <ns1:ext cx="1381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0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2〜3か月</ns1:t>
            </ns1:r>
          </ns1:p>
        </ns0:txBody>
      </ns0:sp>
      <ns0:sp>
        <ns0:nvSpPr>
          <ns0:cNvPr id="35" name="trace:D21:title.primary.4">
            <ns1:extLst>
              <ns1:ext uri="{FF2B5EF4-FFF2-40B4-BE49-F238E27FC236}">
                <ns2:creationId id="{0A5C9170-B5CE-4173-A32A-6758E9F96248}"/>
              </ns1:ext>
            </ns1:extLst>
          </ns0:cNvPr>
          <ns0:cNvSpPr>
            <ns1:spLocks noGrp="1"/>
          </ns0:cNvSpPr>
          <ns0:nvPr/>
        </ns0:nvSpPr>
        <ns0:spPr>
          <ns1:xfrm>
            <ns1:off x="3467100" y="2381250"/>
            <ns1:ext cx="14668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効果検証・改善</ns1:t>
            </ns1:r>
          </ns1:p>
        </ns0:txBody>
      </ns0:sp>
      <ns0:sp>
        <ns0:nvSpPr>
          <ns0:cNvPr id="36" name="trace:D21:content.auto.26">
            <ns1:extLst>
              <ns1:ext uri="{FF2B5EF4-FFF2-40B4-BE49-F238E27FC236}">
                <ns2:creationId id="{FA1378AC-4730-4A12-967E-510ACBD6D6E3}"/>
              </ns1:ext>
            </ns1:extLst>
          </ns0:cNvPr>
          <ns0:cNvSpPr>
            <ns1:spLocks noGrp="1"/>
          </ns0:cNvSpPr>
          <ns0:nvPr/>
        </ns0:nvSpPr>
        <ns0:spPr>
          <ns1:xfrm>
            <ns1:off x="2724150" y="2771775"/>
            <ns1:ext cx="2305050" cy="1162050"/>
          </ns1:xfrm>
          <ns1:prstGeom prst="roundRect">
            <ns1:avLst>
              <ns1:gd name="adj" fmla="val 6557"/>
            </ns1:avLst>
          </ns1:prstGeom>
          <ns1:solidFill>
            <ns1:srgbClr val="FFFFFF"/>
          </ns1:solidFill>
          <ns1:ln w="9525">
            <ns1:solidFill>
              <ns1:srgbClr val="EEF1F4"/>
            </ns1:solidFill>
            <ns1:prstDash val="solid"/>
          </ns1:ln>
        </ns0:spPr>
      </ns0:sp>
      <ns0:sp>
        <ns0:nvSpPr>
          <ns0:cNvPr id="37" name="trace:D21:content.auto.27">
            <ns1:extLst>
              <ns1:ext uri="{FF2B5EF4-FFF2-40B4-BE49-F238E27FC236}">
                <ns2:creationId id="{0A7C005D-F2DD-4A23-A2FD-E65CC435F9F8}"/>
              </ns1:ext>
            </ns1:extLst>
          </ns0:cNvPr>
          <ns0:cNvSpPr>
            <ns1:spLocks noGrp="1"/>
          </ns0:cNvSpPr>
          <ns0:nvPr/>
        </ns0:nvSpPr>
        <ns0:spPr>
          <ns1:xfrm>
            <ns1:off x="3676650" y="3147060"/>
            <ns1:ext cx="290036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38" name="trace:D21:content.auto.28">
            <ns1:extLst>
              <ns1:ext uri="{FF2B5EF4-FFF2-40B4-BE49-F238E27FC236}">
                <ns2:creationId id="{3A7A9885-6EF7-48F5-95FD-2184F5A5E6FE}"/>
              </ns1:ext>
            </ns1:extLst>
          </ns0:cNvPr>
          <ns0:cNvSpPr>
            <ns1:spLocks noGrp="1"/>
          </ns0:cNvSpPr>
          <ns0:nvPr/>
        </ns0:nvSpPr>
        <ns0:spPr>
          <ns1:xfrm>
            <ns1:off x="3676650" y="2867025"/>
            <ns1:ext cx="20003" cy="280035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39" name="trace:D21:content.auto.29">
            <ns1:extLst>
              <ns1:ext uri="{FF2B5EF4-FFF2-40B4-BE49-F238E27FC236}">
                <ns2:creationId id="{B7E62FB7-26DF-4AAB-82B7-AD3851DB24D4}"/>
              </ns1:ext>
            </ns1:extLst>
          </ns0:cNvPr>
          <ns0:cNvSpPr>
            <ns1:spLocks noGrp="1"/>
          </ns0:cNvSpPr>
          <ns0:nvPr/>
        </ns0:nvSpPr>
        <ns0:spPr>
          <ns1:xfrm>
            <ns1:off x="3726656" y="3017044"/>
            <ns1:ext cx="50006" cy="130016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40" name="trace:D21:content.auto.30">
            <ns1:extLst>
              <ns1:ext uri="{FF2B5EF4-FFF2-40B4-BE49-F238E27FC236}">
                <ns2:creationId id="{8E1E4AF8-5378-4FE3-BC0D-D24B3F4E8FE1}"/>
              </ns1:ext>
            </ns1:extLst>
          </ns0:cNvPr>
          <ns0:cNvSpPr>
            <ns1:spLocks noGrp="1"/>
          </ns0:cNvSpPr>
          <ns0:nvPr/>
        </ns0:nvSpPr>
        <ns0:spPr>
          <ns1:xfrm>
            <ns1:off x="3806666" y="2957036"/>
            <ns1:ext cx="50006" cy="190024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41" name="trace:D21:content.auto.31">
            <ns1:extLst>
              <ns1:ext uri="{FF2B5EF4-FFF2-40B4-BE49-F238E27FC236}">
                <ns2:creationId id="{3CEDE059-4038-4216-9A68-8F60A468BEFB}"/>
              </ns1:ext>
            </ns1:extLst>
          </ns0:cNvPr>
          <ns0:cNvSpPr>
            <ns1:spLocks noGrp="1"/>
          </ns0:cNvSpPr>
          <ns0:nvPr/>
        </ns0:nvSpPr>
        <ns0:spPr>
          <ns1:xfrm>
            <ns1:off x="3886676" y="2897029"/>
            <ns1:ext cx="50006" cy="250031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42" name="trace:D21:content.auto.32">
            <ns1:extLst>
              <ns1:ext uri="{FF2B5EF4-FFF2-40B4-BE49-F238E27FC236}">
                <ns2:creationId id="{90554BB9-F25B-405A-9EE0-0614A9595E31}"/>
              </ns1:ext>
            </ns1:extLst>
          </ns0:cNvPr>
          <ns0:cNvSpPr>
            <ns1:spLocks noGrp="1"/>
          </ns0:cNvSpPr>
          <ns0:nvPr/>
        </ns0:nvSpPr>
        <ns0:spPr>
          <ns1:xfrm>
            <ns1:off x="3926681" y="2897029"/>
            <ns1:ext cx="50006" cy="50006"/>
          </ns1:xfrm>
          <ns1:prstGeom prst="ellipse">
            <ns1:avLst/>
          </ns1:prstGeom>
          <ns1:noFill/>
          <ns1:ln w="14288">
            <ns1:solidFill>
              <ns1:srgbClr val="ED1C24"/>
            </ns1:solidFill>
            <ns1:prstDash val="solid"/>
          </ns1:ln>
        </ns0:spPr>
      </ns0:sp>
      <ns0:sp>
        <ns0:nvSpPr>
          <ns0:cNvPr id="43" name="trace:D21:content.auto.33">
            <ns1:extLst>
              <ns1:ext uri="{FF2B5EF4-FFF2-40B4-BE49-F238E27FC236}">
                <ns2:creationId id="{7D455E6A-C3B3-4865-88EA-E7D458312CA7}"/>
              </ns1:ext>
            </ns1:extLst>
          </ns0:cNvPr>
          <ns0:cNvSpPr>
            <ns1:spLocks noGrp="1"/>
          </ns0:cNvSpPr>
          <ns0:nvPr/>
        </ns0:nvSpPr>
        <ns0:spPr>
          <ns1:xfrm>
            <ns1:off x="3962400" y="2857500"/>
            <ns1:ext cx="130302" cy="130302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44" name="trace:D21:content.auto.34">
            <ns1:extLst>
              <ns1:ext uri="{FF2B5EF4-FFF2-40B4-BE49-F238E27FC236}">
                <ns2:creationId id="{D4FFEDAD-3090-42D4-978E-C14B6DA70038}"/>
              </ns1:ext>
            </ns1:extLst>
          </ns0:cNvPr>
          <ns0:cNvSpPr>
            <ns1:spLocks noGrp="1"/>
          </ns0:cNvSpPr>
          <ns0:nvPr/>
        </ns0:nvSpPr>
        <ns0:spPr>
          <ns1:xfrm rot="2700000">
            <ns1:off x="4065270" y="2960370"/>
            <ns1:ext cx="68580" cy="20574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45" name="trace:D21:lead.2">
            <ns1:extLst>
              <ns1:ext uri="{FF2B5EF4-FFF2-40B4-BE49-F238E27FC236}">
                <ns2:creationId id="{F613020F-FB5C-48CF-9350-FD96B3A48C3A}"/>
              </ns1:ext>
            </ns1:extLst>
          </ns0:cNvPr>
          <ns0:cNvSpPr>
            <ns1:spLocks noGrp="1"/>
          </ns0:cNvSpPr>
          <ns0:nvPr/>
        </ns0:nvSpPr>
        <ns0:spPr>
          <ns1:xfrm>
            <ns1:off x="2990850" y="3209925"/>
            <ns1:ext cx="190500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・定量・定性の効果測定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・現場からのフィードバック収集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・運用ルールの最適化</ns1:t>
            </ns1:r>
          </ns1:p>
        </ns0:txBody>
      </ns0:sp>
      <ns0:sp>
        <ns0:nvSpPr>
          <ns0:cNvPr id="46" name="trace:D21:content.auto.35">
            <ns1:extLst>
              <ns1:ext uri="{FF2B5EF4-FFF2-40B4-BE49-F238E27FC236}">
                <ns2:creationId id="{F06628C1-9120-41B6-843E-DD160B94DCDF}"/>
              </ns1:ext>
            </ns1:extLst>
          </ns0:cNvPr>
          <ns0:cNvSpPr>
            <ns1:spLocks noGrp="1"/>
          </ns0:cNvSpPr>
          <ns0:nvPr/>
        </ns0:nvSpPr>
        <ns0:spPr>
          <ns1:xfrm>
            <ns1:off x="2724150" y="3943350"/>
            <ns1:ext cx="2305050" cy="504825"/>
          </ns1:xfrm>
          <ns1:prstGeom prst="roundRect">
            <ns1:avLst>
              <ns1:gd name="adj" fmla="val 15094"/>
            </ns1:avLst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47" name="trace:D21:content.auto.36">
            <ns1:extLst>
              <ns1:ext uri="{FF2B5EF4-FFF2-40B4-BE49-F238E27FC236}">
                <ns2:creationId id="{D5D02260-6F6F-49BE-9137-40D3D0D61B6A}"/>
              </ns1:ext>
            </ns1:extLst>
          </ns0:cNvPr>
          <ns0:cNvSpPr>
            <ns1:spLocks noGrp="1"/>
          </ns0:cNvSpPr>
          <ns0:nvPr/>
        </ns0:nvSpPr>
        <ns0:spPr>
          <ns1:xfrm>
            <ns1:off x="2838450" y="3981450"/>
            <ns1:ext cx="20764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実データで効果を検証し</ns1:t>
            </ns1:r>
          </ns1:p>
          <ns1:p>
            <ns1:pPr algn="ctr">
              <ns1:def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運用方法を改善</ns1:t>
            </ns1:r>
          </ns1:p>
        </ns0:txBody>
      </ns0:sp>
      <ns0:sp>
        <ns0:nvSpPr>
          <ns0:cNvPr id="48" name="trace:D21:content.auto.37">
            <ns1:extLst>
              <ns1:ext uri="{FF2B5EF4-FFF2-40B4-BE49-F238E27FC236}">
                <ns2:creationId id="{938A9D03-87D5-4604-886F-97CE539A96E4}"/>
              </ns1:ext>
            </ns1:extLst>
          </ns0:cNvPr>
          <ns0:cNvSpPr>
            <ns1:spLocks noGrp="1"/>
          </ns0:cNvSpPr>
          <ns0:nvPr/>
        </ns0:nvSpPr>
        <ns0:spPr>
          <ns1:xfrm>
            <ns1:off x="5010150" y="3057525"/>
            <ns1:ext cx="228600" cy="285750"/>
          </ns1:xfrm>
          <ns1:prstGeom prst="rightArrow">
            <ns1:avLst/>
          </ns1:prstGeom>
          <ns1:solidFill>
            <ns1:srgbClr val="AAB6C3"/>
          </ns1:solidFill>
          <ns1:ln w="0">
            <ns1:noFill/>
            <ns1:prstDash val="solid"/>
          </ns1:ln>
        </ns0:spPr>
      </ns0:sp>
      <ns0:sp>
        <ns0:nvSpPr>
          <ns0:cNvPr id="49" name="trace:D21:content.auto.38">
            <ns1:extLst>
              <ns1:ext uri="{FF2B5EF4-FFF2-40B4-BE49-F238E27FC236}">
                <ns2:creationId id="{22490D7E-A4FB-411A-B712-35D0D1927604}"/>
              </ns1:ext>
            </ns1:extLst>
          </ns0:cNvPr>
          <ns0:cNvSpPr>
            <ns1:spLocks noGrp="1"/>
          </ns0:cNvSpPr>
          <ns0:nvPr/>
        </ns0:nvSpPr>
        <ns0:spPr>
          <ns1:xfrm>
            <ns1:off x="5076825" y="2095500"/>
            <ns1:ext cx="2305050" cy="666750"/>
          </ns1:xfrm>
          <ns1:prstGeom prst="rightArrow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50" name="trace:D21:content.auto.39">
            <ns1:extLst>
              <ns1:ext uri="{FF2B5EF4-FFF2-40B4-BE49-F238E27FC236}">
                <ns2:creationId id="{B811C8D5-1140-4B64-9FD5-16243A84100B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2181225"/>
            <ns1:ext cx="476250" cy="476250"/>
          </ns1:xfrm>
          <ns1:prstGeom prst="ellipse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51" name="trace:D21:content.auto.40">
            <ns1:extLst>
              <ns1:ext uri="{FF2B5EF4-FFF2-40B4-BE49-F238E27FC236}">
                <ns2:creationId id="{23DF56B5-1748-4FF6-AADC-DEE7068574A7}"/>
              </ns1:ext>
            </ns1:extLst>
          </ns0:cNvPr>
          <ns0:cNvSpPr>
            <ns1:spLocks noGrp="1"/>
          </ns0:cNvSpPr>
          <ns0:nvPr/>
        </ns0:nvSpPr>
        <ns0:spPr>
          <ns1:xfrm>
            <ns1:off x="5181600" y="2238375"/>
            <ns1:ext cx="4762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5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52" name="trace:D21:content.auto.41">
            <ns1:extLst>
              <ns1:ext uri="{FF2B5EF4-FFF2-40B4-BE49-F238E27FC236}">
                <ns2:creationId id="{112FBD4E-144C-4566-A23E-3EA3BB5AD9F1}"/>
              </ns1:ext>
            </ns1:extLst>
          </ns0:cNvPr>
          <ns0:cNvSpPr>
            <ns1:spLocks noGrp="1"/>
          </ns0:cNvSpPr>
          <ns0:nvPr/>
        </ns0:nvSpPr>
        <ns0:spPr>
          <ns1:xfrm>
            <ns1:off x="5819775" y="2162175"/>
            <ns1:ext cx="1381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0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4〜6か月</ns1:t>
            </ns1:r>
          </ns1:p>
        </ns0:txBody>
      </ns0:sp>
      <ns0:sp>
        <ns0:nvSpPr>
          <ns0:cNvPr id="53" name="trace:D21:title.primary.5">
            <ns1:extLst>
              <ns1:ext uri="{FF2B5EF4-FFF2-40B4-BE49-F238E27FC236}">
                <ns2:creationId id="{82577F0B-7DC8-497B-92C8-50846ADC0924}"/>
              </ns1:ext>
            </ns1:extLst>
          </ns0:cNvPr>
          <ns0:cNvSpPr>
            <ns1:spLocks noGrp="1"/>
          </ns0:cNvSpPr>
          <ns0:nvPr/>
        </ns0:nvSpPr>
        <ns0:spPr>
          <ns1:xfrm>
            <ns1:off x="5819775" y="2381250"/>
            <ns1:ext cx="14668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本格導入・展開</ns1:t>
            </ns1:r>
          </ns1:p>
        </ns0:txBody>
      </ns0:sp>
      <ns0:sp>
        <ns0:nvSpPr>
          <ns0:cNvPr id="54" name="trace:D21:content.auto.42">
            <ns1:extLst>
              <ns1:ext uri="{FF2B5EF4-FFF2-40B4-BE49-F238E27FC236}">
                <ns2:creationId id="{7EFB7524-299B-41A6-AD20-B7AC70D3AA8C}"/>
              </ns1:ext>
            </ns1:extLst>
          </ns0:cNvPr>
          <ns0:cNvSpPr>
            <ns1:spLocks noGrp="1"/>
          </ns0:cNvSpPr>
          <ns0:nvPr/>
        </ns0:nvSpPr>
        <ns0:spPr>
          <ns1:xfrm>
            <ns1:off x="5076825" y="2771775"/>
            <ns1:ext cx="2305050" cy="1162050"/>
          </ns1:xfrm>
          <ns1:prstGeom prst="roundRect">
            <ns1:avLst>
              <ns1:gd name="adj" fmla="val 6557"/>
            </ns1:avLst>
          </ns1:prstGeom>
          <ns1:solidFill>
            <ns1:srgbClr val="FFFFFF"/>
          </ns1:solidFill>
          <ns1:ln w="9525">
            <ns1:solidFill>
              <ns1:srgbClr val="EEF1F4"/>
            </ns1:solidFill>
            <ns1:prstDash val="solid"/>
          </ns1:ln>
        </ns0:spPr>
      </ns0:sp>
      <ns0:sp>
        <ns0:nvSpPr>
          <ns0:cNvPr id="55" name="trace:D21:content.auto.43">
            <ns1:extLst>
              <ns1:ext uri="{FF2B5EF4-FFF2-40B4-BE49-F238E27FC236}">
                <ns2:creationId id="{70A6DADA-B492-436C-8E81-40855BC48383}"/>
              </ns1:ext>
            </ns1:extLst>
          </ns0:cNvPr>
          <ns0:cNvSpPr>
            <ns1:spLocks noGrp="1"/>
          </ns0:cNvSpPr>
          <ns0:nvPr/>
        </ns0:nvSpPr>
        <ns0:spPr>
          <ns1:xfrm>
            <ns1:off x="6119336" y="2867025"/>
            <ns1:ext cx="90011" cy="90011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56" name="trace:D21:content.auto.44">
            <ns1:extLst>
              <ns1:ext uri="{FF2B5EF4-FFF2-40B4-BE49-F238E27FC236}">
                <ns2:creationId id="{30892E50-9008-4E01-91B4-9D327381BBF1}"/>
              </ns1:ext>
            </ns1:extLst>
          </ns0:cNvPr>
          <ns0:cNvSpPr>
            <ns1:spLocks noGrp="1"/>
          </ns0:cNvSpPr>
          <ns0:nvPr/>
        </ns0:nvSpPr>
        <ns0:spPr>
          <ns1:xfrm>
            <ns1:off x="6029325" y="2897029"/>
            <ns1:ext cx="70009" cy="70009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57" name="trace:D21:content.auto.45">
            <ns1:extLst>
              <ns1:ext uri="{FF2B5EF4-FFF2-40B4-BE49-F238E27FC236}">
                <ns2:creationId id="{62BECB9C-3963-44C7-825F-1327AB4A88FB}"/>
              </ns1:ext>
            </ns1:extLst>
          </ns0:cNvPr>
          <ns0:cNvSpPr>
            <ns1:spLocks noGrp="1"/>
          </ns0:cNvSpPr>
          <ns0:nvPr/>
        </ns0:nvSpPr>
        <ns0:spPr>
          <ns1:xfrm>
            <ns1:off x="6229350" y="2897029"/>
            <ns1:ext cx="70009" cy="70009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58" name="trace:D21:content.auto.46">
            <ns1:extLst>
              <ns1:ext uri="{FF2B5EF4-FFF2-40B4-BE49-F238E27FC236}">
                <ns2:creationId id="{A5EB582E-50A5-4268-B1E9-3B219EC6D5F7}"/>
              </ns1:ext>
            </ns1:extLst>
          </ns0:cNvPr>
          <ns0:cNvSpPr>
            <ns1:spLocks noGrp="1"/>
          </ns0:cNvSpPr>
          <ns0:nvPr/>
        </ns0:nvSpPr>
        <ns0:spPr>
          <ns1:xfrm>
            <ns1:off x="6079331" y="2997041"/>
            <ns1:ext cx="170021" cy="100013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59" name="trace:D21:content.auto.47">
            <ns1:extLst>
              <ns1:ext uri="{FF2B5EF4-FFF2-40B4-BE49-F238E27FC236}">
                <ns2:creationId id="{1C0F5533-265F-4C9A-81CC-2B908C2DC846}"/>
              </ns1:ext>
            </ns1:extLst>
          </ns0:cNvPr>
          <ns0:cNvSpPr>
            <ns1:spLocks noGrp="1"/>
          </ns0:cNvSpPr>
          <ns0:nvPr/>
        </ns0:nvSpPr>
        <ns0:spPr>
          <ns1:xfrm>
            <ns1:off x="6019324" y="3017044"/>
            <ns1:ext cx="90011" cy="80010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60" name="trace:D21:content.auto.48">
            <ns1:extLst>
              <ns1:ext uri="{FF2B5EF4-FFF2-40B4-BE49-F238E27FC236}">
                <ns2:creationId id="{AD8BDAA4-3828-4C3B-8E8D-AC2ABA28D5F2}"/>
              </ns1:ext>
            </ns1:extLst>
          </ns0:cNvPr>
          <ns0:cNvSpPr>
            <ns1:spLocks noGrp="1"/>
          </ns0:cNvSpPr>
          <ns0:nvPr/>
        </ns0:nvSpPr>
        <ns0:spPr>
          <ns1:xfrm>
            <ns1:off x="6219349" y="3017044"/>
            <ns1:ext cx="90011" cy="80010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61" name="trace:D21:lead.3">
            <ns1:extLst>
              <ns1:ext uri="{FF2B5EF4-FFF2-40B4-BE49-F238E27FC236}">
                <ns2:creationId id="{3B67CF3B-5A31-4877-86A3-8D75753B53CF}"/>
              </ns1:ext>
            </ns1:extLst>
          </ns0:cNvPr>
          <ns0:cNvSpPr>
            <ns1:spLocks noGrp="1"/>
          </ns0:cNvSpPr>
          <ns0:nvPr/>
        </ns0:nvSpPr>
        <ns0:spPr>
          <ns1:xfrm>
            <ns1:off x="5343525" y="3209925"/>
            <ns1:ext cx="190500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・対象部門の拡大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・機能の本格利用開始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・社内ナレッジの蓄積</ns1:t>
            </ns1:r>
          </ns1:p>
        </ns0:txBody>
      </ns0:sp>
      <ns0:sp>
        <ns0:nvSpPr>
          <ns0:cNvPr id="62" name="trace:D21:content.auto.49">
            <ns1:extLst>
              <ns1:ext uri="{FF2B5EF4-FFF2-40B4-BE49-F238E27FC236}">
                <ns2:creationId id="{0F85B6CC-DB12-4C6D-874C-ABAA59B8FFA5}"/>
              </ns1:ext>
            </ns1:extLst>
          </ns0:cNvPr>
          <ns0:cNvSpPr>
            <ns1:spLocks noGrp="1"/>
          </ns0:cNvSpPr>
          <ns0:nvPr/>
        </ns0:nvSpPr>
        <ns0:spPr>
          <ns1:xfrm>
            <ns1:off x="5076825" y="3943350"/>
            <ns1:ext cx="2305050" cy="504825"/>
          </ns1:xfrm>
          <ns1:prstGeom prst="roundRect">
            <ns1:avLst>
              <ns1:gd name="adj" fmla="val 15094"/>
            </ns1:avLst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63" name="trace:D21:content.auto.50">
            <ns1:extLst>
              <ns1:ext uri="{FF2B5EF4-FFF2-40B4-BE49-F238E27FC236}">
                <ns2:creationId id="{2A7FD07D-EA07-4AB9-BE76-D8EE9F5C4501}"/>
              </ns1:ext>
            </ns1:extLst>
          </ns0:cNvPr>
          <ns0:cNvSpPr>
            <ns1:spLocks noGrp="1"/>
          </ns0:cNvSpPr>
          <ns0:nvPr/>
        </ns0:nvSpPr>
        <ns0:spPr>
          <ns1:xfrm>
            <ns1:off x="5191125" y="3981450"/>
            <ns1:ext cx="20764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全社展開し</ns1:t>
            </ns1:r>
          </ns1:p>
          <ns1:p>
            <ns1:pPr algn="ctr">
              <ns1:def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提案力を標準化</ns1:t>
            </ns1:r>
          </ns1:p>
        </ns0:txBody>
      </ns0:sp>
      <ns0:sp>
        <ns0:nvSpPr>
          <ns0:cNvPr id="64" name="trace:D21:content.auto.51">
            <ns1:extLst>
              <ns1:ext uri="{FF2B5EF4-FFF2-40B4-BE49-F238E27FC236}">
                <ns2:creationId id="{43A9091E-484E-40CB-9686-4E1F81C3C557}"/>
              </ns1:ext>
            </ns1:extLst>
          </ns0:cNvPr>
          <ns0:cNvSpPr>
            <ns1:spLocks noGrp="1"/>
          </ns0:cNvSpPr>
          <ns0:nvPr/>
        </ns0:nvSpPr>
        <ns0:spPr>
          <ns1:xfrm>
            <ns1:off x="7362825" y="3057525"/>
            <ns1:ext cx="228600" cy="285750"/>
          </ns1:xfrm>
          <ns1:prstGeom prst="rightArrow">
            <ns1:avLst/>
          </ns1:prstGeom>
          <ns1:solidFill>
            <ns1:srgbClr val="AAB6C3"/>
          </ns1:solidFill>
          <ns1:ln w="0">
            <ns1:noFill/>
            <ns1:prstDash val="solid"/>
          </ns1:ln>
        </ns0:spPr>
      </ns0:sp>
      <ns0:sp>
        <ns0:nvSpPr>
          <ns0:cNvPr id="65" name="trace:D21:content.auto.52">
            <ns1:extLst>
              <ns1:ext uri="{FF2B5EF4-FFF2-40B4-BE49-F238E27FC236}">
                <ns2:creationId id="{F11D870F-FF95-4328-979F-B007EA49D46D}"/>
              </ns1:ext>
            </ns1:extLst>
          </ns0:cNvPr>
          <ns0:cNvSpPr>
            <ns1:spLocks noGrp="1"/>
          </ns0:cNvSpPr>
          <ns0:nvPr/>
        </ns0:nvSpPr>
        <ns0:spPr>
          <ns1:xfrm>
            <ns1:off x="7429500" y="2095500"/>
            <ns1:ext cx="2305050" cy="666750"/>
          </ns1:xfrm>
          <ns1:prstGeom prst="rightArrow">
            <ns1:avLst/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66" name="trace:D21:content.auto.53">
            <ns1:extLst>
              <ns1:ext uri="{FF2B5EF4-FFF2-40B4-BE49-F238E27FC236}">
                <ns2:creationId id="{6C4F54F6-54D5-409E-9845-5BC1EE9B936C}"/>
              </ns1:ext>
            </ns1:extLst>
          </ns0:cNvPr>
          <ns0:cNvSpPr>
            <ns1:spLocks noGrp="1"/>
          </ns0:cNvSpPr>
          <ns0:nvPr/>
        </ns0:nvSpPr>
        <ns0:spPr>
          <ns1:xfrm>
            <ns1:off x="7534275" y="2181225"/>
            <ns1:ext cx="476250" cy="476250"/>
          </ns1:xfrm>
          <ns1:prstGeom prst="ellipse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67" name="trace:D21:content.auto.54">
            <ns1:extLst>
              <ns1:ext uri="{FF2B5EF4-FFF2-40B4-BE49-F238E27FC236}">
                <ns2:creationId id="{8CB3617F-4606-4D45-974F-EECF2D11D07E}"/>
              </ns1:ext>
            </ns1:extLst>
          </ns0:cNvPr>
          <ns0:cNvSpPr>
            <ns1:spLocks noGrp="1"/>
          </ns0:cNvSpPr>
          <ns0:nvPr/>
        </ns0:nvSpPr>
        <ns0:spPr>
          <ns1:xfrm>
            <ns1:off x="7534275" y="2238375"/>
            <ns1:ext cx="4762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5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04</ns1:t>
            </ns1:r>
          </ns1:p>
        </ns0:txBody>
      </ns0:sp>
      <ns0:sp>
        <ns0:nvSpPr>
          <ns0:cNvPr id="68" name="trace:D21:content.auto.55">
            <ns1:extLst>
              <ns1:ext uri="{FF2B5EF4-FFF2-40B4-BE49-F238E27FC236}">
                <ns2:creationId id="{7233FAC0-E15E-4425-9410-578D4A281F1D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2162175"/>
            <ns1:ext cx="1381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0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6か月〜</ns1:t>
            </ns1:r>
          </ns1:p>
        </ns0:txBody>
      </ns0:sp>
      <ns0:sp>
        <ns0:nvSpPr>
          <ns0:cNvPr id="69" name="trace:D21:content.auto.56">
            <ns1:extLst>
              <ns1:ext uri="{FF2B5EF4-FFF2-40B4-BE49-F238E27FC236}">
                <ns2:creationId id="{394A5BAC-6D7F-4A94-AB1D-213532A0C312}"/>
              </ns1:ext>
            </ns1:extLst>
          </ns0:cNvPr>
          <ns0:cNvSpPr>
            <ns1:spLocks noGrp="1"/>
          </ns0:cNvSpPr>
          <ns0:nvPr/>
        </ns0:nvSpPr>
        <ns0:spPr>
          <ns1:xfrm>
            <ns1:off x="8172450" y="2381250"/>
            <ns1:ext cx="14668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定着・高度化</ns1:t>
            </ns1:r>
          </ns1:p>
        </ns0:txBody>
      </ns0:sp>
      <ns0:sp>
        <ns0:nvSpPr>
          <ns0:cNvPr id="70" name="trace:D21:content.auto.57">
            <ns1:extLst>
              <ns1:ext uri="{FF2B5EF4-FFF2-40B4-BE49-F238E27FC236}">
                <ns2:creationId id="{5AF212EB-54CF-4867-941B-9EBDE4A5526A}"/>
              </ns1:ext>
            </ns1:extLst>
          </ns0:cNvPr>
          <ns0:cNvSpPr>
            <ns1:spLocks noGrp="1"/>
          </ns0:cNvSpPr>
          <ns0:nvPr/>
        </ns0:nvSpPr>
        <ns0:spPr>
          <ns1:xfrm>
            <ns1:off x="7429500" y="2771775"/>
            <ns1:ext cx="2305050" cy="1162050"/>
          </ns1:xfrm>
          <ns1:prstGeom prst="roundRect">
            <ns1:avLst>
              <ns1:gd name="adj" fmla="val 6557"/>
            </ns1:avLst>
          </ns1:prstGeom>
          <ns1:solidFill>
            <ns1:srgbClr val="FFFFFF"/>
          </ns1:solidFill>
          <ns1:ln w="9525">
            <ns1:solidFill>
              <ns1:srgbClr val="EEF1F4"/>
            </ns1:solidFill>
            <ns1:prstDash val="solid"/>
          </ns1:ln>
        </ns0:spPr>
      </ns0:sp>
      <ns0:sp>
        <ns0:nvSpPr>
          <ns0:cNvPr id="71" name="trace:D21:content.auto.58">
            <ns1:extLst>
              <ns1:ext uri="{FF2B5EF4-FFF2-40B4-BE49-F238E27FC236}">
                <ns2:creationId id="{96E980C1-3FFC-4B50-8C3A-379D463C80AE}"/>
              </ns1:ext>
            </ns1:extLst>
          </ns0:cNvPr>
          <ns0:cNvSpPr>
            <ns1:spLocks noGrp="1"/>
          </ns0:cNvSpPr>
          <ns0:nvPr/>
        </ns0:nvSpPr>
        <ns0:spPr>
          <ns1:xfrm>
            <ns1:off x="8422005" y="2907030"/>
            <ns1:ext cx="200025" cy="200025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72" name="trace:D21:content.auto.59">
            <ns1:extLst>
              <ns1:ext uri="{FF2B5EF4-FFF2-40B4-BE49-F238E27FC236}">
                <ns2:creationId id="{747D0B80-2EDC-4BBE-8FB1-EB569DBF8C64}"/>
              </ns1:ext>
            </ns1:extLst>
          </ns0:cNvPr>
          <ns0:cNvSpPr>
            <ns1:spLocks noGrp="1"/>
          </ns0:cNvSpPr>
          <ns0:nvPr/>
        </ns0:nvSpPr>
        <ns0:spPr>
          <ns1:xfrm>
            <ns1:off x="8492014" y="2977039"/>
            <ns1:ext cx="60008" cy="60008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73" name="trace:D21:content.auto.60">
            <ns1:extLst>
              <ns1:ext uri="{FF2B5EF4-FFF2-40B4-BE49-F238E27FC236}">
                <ns2:creationId id="{0C8AE9FE-2028-4F83-8272-24D87AEA02F0}"/>
              </ns1:ext>
            </ns1:extLst>
          </ns0:cNvPr>
          <ns0:cNvSpPr>
            <ns1:spLocks noGrp="1"/>
          </ns0:cNvSpPr>
          <ns0:nvPr/>
        </ns0:nvSpPr>
        <ns0:spPr>
          <ns1:xfrm>
            <ns1:off x="8632031" y="2987040"/>
            <ns1:ext cx="50006" cy="50006"/>
          </ns1:xfrm>
          <ns1:prstGeom prst="roundRect">
            <ns1:avLst>
              <ns1:gd name="adj" fmla="val 50000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74" name="trace:D21:content.auto.61">
            <ns1:extLst>
              <ns1:ext uri="{FF2B5EF4-FFF2-40B4-BE49-F238E27FC236}">
                <ns2:creationId id="{B880365B-304E-4B19-86FA-6F5B1A43A35B}"/>
              </ns1:ext>
            </ns1:extLst>
          </ns0:cNvPr>
          <ns0:cNvSpPr>
            <ns1:spLocks noGrp="1"/>
          </ns0:cNvSpPr>
          <ns0:nvPr/>
        </ns0:nvSpPr>
        <ns0:spPr>
          <ns1:xfrm>
            <ns1:off x="8593950" y="3078975"/>
            <ns1:ext cx="50006" cy="50006"/>
          </ns1:xfrm>
          <ns1:prstGeom prst="roundRect">
            <ns1:avLst>
              <ns1:gd name="adj" fmla="val 50000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75" name="trace:D21:content.auto.62">
            <ns1:extLst>
              <ns1:ext uri="{FF2B5EF4-FFF2-40B4-BE49-F238E27FC236}">
                <ns2:creationId id="{461EDE91-9185-4FAB-AC8B-8EE302167C4A}"/>
              </ns1:ext>
            </ns1:extLst>
          </ns0:cNvPr>
          <ns0:cNvSpPr>
            <ns1:spLocks noGrp="1"/>
          </ns0:cNvSpPr>
          <ns0:nvPr/>
        </ns0:nvSpPr>
        <ns0:spPr>
          <ns1:xfrm>
            <ns1:off x="8502015" y="3117056"/>
            <ns1:ext cx="50006" cy="50006"/>
          </ns1:xfrm>
          <ns1:prstGeom prst="roundRect">
            <ns1:avLst>
              <ns1:gd name="adj" fmla="val 50000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76" name="trace:D21:content.auto.63">
            <ns1:extLst>
              <ns1:ext uri="{FF2B5EF4-FFF2-40B4-BE49-F238E27FC236}">
                <ns2:creationId id="{5C8BB5A8-B09C-445E-AB8B-FC96BF42DD82}"/>
              </ns1:ext>
            </ns1:extLst>
          </ns0:cNvPr>
          <ns0:cNvSpPr>
            <ns1:spLocks noGrp="1"/>
          </ns0:cNvSpPr>
          <ns0:nvPr/>
        </ns0:nvSpPr>
        <ns0:spPr>
          <ns1:xfrm>
            <ns1:off x="8410080" y="3078975"/>
            <ns1:ext cx="50006" cy="50006"/>
          </ns1:xfrm>
          <ns1:prstGeom prst="roundRect">
            <ns1:avLst>
              <ns1:gd name="adj" fmla="val 50000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77" name="trace:D21:content.auto.64">
            <ns1:extLst>
              <ns1:ext uri="{FF2B5EF4-FFF2-40B4-BE49-F238E27FC236}">
                <ns2:creationId id="{9C66240F-12E2-4FB2-AA00-F8BE22F3ED46}"/>
              </ns1:ext>
            </ns1:extLst>
          </ns0:cNvPr>
          <ns0:cNvSpPr>
            <ns1:spLocks noGrp="1"/>
          </ns0:cNvSpPr>
          <ns0:nvPr/>
        </ns0:nvSpPr>
        <ns0:spPr>
          <ns1:xfrm>
            <ns1:off x="8371999" y="2987040"/>
            <ns1:ext cx="50006" cy="50006"/>
          </ns1:xfrm>
          <ns1:prstGeom prst="roundRect">
            <ns1:avLst>
              <ns1:gd name="adj" fmla="val 50000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78" name="trace:D21:content.auto.65">
            <ns1:extLst>
              <ns1:ext uri="{FF2B5EF4-FFF2-40B4-BE49-F238E27FC236}">
                <ns2:creationId id="{B4A6737B-13FB-41BC-813C-62D8E8D71026}"/>
              </ns1:ext>
            </ns1:extLst>
          </ns0:cNvPr>
          <ns0:cNvSpPr>
            <ns1:spLocks noGrp="1"/>
          </ns0:cNvSpPr>
          <ns0:nvPr/>
        </ns0:nvSpPr>
        <ns0:spPr>
          <ns1:xfrm>
            <ns1:off x="8410080" y="2895105"/>
            <ns1:ext cx="50006" cy="50006"/>
          </ns1:xfrm>
          <ns1:prstGeom prst="roundRect">
            <ns1:avLst>
              <ns1:gd name="adj" fmla="val 50000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79" name="trace:D21:content.auto.66">
            <ns1:extLst>
              <ns1:ext uri="{FF2B5EF4-FFF2-40B4-BE49-F238E27FC236}">
                <ns2:creationId id="{7E21E7A9-FD23-45DC-B1EB-FBE0CD78577E}"/>
              </ns1:ext>
            </ns1:extLst>
          </ns0:cNvPr>
          <ns0:cNvSpPr>
            <ns1:spLocks noGrp="1"/>
          </ns0:cNvSpPr>
          <ns0:nvPr/>
        </ns0:nvSpPr>
        <ns0:spPr>
          <ns1:xfrm>
            <ns1:off x="8502015" y="2857024"/>
            <ns1:ext cx="50006" cy="50006"/>
          </ns1:xfrm>
          <ns1:prstGeom prst="roundRect">
            <ns1:avLst>
              <ns1:gd name="adj" fmla="val 50000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80" name="trace:D21:content.auto.67">
            <ns1:extLst>
              <ns1:ext uri="{FF2B5EF4-FFF2-40B4-BE49-F238E27FC236}">
                <ns2:creationId id="{F1F2F3B5-B2DF-49A0-A460-B4A2524684CD}"/>
              </ns1:ext>
            </ns1:extLst>
          </ns0:cNvPr>
          <ns0:cNvSpPr>
            <ns1:spLocks noGrp="1"/>
          </ns0:cNvSpPr>
          <ns0:nvPr/>
        </ns0:nvSpPr>
        <ns0:spPr>
          <ns1:xfrm>
            <ns1:off x="8593950" y="2895105"/>
            <ns1:ext cx="50006" cy="50006"/>
          </ns1:xfrm>
          <ns1:prstGeom prst="roundRect">
            <ns1:avLst>
              <ns1:gd name="adj" fmla="val 50000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81" name="trace:D21:lead.4">
            <ns1:extLst>
              <ns1:ext uri="{FF2B5EF4-FFF2-40B4-BE49-F238E27FC236}">
                <ns2:creationId id="{3539FE20-9871-4FB5-B319-C0B34739B417}"/>
              </ns1:ext>
            </ns1:extLst>
          </ns0:cNvPr>
          <ns0:cNvSpPr>
            <ns1:spLocks noGrp="1"/>
          </ns0:cNvSpPr>
          <ns0:nvPr/>
        </ns0:nvSpPr>
        <ns0:spPr>
          <ns1:xfrm>
            <ns1:off x="7696200" y="3209925"/>
            <ns1:ext cx="190500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・運用の定着支援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・追加機能の活用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・他システムとの連携強化</ns1:t>
            </ns1:r>
          </ns1:p>
        </ns0:txBody>
      </ns0:sp>
      <ns0:sp>
        <ns0:nvSpPr>
          <ns0:cNvPr id="82" name="trace:D21:content.auto.68">
            <ns1:extLst>
              <ns1:ext uri="{FF2B5EF4-FFF2-40B4-BE49-F238E27FC236}">
                <ns2:creationId id="{DED7AFF9-F7C9-4AB3-A205-ABD8A5B19739}"/>
              </ns1:ext>
            </ns1:extLst>
          </ns0:cNvPr>
          <ns0:cNvSpPr>
            <ns1:spLocks noGrp="1"/>
          </ns0:cNvSpPr>
          <ns0:nvPr/>
        </ns0:nvSpPr>
        <ns0:spPr>
          <ns1:xfrm>
            <ns1:off x="7429500" y="3943350"/>
            <ns1:ext cx="2305050" cy="504825"/>
          </ns1:xfrm>
          <ns1:prstGeom prst="roundRect">
            <ns1:avLst>
              <ns1:gd name="adj" fmla="val 15094"/>
            </ns1:avLst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83" name="trace:D21:content.auto.69">
            <ns1:extLst>
              <ns1:ext uri="{FF2B5EF4-FFF2-40B4-BE49-F238E27FC236}">
                <ns2:creationId id="{E0F2E7A0-AA68-4564-BBD0-DBCFFA86EDCC}"/>
              </ns1:ext>
            </ns1:extLst>
          </ns0:cNvPr>
          <ns0:cNvSpPr>
            <ns1:spLocks noGrp="1"/>
          </ns0:cNvSpPr>
          <ns0:nvPr/>
        </ns0:nvSpPr>
        <ns0:spPr>
          <ns1:xfrm>
            <ns1:off x="7543800" y="3981450"/>
            <ns1:ext cx="20764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より高度な活用で</ns1:t>
            </ns1:r>
          </ns1:p>
          <ns1:p>
            <ns1:pPr algn="ctr">
              <ns1:def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さらなる成果を創出</ns1:t>
            </ns1:r>
          </ns1:p>
        </ns0:txBody>
      </ns0:sp>
      <ns0:sp>
        <ns0:nvSpPr>
          <ns0:cNvPr id="84" name="trace:D21:content.auto.70">
            <ns1:extLst>
              <ns1:ext uri="{FF2B5EF4-FFF2-40B4-BE49-F238E27FC236}">
                <ns2:creationId id="{A783DD11-194C-412F-9A70-81C0D9A33889}"/>
              </ns1:ext>
            </ns1:extLst>
          </ns0:cNvPr>
          <ns0:cNvSpPr>
            <ns1:spLocks noGrp="1"/>
          </ns0:cNvSpPr>
          <ns0:nvPr/>
        </ns0:nvSpPr>
        <ns0:spPr>
          <ns1:xfrm>
            <ns1:off x="9715500" y="3057525"/>
            <ns1:ext cx="228600" cy="285750"/>
          </ns1:xfrm>
          <ns1:prstGeom prst="rightArrow">
            <ns1:avLst/>
          </ns1:prstGeom>
          <ns1:solidFill>
            <ns1:srgbClr val="AAB6C3"/>
          </ns1:solidFill>
          <ns1:ln w="0">
            <ns1:noFill/>
            <ns1:prstDash val="solid"/>
          </ns1:ln>
        </ns0:spPr>
      </ns0:sp>
      <ns0:sp>
        <ns0:nvSpPr>
          <ns0:cNvPr id="85" name="trace:D21:content.auto.71">
            <ns1:extLst>
              <ns1:ext uri="{FF2B5EF4-FFF2-40B4-BE49-F238E27FC236}">
                <ns2:creationId id="{70C52383-8016-45A1-AED3-6939D8672DCB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2095500"/>
            <ns1:ext cx="2305050" cy="666750"/>
          </ns1:xfrm>
          <ns1:prstGeom prst="chevron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86" name="trace:D21:content.auto.72">
            <ns1:extLst>
              <ns1:ext uri="{FF2B5EF4-FFF2-40B4-BE49-F238E27FC236}">
                <ns2:creationId id="{1960224D-8AE2-46CD-8885-EEF3162AA4FE}"/>
              </ns1:ext>
            </ns1:extLst>
          </ns0:cNvPr>
          <ns0:cNvSpPr>
            <ns1:spLocks noGrp="1"/>
          </ns0:cNvSpPr>
          <ns0:nvPr/>
        </ns0:nvSpPr>
        <ns0:spPr>
          <ns1:xfrm>
            <ns1:off x="9886950" y="2181225"/>
            <ns1:ext cx="476250" cy="476250"/>
          </ns1:xfrm>
          <ns1:prstGeom prst="ellipse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87" name="trace:D21:content.auto.73">
            <ns1:extLst>
              <ns1:ext uri="{FF2B5EF4-FFF2-40B4-BE49-F238E27FC236}">
                <ns2:creationId id="{3550A85B-29B3-442D-84DA-4A62CE41C5F7}"/>
              </ns1:ext>
            </ns1:extLst>
          </ns0:cNvPr>
          <ns0:cNvSpPr>
            <ns1:spLocks noGrp="1"/>
          </ns0:cNvSpPr>
          <ns0:nvPr/>
        </ns0:nvSpPr>
        <ns0:spPr>
          <ns1:xfrm>
            <ns1:off x="9886950" y="2238375"/>
            <ns1:ext cx="47625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50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05</ns1:t>
            </ns1:r>
          </ns1:p>
        </ns0:txBody>
      </ns0:sp>
      <ns0:sp>
        <ns0:nvSpPr>
          <ns0:cNvPr id="88" name="trace:D21:content.auto.74">
            <ns1:extLst>
              <ns1:ext uri="{FF2B5EF4-FFF2-40B4-BE49-F238E27FC236}">
                <ns2:creationId id="{4AF2E8F0-0382-4846-B025-BE9516E2E690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2162175"/>
            <ns1:ext cx="1381125" cy="2095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0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05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継続</ns1:t>
            </ns1:r>
          </ns1:p>
        </ns0:txBody>
      </ns0:sp>
      <ns0:sp>
        <ns0:nvSpPr>
          <ns0:cNvPr id="89" name="trace:D21:content.auto.75">
            <ns1:extLst>
              <ns1:ext uri="{FF2B5EF4-FFF2-40B4-BE49-F238E27FC236}">
                <ns2:creationId id="{C160DFE8-1E85-46E8-8EF9-084568A1E61C}"/>
              </ns1:ext>
            </ns1:extLst>
          </ns0:cNvPr>
          <ns0:cNvSpPr>
            <ns1:spLocks noGrp="1"/>
          </ns0:cNvSpPr>
          <ns0:nvPr/>
        </ns0:nvSpPr>
        <ns0:spPr>
          <ns1:xfrm>
            <ns1:off x="10525125" y="2381250"/>
            <ns1:ext cx="14668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継続的な改善</ns1:t>
            </ns1:r>
          </ns1:p>
        </ns0:txBody>
      </ns0:sp>
      <ns0:sp>
        <ns0:nvSpPr>
          <ns0:cNvPr id="90" name="trace:D21:content.auto.76">
            <ns1:extLst>
              <ns1:ext uri="{FF2B5EF4-FFF2-40B4-BE49-F238E27FC236}">
                <ns2:creationId id="{7F1A5A90-59D0-4F62-B5A8-F76C7675F4D1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2771775"/>
            <ns1:ext cx="2305050" cy="1162050"/>
          </ns1:xfrm>
          <ns1:prstGeom prst="roundRect">
            <ns1:avLst>
              <ns1:gd name="adj" fmla="val 6557"/>
            </ns1:avLst>
          </ns1:prstGeom>
          <ns1:solidFill>
            <ns1:srgbClr val="FFFFFF"/>
          </ns1:solidFill>
          <ns1:ln w="9525">
            <ns1:solidFill>
              <ns1:srgbClr val="EEF1F4"/>
            </ns1:solidFill>
            <ns1:prstDash val="solid"/>
          </ns1:ln>
        </ns0:spPr>
      </ns0:sp>
      <ns0:sp>
        <ns0:nvSpPr>
          <ns0:cNvPr id="91" name="trace:D21:content.auto.77">
            <ns1:extLst>
              <ns1:ext uri="{FF2B5EF4-FFF2-40B4-BE49-F238E27FC236}">
                <ns2:creationId id="{C9790865-3356-4989-BF33-C52129944EA0}"/>
              </ns1:ext>
            </ns1:extLst>
          </ns0:cNvPr>
          <ns0:cNvSpPr>
            <ns1:spLocks noGrp="1"/>
          </ns0:cNvSpPr>
          <ns0:nvPr/>
        </ns0:nvSpPr>
        <ns0:spPr>
          <ns1:xfrm>
            <ns1:off x="10734675" y="2867025"/>
            <ns1:ext cx="280035" cy="280035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92" name="trace:D21:content.auto.78">
            <ns1:extLst>
              <ns1:ext uri="{FF2B5EF4-FFF2-40B4-BE49-F238E27FC236}">
                <ns2:creationId id="{9EF78AB7-6645-47B2-932B-69C49E7850BB}"/>
              </ns1:ext>
            </ns1:extLst>
          </ns0:cNvPr>
          <ns0:cNvSpPr>
            <ns1:spLocks noGrp="1"/>
          </ns0:cNvSpPr>
          <ns0:nvPr/>
        </ns0:nvSpPr>
        <ns0:spPr>
          <ns1:xfrm>
            <ns1:off x="10954703" y="2877026"/>
            <ns1:ext cx="90011" cy="30004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93" name="trace:D21:content.auto.79">
            <ns1:extLst>
              <ns1:ext uri="{FF2B5EF4-FFF2-40B4-BE49-F238E27FC236}">
                <ns2:creationId id="{5A359617-1CFD-4DD9-B551-3E47AA5B39E2}"/>
              </ns1:ext>
            </ns1:extLst>
          </ns0:cNvPr>
          <ns0:cNvSpPr>
            <ns1:spLocks noGrp="1"/>
          </ns0:cNvSpPr>
          <ns0:nvPr/>
        </ns0:nvSpPr>
        <ns0:spPr>
          <ns1:xfrm>
            <ns1:off x="10974705" y="2877026"/>
            <ns1:ext cx="30004" cy="90011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94" name="trace:D21:content.auto.80">
            <ns1:extLst>
              <ns1:ext uri="{FF2B5EF4-FFF2-40B4-BE49-F238E27FC236}">
                <ns2:creationId id="{FE8EE2F3-6F20-4AED-B48D-D1B16FBA6A99}"/>
              </ns1:ext>
            </ns1:extLst>
          </ns0:cNvPr>
          <ns0:cNvSpPr>
            <ns1:spLocks noGrp="1"/>
          </ns0:cNvSpPr>
          <ns0:nvPr/>
        </ns0:nvSpPr>
        <ns0:spPr>
          <ns1:xfrm>
            <ns1:off x="10714673" y="3107055"/>
            <ns1:ext cx="90011" cy="30004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95" name="trace:D21:content.auto.81">
            <ns1:extLst>
              <ns1:ext uri="{FF2B5EF4-FFF2-40B4-BE49-F238E27FC236}">
                <ns2:creationId id="{B15C81D7-2F77-41C7-84F0-1EE956D2D712}"/>
              </ns1:ext>
            </ns1:extLst>
          </ns0:cNvPr>
          <ns0:cNvSpPr>
            <ns1:spLocks noGrp="1"/>
          </ns0:cNvSpPr>
          <ns0:nvPr/>
        </ns0:nvSpPr>
        <ns0:spPr>
          <ns1:xfrm>
            <ns1:off x="10744676" y="3047048"/>
            <ns1:ext cx="30004" cy="90011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96" name="trace:D21:lead.5">
            <ns1:extLst>
              <ns1:ext uri="{FF2B5EF4-FFF2-40B4-BE49-F238E27FC236}">
                <ns2:creationId id="{D5653752-821B-416E-A4FF-4541A75F3BA9}"/>
              </ns1:ext>
            </ns1:extLst>
          </ns0:cNvPr>
          <ns0:cNvSpPr>
            <ns1:spLocks noGrp="1"/>
          </ns0:cNvSpPr>
          <ns0:nvPr/>
        </ns0:nvSpPr>
        <ns0:spPr>
          <ns1:xfrm>
            <ns1:off x="10048875" y="3209925"/>
            <ns1:ext cx="1905000" cy="685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・定期レビューの実施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・新機能の取り込み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・継続的な効果最大化</ns1:t>
            </ns1:r>
          </ns1:p>
        </ns0:txBody>
      </ns0:sp>
      <ns0:sp>
        <ns0:nvSpPr>
          <ns0:cNvPr id="97" name="trace:D21:content.auto.82">
            <ns1:extLst>
              <ns1:ext uri="{FF2B5EF4-FFF2-40B4-BE49-F238E27FC236}">
                <ns2:creationId id="{E317AE68-56B8-475D-BBB4-8B34D01777D5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3943350"/>
            <ns1:ext cx="2305050" cy="504825"/>
          </ns1:xfrm>
          <ns1:prstGeom prst="roundRect">
            <ns1:avLst>
              <ns1:gd name="adj" fmla="val 15094"/>
            </ns1:avLst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98" name="trace:D21:content.auto.83">
            <ns1:extLst>
              <ns1:ext uri="{FF2B5EF4-FFF2-40B4-BE49-F238E27FC236}">
                <ns2:creationId id="{807B5442-CC1A-41CD-8B9B-EC0E239F56C6}"/>
              </ns1:ext>
            </ns1:extLst>
          </ns0:cNvPr>
          <ns0:cNvSpPr>
            <ns1:spLocks noGrp="1"/>
          </ns0:cNvSpPr>
          <ns0:nvPr/>
        </ns0:nvSpPr>
        <ns0:spPr>
          <ns1:xfrm>
            <ns1:off x="9896475" y="3981450"/>
            <ns1:ext cx="207645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変化に合わせて進化し</ns1:t>
            </ns1:r>
          </ns1:p>
          <ns1:p>
            <ns1:pPr algn="ctr">
              <ns1:def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75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長期的な価値を実現</ns1:t>
            </ns1:r>
          </ns1:p>
        </ns0:txBody>
      </ns0:sp>
      <ns0:sp>
        <ns0:nvSpPr>
          <ns0:cNvPr id="99" name="trace:D21:content.auto.84">
            <ns1:extLst>
              <ns1:ext uri="{FF2B5EF4-FFF2-40B4-BE49-F238E27FC236}">
                <ns2:creationId id="{517DBA4B-85D1-4A8B-B80B-6B904B7B8E27}"/>
              </ns1:ext>
            </ns1:extLst>
          </ns0:cNvPr>
          <ns0:cNvSpPr>
            <ns1:spLocks noGrp="1"/>
          </ns0:cNvSpPr>
          <ns0:nvPr/>
        </ns0:nvSpPr>
        <ns0:spPr>
          <ns1:xfrm>
            <ns1:off x="295275" y="4629150"/>
            <ns1:ext cx="47625" cy="22860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00" name="trace:D21:content.auto.85">
            <ns1:extLst>
              <ns1:ext uri="{FF2B5EF4-FFF2-40B4-BE49-F238E27FC236}">
                <ns2:creationId id="{5EB65C6E-89B6-4BC8-9BE5-EE52AA9EE93E}"/>
              </ns1:ext>
            </ns1:extLst>
          </ns0:cNvPr>
          <ns0:cNvSpPr>
            <ns1:spLocks noGrp="1"/>
          </ns0:cNvSpPr>
          <ns0:nvPr/>
        </ns0:nvSpPr>
        <ns0:spPr>
          <ns1:xfrm>
            <ns1:off x="476250" y="4591050"/>
            <ns1:ext cx="2476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27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成功に向けたサポート</ns1:t>
            </ns1:r>
          </ns1:p>
        </ns0:txBody>
      </ns0:sp>
      <ns0:sp>
        <ns0:nvSpPr>
          <ns0:cNvPr id="101" name="trace:D21:content.auto.86">
            <ns1:extLst>
              <ns1:ext uri="{FF2B5EF4-FFF2-40B4-BE49-F238E27FC236}">
                <ns2:creationId id="{0BEC5DCC-BFA4-4FA7-B2EB-89EA9AA6AFDD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4895850"/>
            <ns1:ext cx="1905000" cy="990600"/>
          </ns1:xfrm>
          <ns1:prstGeom prst="roundRect">
            <ns1:avLst>
              <ns1:gd name="adj" fmla="val 7692"/>
            </ns1:avLst>
          </ns1:prstGeom>
          <ns1:solidFill>
            <ns1:srgbClr val="EAF0F6"/>
          </ns1:solidFill>
          <ns1:ln w="0">
            <ns1:noFill/>
            <ns1:prstDash val="solid"/>
          </ns1:ln>
        </ns0:spPr>
      </ns0:sp>
      <ns0:sp>
        <ns0:nvSpPr>
          <ns0:cNvPr id="102" name="trace:D21:content.auto.87">
            <ns1:extLst>
              <ns1:ext uri="{FF2B5EF4-FFF2-40B4-BE49-F238E27FC236}">
                <ns2:creationId id="{760DBDDC-6376-4481-AFB8-D6C1CBFEAD3D}"/>
              </ns1:ext>
            </ns1:extLst>
          </ns0:cNvPr>
          <ns0:cNvSpPr>
            <ns1:spLocks noGrp="1"/>
          </ns0:cNvSpPr>
          <ns0:nvPr/>
        </ns0:nvSpPr>
        <ns0:spPr>
          <ns1:xfrm>
            <ns1:off x="614839" y="5067300"/>
            <ns1:ext cx="81439" cy="81439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103" name="trace:D21:content.auto.88">
            <ns1:extLst>
              <ns1:ext uri="{FF2B5EF4-FFF2-40B4-BE49-F238E27FC236}">
                <ns2:creationId id="{79E71254-977F-47C7-9FC4-C6FDA2310BB4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5094446"/>
            <ns1:ext cx="63341" cy="63341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104" name="trace:D21:content.auto.89">
            <ns1:extLst>
              <ns1:ext uri="{FF2B5EF4-FFF2-40B4-BE49-F238E27FC236}">
                <ns2:creationId id="{01FBDA3B-63FD-450D-947D-CA979AE9243D}"/>
              </ns1:ext>
            </ns1:extLst>
          </ns0:cNvPr>
          <ns0:cNvSpPr>
            <ns1:spLocks noGrp="1"/>
          </ns0:cNvSpPr>
          <ns0:nvPr/>
        </ns0:nvSpPr>
        <ns0:spPr>
          <ns1:xfrm>
            <ns1:off x="714375" y="5094446"/>
            <ns1:ext cx="63341" cy="63341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105" name="trace:D21:content.auto.90">
            <ns1:extLst>
              <ns1:ext uri="{FF2B5EF4-FFF2-40B4-BE49-F238E27FC236}">
                <ns2:creationId id="{2A6193C6-309A-4551-A58E-FC84BCAD9EC1}"/>
              </ns1:ext>
            </ns1:extLst>
          </ns0:cNvPr>
          <ns0:cNvSpPr>
            <ns1:spLocks noGrp="1"/>
          </ns0:cNvSpPr>
          <ns0:nvPr/>
        </ns0:nvSpPr>
        <ns0:spPr>
          <ns1:xfrm>
            <ns1:off x="578644" y="5184934"/>
            <ns1:ext cx="153829" cy="90488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106" name="trace:D21:content.auto.91">
            <ns1:extLst>
              <ns1:ext uri="{FF2B5EF4-FFF2-40B4-BE49-F238E27FC236}">
                <ns2:creationId id="{7F3E163F-5584-4CAE-806E-7451CBC8A03A}"/>
              </ns1:ext>
            </ns1:extLst>
          </ns0:cNvPr>
          <ns0:cNvSpPr>
            <ns1:spLocks noGrp="1"/>
          </ns0:cNvSpPr>
          <ns0:nvPr/>
        </ns0:nvSpPr>
        <ns0:spPr>
          <ns1:xfrm>
            <ns1:off x="524351" y="5203031"/>
            <ns1:ext cx="81439" cy="72390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107" name="trace:D21:content.auto.92">
            <ns1:extLst>
              <ns1:ext uri="{FF2B5EF4-FFF2-40B4-BE49-F238E27FC236}">
                <ns2:creationId id="{D33EAD89-D4F9-41A6-8B3D-71C77166723E}"/>
              </ns1:ext>
            </ns1:extLst>
          </ns0:cNvPr>
          <ns0:cNvSpPr>
            <ns1:spLocks noGrp="1"/>
          </ns0:cNvSpPr>
          <ns0:nvPr/>
        </ns0:nvSpPr>
        <ns0:spPr>
          <ns1:xfrm>
            <ns1:off x="705326" y="5203031"/>
            <ns1:ext cx="81439" cy="72390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108" name="trace:D21:content.auto.93">
            <ns1:extLst>
              <ns1:ext uri="{FF2B5EF4-FFF2-40B4-BE49-F238E27FC236}">
                <ns2:creationId id="{EB2FEE13-C163-4367-8A65-F9767AFF1274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4991100"/>
            <ns1:ext cx="11049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9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専任チームによる伴走支援</ns1:t>
            </ns1:r>
          </ns1:p>
        </ns0:txBody>
      </ns0:sp>
      <ns0:sp>
        <ns0:nvSpPr>
          <ns0:cNvPr id="109" name="trace:D21:content.auto.94">
            <ns1:extLst>
              <ns1:ext uri="{FF2B5EF4-FFF2-40B4-BE49-F238E27FC236}">
                <ns2:creationId id="{5838F12A-6D16-445D-A289-A119169F5422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" y="5334000"/>
            <ns1:ext cx="11049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導入から定着まで</ns1:t>
            </ns1:r>
          </ns1:p>
          <ns1:p>
            <ns1:pPr algn="l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一貫してサポートします。</ns1:t>
            </ns1:r>
          </ns1:p>
        </ns0:txBody>
      </ns0:sp>
      <ns0:sp>
        <ns0:nvSpPr>
          <ns0:cNvPr id="110" name="trace:D21:content.auto.95">
            <ns1:extLst>
              <ns1:ext uri="{FF2B5EF4-FFF2-40B4-BE49-F238E27FC236}">
                <ns2:creationId id="{E6884AB8-CE05-4A7A-9E76-096D4FE9BF34}"/>
              </ns1:ext>
            </ns1:extLst>
          </ns0:cNvPr>
          <ns0:cNvSpPr>
            <ns1:spLocks noGrp="1"/>
          </ns0:cNvSpPr>
          <ns0:nvPr/>
        </ns0:nvSpPr>
        <ns0:spPr>
          <ns1:xfrm>
            <ns1:off x="2400300" y="4895850"/>
            <ns1:ext cx="1905000" cy="990600"/>
          </ns1:xfrm>
          <ns1:prstGeom prst="roundRect">
            <ns1:avLst>
              <ns1:gd name="adj" fmla="val 7692"/>
            </ns1:avLst>
          </ns1:prstGeom>
          <ns1:solidFill>
            <ns1:srgbClr val="EAF0F6"/>
          </ns1:solidFill>
          <ns1:ln w="0">
            <ns1:noFill/>
            <ns1:prstDash val="solid"/>
          </ns1:ln>
        </ns0:spPr>
      </ns0:sp>
      <ns0:sp>
        <ns0:nvSpPr>
          <ns0:cNvPr id="111" name="trace:D21:content.auto.96">
            <ns1:extLst>
              <ns1:ext uri="{FF2B5EF4-FFF2-40B4-BE49-F238E27FC236}">
                <ns2:creationId id="{A49EDE4C-D5D0-4BD0-8A2B-4826B6487FC1}"/>
              </ns1:ext>
            </ns1:extLst>
          </ns0:cNvPr>
          <ns0:cNvSpPr>
            <ns1:spLocks noGrp="1"/>
          </ns0:cNvSpPr>
          <ns0:nvPr/>
        </ns0:nvSpPr>
        <ns0:spPr>
          <ns1:xfrm>
            <ns1:off x="2552700" y="5067300"/>
            <ns1:ext cx="126682" cy="226219"/>
          </ns1:xfrm>
          <ns1:prstGeom prst="parallelogram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112" name="trace:D21:content.auto.97">
            <ns1:extLst>
              <ns1:ext uri="{FF2B5EF4-FFF2-40B4-BE49-F238E27FC236}">
                <ns2:creationId id="{E376B0FB-DFD9-426C-9787-7E17556419A4}"/>
              </ns1:ext>
            </ns1:extLst>
          </ns0:cNvPr>
          <ns0:cNvSpPr>
            <ns1:spLocks noGrp="1"/>
          </ns0:cNvSpPr>
          <ns0:nvPr/>
        </ns0:nvSpPr>
        <ns0:spPr>
          <ns1:xfrm>
            <ns1:off x="2679383" y="5067300"/>
            <ns1:ext cx="126682" cy="226219"/>
          </ns1:xfrm>
          <ns1:prstGeom prst="parallelogram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113" name="trace:D21:content.auto.98">
            <ns1:extLst>
              <ns1:ext uri="{FF2B5EF4-FFF2-40B4-BE49-F238E27FC236}">
                <ns2:creationId id="{8476EBA2-0F79-4144-A0F9-2A9832CB6C1D}"/>
              </ns1:ext>
            </ns1:extLst>
          </ns0:cNvPr>
          <ns0:cNvSpPr>
            <ns1:spLocks noGrp="1"/>
          </ns0:cNvSpPr>
          <ns0:nvPr/>
        </ns0:nvSpPr>
        <ns0:spPr>
          <ns1:xfrm>
            <ns1:off x="2679383" y="5085398"/>
            <ns1:ext cx="18098" cy="190024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14" name="trace:D21:content.auto.99">
            <ns1:extLst>
              <ns1:ext uri="{FF2B5EF4-FFF2-40B4-BE49-F238E27FC236}">
                <ns2:creationId id="{D9ED3361-3E4C-4533-BB35-DEC989AA2134}"/>
              </ns1:ext>
            </ns1:extLst>
          </ns0:cNvPr>
          <ns0:cNvSpPr>
            <ns1:spLocks noGrp="1"/>
          </ns0:cNvSpPr>
          <ns0:nvPr/>
        </ns0:nvSpPr>
        <ns0:spPr>
          <ns1:xfrm>
            <ns1:off x="2579846" y="5148739"/>
            <ns1:ext cx="63341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15" name="trace:D21:content.auto.100">
            <ns1:extLst>
              <ns1:ext uri="{FF2B5EF4-FFF2-40B4-BE49-F238E27FC236}">
                <ns2:creationId id="{0B3B60BD-BD74-48EB-9913-B06E8E88517F}"/>
              </ns1:ext>
            </ns1:extLst>
          </ns0:cNvPr>
          <ns0:cNvSpPr>
            <ns1:spLocks noGrp="1"/>
          </ns0:cNvSpPr>
          <ns0:nvPr/>
        </ns0:nvSpPr>
        <ns0:spPr>
          <ns1:xfrm>
            <ns1:off x="2715578" y="5148739"/>
            <ns1:ext cx="63341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16" name="trace:D21:content.auto.101">
            <ns1:extLst>
              <ns1:ext uri="{FF2B5EF4-FFF2-40B4-BE49-F238E27FC236}">
                <ns2:creationId id="{1C286392-6C1F-4F2E-98E8-151711D462A7}"/>
              </ns1:ext>
            </ns1:extLst>
          </ns0:cNvPr>
          <ns0:cNvSpPr>
            <ns1:spLocks noGrp="1"/>
          </ns0:cNvSpPr>
          <ns0:nvPr/>
        </ns0:nvSpPr>
        <ns0:spPr>
          <ns1:xfrm>
            <ns1:off x="2579846" y="5203031"/>
            <ns1:ext cx="63341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17" name="trace:D21:content.auto.102">
            <ns1:extLst>
              <ns1:ext uri="{FF2B5EF4-FFF2-40B4-BE49-F238E27FC236}">
                <ns2:creationId id="{F8725711-0696-4901-8C14-94DB5F928776}"/>
              </ns1:ext>
            </ns1:extLst>
          </ns0:cNvPr>
          <ns0:cNvSpPr>
            <ns1:spLocks noGrp="1"/>
          </ns0:cNvSpPr>
          <ns0:nvPr/>
        </ns0:nvSpPr>
        <ns0:spPr>
          <ns1:xfrm>
            <ns1:off x="2715578" y="5203031"/>
            <ns1:ext cx="63341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18" name="trace:D21:content.auto.103">
            <ns1:extLst>
              <ns1:ext uri="{FF2B5EF4-FFF2-40B4-BE49-F238E27FC236}">
                <ns2:creationId id="{916E3E8A-04D8-4855-B17B-C01C35AD749C}"/>
              </ns1:ext>
            </ns1:extLst>
          </ns0:cNvPr>
          <ns0:cNvSpPr>
            <ns1:spLocks noGrp="1"/>
          </ns0:cNvSpPr>
          <ns0:nvPr/>
        </ns0:nvSpPr>
        <ns0:spPr>
          <ns1:xfrm>
            <ns1:off x="3009900" y="4991100"/>
            <ns1:ext cx="12192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788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88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実践的なトレーニング</ns1:t>
            </ns1:r>
          </ns1:p>
        </ns0:txBody>
      </ns0:sp>
      <ns0:sp>
        <ns0:nvSpPr>
          <ns0:cNvPr id="119" name="trace:D21:content.auto.104">
            <ns1:extLst>
              <ns1:ext uri="{FF2B5EF4-FFF2-40B4-BE49-F238E27FC236}">
                <ns2:creationId id="{59580212-0DEC-4D2E-904F-95D5EED34F9E}"/>
              </ns1:ext>
            </ns1:extLst>
          </ns0:cNvPr>
          <ns0:cNvSpPr>
            <ns1:spLocks noGrp="1"/>
          </ns0:cNvSpPr>
          <ns0:nvPr/>
        </ns0:nvSpPr>
        <ns0:spPr>
          <ns1:xfrm>
            <ns1:off x="3086100" y="5334000"/>
            <ns1:ext cx="11049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現場ですぐ使える</ns1:t>
            </ns1:r>
          </ns1:p>
          <ns1:p>
            <ns1:pPr algn="l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ハンズオンを提供します。</ns1:t>
            </ns1:r>
          </ns1:p>
        </ns0:txBody>
      </ns0:sp>
      <ns0:sp>
        <ns0:nvSpPr>
          <ns0:cNvPr id="120" name="trace:D21:content.auto.105">
            <ns1:extLst>
              <ns1:ext uri="{FF2B5EF4-FFF2-40B4-BE49-F238E27FC236}">
                <ns2:creationId id="{B44784A0-2BF3-4EE7-8B0B-24DD14DEBE0A}"/>
              </ns1:ext>
            </ns1:extLst>
          </ns0:cNvPr>
          <ns0:cNvSpPr>
            <ns1:spLocks noGrp="1"/>
          </ns0:cNvSpPr>
          <ns0:nvPr/>
        </ns0:nvSpPr>
        <ns0:spPr>
          <ns1:xfrm>
            <ns1:off x="4419600" y="4895850"/>
            <ns1:ext cx="1905000" cy="990600"/>
          </ns1:xfrm>
          <ns1:prstGeom prst="roundRect">
            <ns1:avLst>
              <ns1:gd name="adj" fmla="val 7692"/>
            </ns1:avLst>
          </ns1:prstGeom>
          <ns1:solidFill>
            <ns1:srgbClr val="EAF0F6"/>
          </ns1:solidFill>
          <ns1:ln w="0">
            <ns1:noFill/>
            <ns1:prstDash val="solid"/>
          </ns1:ln>
        </ns0:spPr>
      </ns0:sp>
      <ns0:sp>
        <ns0:nvSpPr>
          <ns0:cNvPr id="121" name="trace:D21:content.auto.106">
            <ns1:extLst>
              <ns1:ext uri="{FF2B5EF4-FFF2-40B4-BE49-F238E27FC236}">
                <ns2:creationId id="{A44669D4-7C9E-4B82-99FE-EBAD684D9A08}"/>
              </ns1:ext>
            </ns1:extLst>
          </ns0:cNvPr>
          <ns0:cNvSpPr>
            <ns1:spLocks noGrp="1"/>
          </ns0:cNvSpPr>
          <ns0:nvPr/>
        </ns0:nvSpPr>
        <ns0:spPr>
          <ns1:xfrm>
            <ns1:off x="4572000" y="5320665"/>
            <ns1:ext cx="262414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22" name="trace:D21:content.auto.107">
            <ns1:extLst>
              <ns1:ext uri="{FF2B5EF4-FFF2-40B4-BE49-F238E27FC236}">
                <ns2:creationId id="{E4247984-5996-420D-B056-65DC006B603E}"/>
              </ns1:ext>
            </ns1:extLst>
          </ns0:cNvPr>
          <ns0:cNvSpPr>
            <ns1:spLocks noGrp="1"/>
          </ns0:cNvSpPr>
          <ns0:nvPr/>
        </ns0:nvSpPr>
        <ns0:spPr>
          <ns1:xfrm>
            <ns1:off x="4572000" y="5067300"/>
            <ns1:ext cx="18098" cy="253365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23" name="trace:D21:content.auto.108">
            <ns1:extLst>
              <ns1:ext uri="{FF2B5EF4-FFF2-40B4-BE49-F238E27FC236}">
                <ns2:creationId id="{6DB91589-361E-4062-8F64-5248EC2B40F2}"/>
              </ns1:ext>
            </ns1:extLst>
          </ns0:cNvPr>
          <ns0:cNvSpPr>
            <ns1:spLocks noGrp="1"/>
          </ns0:cNvSpPr>
          <ns0:nvPr/>
        </ns0:nvSpPr>
        <ns0:spPr>
          <ns1:xfrm>
            <ns1:off x="4617244" y="5203031"/>
            <ns1:ext cx="45244" cy="117634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24" name="trace:D21:content.auto.109">
            <ns1:extLst>
              <ns1:ext uri="{FF2B5EF4-FFF2-40B4-BE49-F238E27FC236}">
                <ns2:creationId id="{64E94F08-6390-49E6-BB9B-97D3D87248D7}"/>
              </ns1:ext>
            </ns1:extLst>
          </ns0:cNvPr>
          <ns0:cNvSpPr>
            <ns1:spLocks noGrp="1"/>
          </ns0:cNvSpPr>
          <ns0:nvPr/>
        </ns0:nvSpPr>
        <ns0:spPr>
          <ns1:xfrm>
            <ns1:off x="4689634" y="5148739"/>
            <ns1:ext cx="45244" cy="171926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25" name="trace:D21:content.auto.110">
            <ns1:extLst>
              <ns1:ext uri="{FF2B5EF4-FFF2-40B4-BE49-F238E27FC236}">
                <ns2:creationId id="{1D2BBDE1-5E09-4EF3-BEB9-C6CB3DC42F82}"/>
              </ns1:ext>
            </ns1:extLst>
          </ns0:cNvPr>
          <ns0:cNvSpPr>
            <ns1:spLocks noGrp="1"/>
          </ns0:cNvSpPr>
          <ns0:nvPr/>
        </ns0:nvSpPr>
        <ns0:spPr>
          <ns1:xfrm>
            <ns1:off x="4762024" y="5094446"/>
            <ns1:ext cx="45244" cy="226219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26" name="trace:D21:content.auto.111">
            <ns1:extLst>
              <ns1:ext uri="{FF2B5EF4-FFF2-40B4-BE49-F238E27FC236}">
                <ns2:creationId id="{9725456C-5341-4E46-A7DC-DC7241DF4293}"/>
              </ns1:ext>
            </ns1:extLst>
          </ns0:cNvPr>
          <ns0:cNvSpPr>
            <ns1:spLocks noGrp="1"/>
          </ns0:cNvSpPr>
          <ns0:nvPr/>
        </ns0:nvSpPr>
        <ns0:spPr>
          <ns1:xfrm>
            <ns1:off x="4798219" y="5094446"/>
            <ns1:ext cx="45244" cy="45244"/>
          </ns1:xfrm>
          <ns1:prstGeom prst="ellipse">
            <ns1:avLst/>
          </ns1:prstGeom>
          <ns1:noFill/>
          <ns1:ln w="14288">
            <ns1:solidFill>
              <ns1:srgbClr val="ED1C24"/>
            </ns1:solidFill>
            <ns1:prstDash val="solid"/>
          </ns1:ln>
        </ns0:spPr>
      </ns0:sp>
      <ns0:sp>
        <ns0:nvSpPr>
          <ns0:cNvPr id="127" name="trace:D21:content.auto.112">
            <ns1:extLst>
              <ns1:ext uri="{FF2B5EF4-FFF2-40B4-BE49-F238E27FC236}">
                <ns2:creationId id="{D849A32A-D731-48BF-B6FE-C0781A03698D}"/>
              </ns1:ext>
            </ns1:extLst>
          </ns0:cNvPr>
          <ns0:cNvSpPr>
            <ns1:spLocks noGrp="1"/>
          </ns0:cNvSpPr>
          <ns0:nvPr/>
        </ns0:nvSpPr>
        <ns0:spPr>
          <ns1:xfrm>
            <ns1:off x="5105400" y="4991100"/>
            <ns1:ext cx="11049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9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効果測定レポート</ns1:t>
            </ns1:r>
          </ns1:p>
        </ns0:txBody>
      </ns0:sp>
      <ns0:sp>
        <ns0:nvSpPr>
          <ns0:cNvPr id="128" name="trace:D21:content.auto.113">
            <ns1:extLst>
              <ns1:ext uri="{FF2B5EF4-FFF2-40B4-BE49-F238E27FC236}">
                <ns2:creationId id="{6320C68D-80CF-465B-8BE2-0584958C94BF}"/>
              </ns1:ext>
            </ns1:extLst>
          </ns0:cNvPr>
          <ns0:cNvSpPr>
            <ns1:spLocks noGrp="1"/>
          </ns0:cNvSpPr>
          <ns0:nvPr/>
        </ns0:nvSpPr>
        <ns0:spPr>
          <ns1:xfrm>
            <ns1:off x="5105400" y="5334000"/>
            <ns1:ext cx="11049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定量・定性の両面から</ns1:t>
            </ns1:r>
          </ns1:p>
          <ns1:p>
            <ns1:pPr algn="l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成果を可視化します。</ns1:t>
            </ns1:r>
          </ns1:p>
        </ns0:txBody>
      </ns0:sp>
      <ns0:sp>
        <ns0:nvSpPr>
          <ns0:cNvPr id="129" name="trace:D21:content.auto.114">
            <ns1:extLst>
              <ns1:ext uri="{FF2B5EF4-FFF2-40B4-BE49-F238E27FC236}">
                <ns2:creationId id="{84C5CE34-AA91-4AA0-88F9-6E7FCD6645FD}"/>
              </ns1:ext>
            </ns1:extLst>
          </ns0:cNvPr>
          <ns0:cNvSpPr>
            <ns1:spLocks noGrp="1"/>
          </ns0:cNvSpPr>
          <ns0:nvPr/>
        </ns0:nvSpPr>
        <ns0:spPr>
          <ns1:xfrm>
            <ns1:off x="6438900" y="4895850"/>
            <ns1:ext cx="1905000" cy="990600"/>
          </ns1:xfrm>
          <ns1:prstGeom prst="roundRect">
            <ns1:avLst>
              <ns1:gd name="adj" fmla="val 7692"/>
            </ns1:avLst>
          </ns1:prstGeom>
          <ns1:solidFill>
            <ns1:srgbClr val="EAF0F6"/>
          </ns1:solidFill>
          <ns1:ln w="0">
            <ns1:noFill/>
            <ns1:prstDash val="solid"/>
          </ns1:ln>
        </ns0:spPr>
      </ns0:sp>
      <ns0:sp>
        <ns0:nvSpPr>
          <ns0:cNvPr id="130" name="trace:D21:content.auto.115">
            <ns1:extLst>
              <ns1:ext uri="{FF2B5EF4-FFF2-40B4-BE49-F238E27FC236}">
                <ns2:creationId id="{C4907588-3CED-45B7-9FEE-BB2B013FE752}"/>
              </ns1:ext>
            </ns1:extLst>
          </ns0:cNvPr>
          <ns0:cNvSpPr>
            <ns1:spLocks noGrp="1"/>
          </ns0:cNvSpPr>
          <ns0:nvPr/>
        </ns0:nvSpPr>
        <ns0:spPr>
          <ns1:xfrm>
            <ns1:off x="6636544" y="5067300"/>
            <ns1:ext cx="162877" cy="162877"/>
          </ns1:xfrm>
          <ns1:prstGeom prst="ellipse">
            <ns1:avLst/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131" name="trace:D21:content.auto.116">
            <ns1:extLst>
              <ns1:ext uri="{FF2B5EF4-FFF2-40B4-BE49-F238E27FC236}">
                <ns2:creationId id="{5513FF4F-A2F6-406E-9B6F-D2BD37CC713F}"/>
              </ns1:ext>
            </ns1:extLst>
          </ns0:cNvPr>
          <ns0:cNvSpPr>
            <ns1:spLocks noGrp="1"/>
          </ns0:cNvSpPr>
          <ns0:nvPr/>
        </ns0:nvSpPr>
        <ns0:spPr>
          <ns1:xfrm>
            <ns1:off x="6681788" y="5230178"/>
            <ns1:ext cx="72390" cy="54292"/>
          </ns1:xfrm>
          <ns1:prstGeom prst="roundRect">
            <ns1:avLst>
              <ns1:gd name="adj" fmla="val 50000"/>
            </ns1:avLst>
          </ns1:prstGeom>
          <ns1:noFill/>
          <ns1:ln w="19050">
            <ns1:solidFill>
              <ns1:srgbClr val="ED1C24"/>
            </ns1:solidFill>
            <ns1:prstDash val="solid"/>
          </ns1:ln>
        </ns0:spPr>
      </ns0:sp>
      <ns0:sp>
        <ns0:nvSpPr>
          <ns0:cNvPr id="132" name="trace:D21:content.auto.117">
            <ns1:extLst>
              <ns1:ext uri="{FF2B5EF4-FFF2-40B4-BE49-F238E27FC236}">
                <ns2:creationId id="{6E379DD2-4E4B-4953-8362-BAC92C56A880}"/>
              </ns1:ext>
            </ns1:extLst>
          </ns0:cNvPr>
          <ns0:cNvSpPr>
            <ns1:spLocks noGrp="1"/>
          </ns0:cNvSpPr>
          <ns0:nvPr/>
        </ns0:nvSpPr>
        <ns0:spPr>
          <ns1:xfrm>
            <ns1:off x="6663690" y="5329714"/>
            <ns1:ext cx="108585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33" name="trace:D21:content.auto.118">
            <ns1:extLst>
              <ns1:ext uri="{FF2B5EF4-FFF2-40B4-BE49-F238E27FC236}">
                <ns2:creationId id="{438E8B0B-B7B8-445D-89C7-FE9324829A05}"/>
              </ns1:ext>
            </ns1:extLst>
          </ns0:cNvPr>
          <ns0:cNvSpPr>
            <ns1:spLocks noGrp="1"/>
          </ns0:cNvSpPr>
          <ns0:nvPr/>
        </ns0:nvSpPr>
        <ns0:spPr>
          <ns1:xfrm>
            <ns1:off x="6708934" y="5022056"/>
            <ns1:ext cx="45244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34" name="trace:D21:content.auto.119">
            <ns1:extLst>
              <ns1:ext uri="{FF2B5EF4-FFF2-40B4-BE49-F238E27FC236}">
                <ns2:creationId id="{39702EB9-F645-4EF9-BC63-7A9E7DCA7E6C}"/>
              </ns1:ext>
            </ns1:extLst>
          </ns0:cNvPr>
          <ns0:cNvSpPr>
            <ns1:spLocks noGrp="1"/>
          </ns0:cNvSpPr>
          <ns0:nvPr/>
        </ns0:nvSpPr>
        <ns0:spPr>
          <ns1:xfrm>
            <ns1:off x="6708934" y="5275421"/>
            <ns1:ext cx="45244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35" name="trace:D21:content.auto.120">
            <ns1:extLst>
              <ns1:ext uri="{FF2B5EF4-FFF2-40B4-BE49-F238E27FC236}">
                <ns2:creationId id="{46EE116B-0808-4FD7-98D2-49259AC1480B}"/>
              </ns1:ext>
            </ns1:extLst>
          </ns0:cNvPr>
          <ns0:cNvSpPr>
            <ns1:spLocks noGrp="1"/>
          </ns0:cNvSpPr>
          <ns0:nvPr/>
        </ns0:nvSpPr>
        <ns0:spPr>
          <ns1:xfrm>
            <ns1:off x="6591300" y="5148739"/>
            <ns1:ext cx="45244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36" name="trace:D21:content.auto.121">
            <ns1:extLst>
              <ns1:ext uri="{FF2B5EF4-FFF2-40B4-BE49-F238E27FC236}">
                <ns2:creationId id="{61554229-9836-4D96-8183-69AB917796B4}"/>
              </ns1:ext>
            </ns1:extLst>
          </ns0:cNvPr>
          <ns0:cNvSpPr>
            <ns1:spLocks noGrp="1"/>
          </ns0:cNvSpPr>
          <ns0:nvPr/>
        </ns0:nvSpPr>
        <ns0:spPr>
          <ns1:xfrm>
            <ns1:off x="6826568" y="5148739"/>
            <ns1:ext cx="45244" cy="190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37" name="trace:D21:content.auto.122">
            <ns1:extLst>
              <ns1:ext uri="{FF2B5EF4-FFF2-40B4-BE49-F238E27FC236}">
                <ns2:creationId id="{4ECCC093-B8DA-4C43-A033-F6A8A69EE18E}"/>
              </ns1:ext>
            </ns1:extLst>
          </ns0:cNvPr>
          <ns0:cNvSpPr>
            <ns1:spLocks noGrp="1"/>
          </ns0:cNvSpPr>
          <ns0:nvPr/>
        </ns0:nvSpPr>
        <ns0:spPr>
          <ns1:xfrm>
            <ns1:off x="7124700" y="4991100"/>
            <ns1:ext cx="11049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9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0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継続的な改善提案</ns1:t>
            </ns1:r>
          </ns1:p>
        </ns0:txBody>
      </ns0:sp>
      <ns0:sp>
        <ns0:nvSpPr>
          <ns0:cNvPr id="138" name="trace:D21:content.auto.123">
            <ns1:extLst>
              <ns1:ext uri="{FF2B5EF4-FFF2-40B4-BE49-F238E27FC236}">
                <ns2:creationId id="{29F1A4E5-56F7-4455-BDCD-38788226329C}"/>
              </ns1:ext>
            </ns1:extLst>
          </ns0:cNvPr>
          <ns0:cNvSpPr>
            <ns1:spLocks noGrp="1"/>
          </ns0:cNvSpPr>
          <ns0:nvPr/>
        </ns0:nvSpPr>
        <ns0:spPr>
          <ns1:xfrm>
            <ns1:off x="7124700" y="5334000"/>
            <ns1:ext cx="1104900" cy="4191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t"/>
          <ns1:lstStyle/>
          <ns1:p>
            <ns1:pPr algn="l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最新のAI技術や</ns1:t>
            </ns1:r>
          </ns1:p>
          <ns1:p>
            <ns1:pPr algn="l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ベストプラクティスをご提案します。</ns1:t>
            </ns1:r>
          </ns1:p>
        </ns0:txBody>
      </ns0:sp>
      <ns0:sp>
        <ns0:nvSpPr>
          <ns0:cNvPr id="139" name="trace:D21:content.auto.124">
            <ns1:extLst>
              <ns1:ext uri="{FF2B5EF4-FFF2-40B4-BE49-F238E27FC236}">
                <ns2:creationId id="{82ABC068-578B-4901-9805-1795DBDD0D1B}"/>
              </ns1:ext>
            </ns1:extLst>
          </ns0:cNvPr>
          <ns0:cNvSpPr>
            <ns1:spLocks noGrp="1"/>
          </ns0:cNvSpPr>
          <ns0:nvPr/>
        </ns0:nvSpPr>
        <ns0:spPr>
          <ns1:xfrm>
            <ns1:off x="8591550" y="4638675"/>
            <ns1:ext cx="3238500" cy="1447800"/>
          </ns1:xfrm>
          <ns1:prstGeom prst="roundRect">
            <ns1:avLst>
              <ns1:gd name="adj" fmla="val 5263"/>
            </ns1:avLst>
          </ns1:prstGeom>
          <ns1:solidFill>
            <ns1:srgbClr val="FCE7E8"/>
          </ns1:solidFill>
          <ns1:ln w="0">
            <ns1:noFill/>
            <ns1:prstDash val="solid"/>
          </ns1:ln>
        </ns0:spPr>
      </ns0:sp>
      <ns0:sp>
        <ns0:nvSpPr>
          <ns0:cNvPr id="140" name="trace:D21:content.auto.125">
            <ns1:extLst>
              <ns1:ext uri="{FF2B5EF4-FFF2-40B4-BE49-F238E27FC236}">
                <ns2:creationId id="{F3774949-7015-4F13-BDF3-8FED41B2C053}"/>
              </ns1:ext>
            </ns1:extLst>
          </ns0:cNvPr>
          <ns0:cNvSpPr>
            <ns1:spLocks noGrp="1"/>
          </ns0:cNvSpPr>
          <ns0:nvPr/>
        </ns0:nvSpPr>
        <ns0:spPr>
          <ns1:xfrm>
            <ns1:off x="8839200" y="4772025"/>
            <ns1:ext cx="276225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3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ED1C24"/>
                </ns1:solidFill>
                <ns1:latin typeface="Yu Gothic"/>
                <ns1:ea typeface="Yu Gothic"/>
                <ns1:cs typeface="Yu Gothic"/>
              </ns1:rPr>
              <ns1:t>まずはご相談ください</ns1:t>
            </ns1:r>
          </ns1:p>
        </ns0:txBody>
      </ns0:sp>
      <ns0:sp>
        <ns0:nvSpPr>
          <ns0:cNvPr id="141" name="trace:D21:content.auto.126">
            <ns1:extLst>
              <ns1:ext uri="{FF2B5EF4-FFF2-40B4-BE49-F238E27FC236}">
                <ns2:creationId id="{6D68CFBF-3AC1-4269-9C3C-7D49B1323C75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5095875"/>
            <ns1:ext cx="2762250" cy="5048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貴社の状況に合わせた最適な導入プランを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ご提案いたします。小さな一歩から、</ns1:t>
            </ns1:r>
          </ns1:p>
          <ns1:p>
            <ns1:pPr algn="l">
              <ns1:def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825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一緒に未来の成果をつくっていきましょう。</ns1:t>
            </ns1:r>
          </ns1:p>
        </ns0:txBody>
      </ns0:sp>
      <ns0:sp>
        <ns0:nvSpPr>
          <ns0:cNvPr id="142" name="trace:D21:content.auto.127">
            <ns1:extLst>
              <ns1:ext uri="{FF2B5EF4-FFF2-40B4-BE49-F238E27FC236}">
                <ns2:creationId id="{FE2290E0-DBE6-439F-9362-211451048A01}"/>
              </ns1:ext>
            </ns1:extLst>
          </ns0:cNvPr>
          <ns0:cNvSpPr>
            <ns1:spLocks noGrp="1"/>
          </ns0:cNvSpPr>
          <ns0:nvPr/>
        </ns0:nvSpPr>
        <ns0:spPr>
          <ns1:xfrm>
            <ns1:off x="8810625" y="5657850"/>
            <ns1:ext cx="2800350" cy="361950"/>
          </ns1:xfrm>
          <ns1:prstGeom prst="roundRect">
            <ns1:avLst>
              <ns1:gd name="adj" fmla="val 21053"/>
            </ns1:avLst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43" name="trace:D21:content.auto.128">
            <ns1:extLst>
              <ns1:ext uri="{FF2B5EF4-FFF2-40B4-BE49-F238E27FC236}">
                <ns2:creationId id="{A93F7CF0-F919-4A45-BC39-925238E74248}"/>
              </ns1:ext>
            </ns1:extLst>
          </ns0:cNvPr>
          <ns0:cNvSpPr>
            <ns1:spLocks noGrp="1"/>
          </ns0:cNvSpPr>
          <ns0:nvPr/>
        </ns0:nvSpPr>
        <ns0:spPr>
          <ns1:xfrm>
            <ns1:off x="9315450" y="5724525"/>
            <ns1:ext cx="242888" cy="164306"/>
          </ns1:xfrm>
          <ns1:prstGeom prst="rect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44" name="trace:D21:content.auto.129">
            <ns1:extLst>
              <ns1:ext uri="{FF2B5EF4-FFF2-40B4-BE49-F238E27FC236}">
                <ns2:creationId id="{A0A8A52E-3112-4B95-B11C-BBB4AC768C48}"/>
              </ns1:ext>
            </ns1:extLst>
          </ns0:cNvPr>
          <ns0:cNvSpPr>
            <ns1:spLocks noGrp="1"/>
          </ns0:cNvSpPr>
          <ns0:nvPr/>
        </ns0:nvSpPr>
        <ns0:spPr>
          <ns1:xfrm rot="2040000">
            <ns1:off x="9344025" y="5753100"/>
            <ns1:ext cx="114300" cy="14288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45" name="trace:D21:content.auto.130">
            <ns1:extLst>
              <ns1:ext uri="{FF2B5EF4-FFF2-40B4-BE49-F238E27FC236}">
                <ns2:creationId id="{8AD4E2F7-01B6-4C12-9E96-FD4AB2D6ECFD}"/>
              </ns1:ext>
            </ns1:extLst>
          </ns0:cNvPr>
          <ns0:cNvSpPr>
            <ns1:spLocks noGrp="1"/>
          </ns0:cNvSpPr>
          <ns0:nvPr/>
        </ns0:nvSpPr>
        <ns0:spPr>
          <ns1:xfrm rot="-2040000">
            <ns1:off x="9415463" y="5824538"/>
            <ns1:ext cx="114300" cy="14288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146" name="trace:D21:content.auto.131">
            <ns1:extLst>
              <ns1:ext uri="{FF2B5EF4-FFF2-40B4-BE49-F238E27FC236}">
                <ns2:creationId id="{C3DB9F49-4450-42B6-A034-CBD63BE43395}"/>
              </ns1:ext>
            </ns1:extLst>
          </ns0:cNvPr>
          <ns0:cNvSpPr>
            <ns1:spLocks noGrp="1"/>
          </ns0:cNvSpPr>
          <ns0:nvPr/>
        </ns0:nvSpPr>
        <ns0:spPr>
          <ns1:xfrm>
            <ns1:off x="9667875" y="5705475"/>
            <ns1:ext cx="18097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ctr">
              <ns1:defRPr sz="11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お問い合わせ・ご相談</ns1:t>
            </ns1:r>
          </ns1:p>
        </ns0:txBody>
      </ns0:sp>
      <ns0:sp>
        <ns0:nvSpPr>
          <ns0:cNvPr id="147" name="trace:D21:content.auto.132">
            <ns1:extLst>
              <ns1:ext uri="{FF2B5EF4-FFF2-40B4-BE49-F238E27FC236}">
                <ns2:creationId id="{FBC7EA35-92DA-40E7-A041-5614C553F79A}"/>
              </ns1:ext>
            </ns1:extLst>
          </ns0:cNvPr>
          <ns0:cNvSpPr>
            <ns1:spLocks noGrp="1"/>
          </ns0:cNvSpPr>
          <ns0:nvPr/>
        </ns0:nvSpPr>
        <ns0:spPr>
          <ns1:xfrm rot="-1800000">
            <ns1:off x="333375" y="6400800"/>
            <ns1:ext cx="171450" cy="95250"/>
          </ns1:xfrm>
          <ns1:prstGeom prst="rect">
            <ns1:avLst/>
          </ns1:prstGeom>
          <ns1:solidFill>
            <ns1:srgbClr val="ED1C24"/>
          </ns1:solidFill>
          <ns1:ln w="0">
            <ns1:noFill/>
            <ns1:prstDash val="solid"/>
          </ns1:ln>
        </ns0:spPr>
      </ns0:sp>
      <ns0:sp>
        <ns0:nvSpPr>
          <ns0:cNvPr id="148" name="trace:D21:content.auto.133">
            <ns1:extLst>
              <ns1:ext uri="{FF2B5EF4-FFF2-40B4-BE49-F238E27FC236}">
                <ns2:creationId id="{0F3B4CEB-E4B5-4DDC-A4F5-CDBDA323CA59}"/>
              </ns1:ext>
            </ns1:extLst>
          </ns0:cNvPr>
          <ns0:cNvSpPr>
            <ns1:spLocks noGrp="1"/>
          </ns0:cNvSpPr>
          <ns0:nvPr/>
        </ns0:nvSpPr>
        <ns0:spPr>
          <ns1:xfrm rot="-1800000">
            <ns1:off x="352425" y="6496050"/>
            <ns1:ext cx="171450" cy="85725"/>
          </ns1:xfrm>
          <ns1:prstGeom prst="rect">
            <ns1:avLst/>
          </ns1:prstGeom>
          <ns1:solidFill>
            <ns1:srgbClr val="8A919A"/>
          </ns1:solidFill>
          <ns1:ln w="0">
            <ns1:noFill/>
            <ns1:prstDash val="solid"/>
          </ns1:ln>
        </ns0:spPr>
      </ns0:sp>
      <ns0:sp>
        <ns0:nvSpPr>
          <ns0:cNvPr id="149" name="trace:D21:content.auto.134">
            <ns1:extLst>
              <ns1:ext uri="{FF2B5EF4-FFF2-40B4-BE49-F238E27FC236}">
                <ns2:creationId id="{D9EBBA75-D5EE-4FD9-974D-2817252A704D}"/>
              </ns1:ext>
            </ns1:extLst>
          </ns0:cNvPr>
          <ns0:cNvSpPr>
            <ns1:spLocks noGrp="1"/>
          </ns0:cNvSpPr>
          <ns0:nvPr/>
        </ns0:nvSpPr>
        <ns0:spPr>
          <ns1:xfrm rot="-1800000">
            <ns1:off x="371475" y="6591300"/>
            <ns1:ext cx="171450" cy="85725"/>
          </ns1:xfrm>
          <ns1:prstGeom prst="rect">
            <ns1:avLst/>
          </ns1:prstGeom>
          <ns1:solidFill>
            <ns1:srgbClr val="0E1A2D"/>
          </ns1:solidFill>
          <ns1:ln w="0">
            <ns1:noFill/>
            <ns1:prstDash val="solid"/>
          </ns1:ln>
        </ns0:spPr>
      </ns0:sp>
      <ns0:sp>
        <ns0:nvSpPr>
          <ns0:cNvPr id="150" name="trace:D21:footer.brand">
            <ns1:extLst>
              <ns1:ext uri="{FF2B5EF4-FFF2-40B4-BE49-F238E27FC236}">
                <ns2:creationId id="{8D2E4C2F-2404-47B2-B544-CBB72D5672A5}"/>
              </ns1:ext>
            </ns1:extLst>
          </ns0:cNvPr>
          <ns0:cNvSpPr>
            <ns1:spLocks noGrp="1"/>
          </ns0:cNvSpPr>
          <ns0:nvPr/>
        </ns0:nvSpPr>
        <ns0:spPr>
          <ns1:xfrm>
            <ns1:off x="695325" y="6400800"/>
            <ns1:ext cx="1428750" cy="2476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13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151" name="trace:D21:content.auto.135">
            <ns1:extLst>
              <ns1:ext uri="{FF2B5EF4-FFF2-40B4-BE49-F238E27FC236}">
                <ns2:creationId id="{D68417AB-76B5-4938-B660-F1C82F35A837}"/>
              </ns1:ext>
            </ns1:extLst>
          </ns0:cNvPr>
          <ns0:cNvSpPr>
            <ns1:spLocks noGrp="1"/>
          </ns0:cNvSpPr>
          <ns0:nvPr/>
        </ns0:nvSpPr>
        <ns0:spPr>
          <ns1:xfrm>
            <ns1:off x="2209800" y="6400800"/>
            <ns1:ext cx="9525" cy="285750"/>
          </ns1:xfrm>
          <ns1:prstGeom prst="rect">
            <ns1:avLst/>
          </ns1:prstGeom>
          <ns1:solidFill>
            <ns1:srgbClr val="0E1A2D"/>
          </ns1:solidFill>
          <ns1:ln w="0">
            <ns1:noFill/>
            <ns1:prstDash val="solid"/>
          </ns1:ln>
        </ns0:spPr>
      </ns0:sp>
      <ns0:sp>
        <ns0:nvSpPr>
          <ns0:cNvPr id="152" name="trace:D21:footer.tagline.jp">
            <ns1:extLst>
              <ns1:ext uri="{FF2B5EF4-FFF2-40B4-BE49-F238E27FC236}">
                <ns2:creationId id="{0B85A960-D169-4080-9FD7-93BC025EC900}"/>
              </ns1:ext>
            </ns1:extLst>
          </ns0:cNvPr>
          <ns0:cNvSpPr>
            <ns1:spLocks noGrp="1"/>
          </ns0:cNvSpPr>
          <ns0:nvPr/>
        </ns0:nvSpPr>
        <ns0:spPr>
          <ns1:xfrm>
            <ns1:off x="2362200" y="6372225"/>
            <ns1:ext cx="333375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l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人とテクノロジーで、より良い社会をつくる</ns1:t>
            </ns1:r>
          </ns1:p>
          <ns1:p>
            <ns1:pPr algn="l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Think Together, Create the Next.</ns1:t>
            </ns1:r>
          </ns1:p>
        </ns0:txBody>
      </ns0:sp>
      <ns0:sp>
        <ns0:nvSpPr>
          <ns0:cNvPr id="153" name="trace:D21:footer.date">
            <ns1:extLst>
              <ns1:ext uri="{FF2B5EF4-FFF2-40B4-BE49-F238E27FC236}">
                <ns2:creationId id="{2F23AA18-D8D9-4BAB-BFB9-91CBE18B824C}"/>
              </ns1:ext>
            </ns1:extLst>
          </ns0:cNvPr>
          <ns0:cNvSpPr>
            <ns1:spLocks noGrp="1"/>
          </ns0:cNvSpPr>
          <ns0:nvPr/>
        </ns0:nvSpPr>
        <ns0:spPr>
          <ns1:xfrm>
            <ns1:off x="10668000" y="6381750"/>
            <ns1:ext cx="9048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anchor="ctr"/>
          <ns1:lstStyle/>
          <ns1:p>
            <ns1:pPr algn="r">
              <ns1:def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defRPr>
            </ns1:pPr>
            <ns1:r>
              <ns1:rPr sz="750" b="1">
                <ns1:solidFill>
                  <ns1:srgbClr val="0E1A2D"/>
                </ns1:solidFill>
                <ns1:latin typeface="Yu Gothic"/>
                <ns1:ea typeface="Yu Gothic"/>
                <ns1:cs typeface="Yu Gothic"/>
              </ns1:rPr>
              <ns1:t>2026.08.26</ns1:t>
            </ns1:r>
          </ns1:p>
        </ns0:txBody>
      </ns0:sp>
      <ns0:sp>
        <ns0:nvSpPr>
          <ns0:cNvPr id="154" name="trace:D21:content.auto.136">
            <ns1:extLst>
              <ns1:ext uri="{FF2B5EF4-FFF2-40B4-BE49-F238E27FC236}">
                <ns2:creationId id="{A10087B8-0C15-4E0C-8B84-F98E5305A814}"/>
              </ns1:ext>
            </ns1:extLst>
          </ns0:cNvPr>
          <ns0:cNvSpPr>
            <ns1:spLocks noGrp="1"/>
          </ns0:cNvSpPr>
          <ns0:nvPr/>
        </ns0:nvSpPr>
        <ns0:spPr>
          <ns1:xfrm>
            <ns1:off x="11677650" y="6457950"/>
            <ns1:ext cx="247650" cy="9525"/>
          </ns1:xfrm>
          <ns1:prstGeom prst="rect">
            <ns1:avLst/>
          </ns1:prstGeom>
          <ns1:solidFill>
            <ns1:srgbClr val="0E1A2D"/>
          </ns1:solidFill>
          <ns1:ln w="0">
            <ns1:noFill/>
            <ns1:prstDash val="solid"/>
          </ns1:ln>
        </ns0:spPr>
      </ns0:sp>
    </ns0:spTree>
    <ns0:extLst>
      <ns0:ext uri="{BB962C8B-B14F-4D97-AF65-F5344CB8AC3E}">
        <ns4:creationId val="43475856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2026-09-20T22:29:34.7830000Z</dcterms:created>
  <dcterms:modified xsi:type="dcterms:W3CDTF">2026-09-20T22:29:34.7830000Z</dcterms:modified>
</coreProperties>
</file>