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faf72d8d6749f3" /><Relationship Type="http://schemas.openxmlformats.org/officeDocument/2006/relationships/extended-properties" Target="/docProps/app.xml" Id="R5d3e101f02a04046" /><Relationship Type="http://schemas.openxmlformats.org/officeDocument/2006/relationships/officeDocument" Target="/ppt/presentation.xml" Id="R56c2f11b216a49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b10fc9068e4015"/>
  </p:sldMasterIdLst>
  <p:notesMasterIdLst>
    <p:notesMasterId xmlns:r="http://schemas.openxmlformats.org/officeDocument/2006/relationships" r:id="Raa879824e2754a50"/>
  </p:notesMasterIdLst>
  <p:sldIdLst>
    <p:sldId xmlns:r="http://schemas.openxmlformats.org/officeDocument/2006/relationships" id="256" r:id="Ra878dd23ac40441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94a5263f3d49f6" /><Relationship Type="http://schemas.openxmlformats.org/officeDocument/2006/relationships/slideMaster" Target="/ppt/slideMasters/slideMaster1.xml" Id="Rfab10fc9068e4015" /><Relationship Type="http://schemas.openxmlformats.org/officeDocument/2006/relationships/notesMaster" Target="/ppt/notesMasters/notesMaster1.xml" Id="Raa879824e2754a50" /><Relationship Type="http://schemas.openxmlformats.org/officeDocument/2006/relationships/presProps" Target="/ppt/presProps.xml" Id="Rbeb4bef3c74140e3" /><Relationship Type="http://schemas.openxmlformats.org/officeDocument/2006/relationships/tableStyles" Target="/ppt/tableStyles.xml" Id="R7126e31889714b52" /><Relationship Type="http://schemas.openxmlformats.org/officeDocument/2006/relationships/slide" Target="/ppt/slides/slide1.xml" Id="Ra878dd23ac4044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cc698c62854d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2961f4d2e54c77" /><Relationship Type="http://schemas.openxmlformats.org/officeDocument/2006/relationships/notesMaster" Target="/ppt/notesMasters/notesMaster1.xml" Id="R6c4369a936e84d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D18 support replacement native trace. Canonical image is the sole visual authority. The right-side city visual is a limited crop only; support cards, icons, service windows, SLA grid, flow chevrons, typography, and footer are native/editable. Canonical sample content is trace-only.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9be9444504e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20bce214534693" /><Relationship Type="http://schemas.openxmlformats.org/officeDocument/2006/relationships/slideLayout" Target="/ppt/slideLayouts/slideLayout1.xml" Id="Rd11cc791396346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1cc791396346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d3d64b5b4425a" /><Relationship Type="http://schemas.openxmlformats.org/officeDocument/2006/relationships/image" Target="/ppt/media/image.png" Id="Rac725b1eb20b4b19" /><Relationship Type="http://schemas.openxmlformats.org/officeDocument/2006/relationships/notesSlide" Target="/ppt/notesSlides/notesSlide1.xml" Id="R51b8ae62d650484f" 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 xmlns:ns4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pic>
        <ns0:nvPicPr>
          <ns0:cNvPr id="168" name="trace:D18:image.1"/>
          <ns0:cNvPicPr>
            <ns1:picLocks noChangeAspect="1"/>
          </ns0:cNvPicPr>
          <ns0:nvPr/>
        </ns0:nvPicPr>
        <ns0:blipFill>
          <ns1:blip ns2:embed="Rac725b1eb20b4b19"/>
          <ns1:srcRect l="0" t="0" r="0" b="0"/>
          <ns1:stretch>
            <ns1:fillRect l="0" t="0" r="0" b="0"/>
          </ns1:stretch>
        </ns0:blipFill>
        <ns0:spPr>
          <ns1:xfrm>
            <ns1:off x="13620750" y="0"/>
            <ns1:ext cx="2305050" cy="6791325"/>
          </ns1:xfrm>
          <ns1:prstGeom prst="rect">
            <ns1:avLst/>
          </ns1:prstGeom>
        </ns0:spPr>
      </ns0:pic>
      <ns0:sp>
        <ns0:nvSpPr>
          <ns0:cNvPr id="2" name="trace:D18:content.auto">
            <ns1:extLst>
              <ns1:ext uri="{FF2B5EF4-FFF2-40B4-BE49-F238E27FC236}">
                <ns3:creationId id="{9FECACDE-74F7-4BBA-B259-97393622267D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0"/>
            <ns1:ext cx="2305050" cy="1066800"/>
          </ns1:xfrm>
          <ns1:prstGeom prst="rect">
            <ns1:avLst/>
          </ns1:pr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3" name="trace:D18:content.auto.2">
            <ns1:extLst>
              <ns1:ext uri="{FF2B5EF4-FFF2-40B4-BE49-F238E27FC236}">
                <ns3:creationId id="{71D7FB6C-4EB4-4ACD-92FA-93A2E087AE86}"/>
              </ns1:ext>
            </ns1:extLst>
          </ns0:cNvPr>
          <ns0:cNvSpPr>
            <ns1:spLocks noGrp="1"/>
          </ns0:cNvSpPr>
          <ns0:nvPr/>
        </ns0:nvSpPr>
        <ns0:spPr>
          <ns1:xfrm>
            <ns1:off x="10572750" y="0"/>
            <ns1:ext cx="2781300" cy="4953000"/>
          </ns1:xfrm>
          <ns1:custGeom>
            <ns1:pathLst>
              <ns1:path w="2781300" h="4953000">
                <ns1:moveTo>
                  <ns1:pt x="1543050" y="0"/>
                </ns1:moveTo>
                <ns1:lnTo>
                  <ns1:pt x="2781300" y="0"/>
                </ns1:lnTo>
                <ns1:lnTo>
                  <ns1:pt x="1238250" y="4953000"/>
                </ns1:lnTo>
                <ns1:lnTo>
                  <ns1:pt x="0" y="495300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4" name="trace:D18:content.auto.3">
            <ns1:extLst>
              <ns1:ext uri="{FF2B5EF4-FFF2-40B4-BE49-F238E27FC236}">
                <ns3:creationId id="{21978DFF-664E-4102-A551-0B4FA265F1D2}"/>
              </ns1:ext>
            </ns1:extLst>
          </ns0:cNvPr>
          <ns0:cNvSpPr>
            <ns1:spLocks noGrp="1"/>
          </ns0:cNvSpPr>
          <ns0:nvPr/>
        </ns0:nvSpPr>
        <ns0:spPr>
          <ns1:xfrm>
            <ns1:off x="11734800" y="0"/>
            <ns1:ext cx="1866900" cy="4953000"/>
          </ns1:xfrm>
          <ns1:custGeom>
            <ns1:pathLst>
              <ns1:path w="1866900" h="4953000">
                <ns1:moveTo>
                  <ns1:pt x="1619250" y="0"/>
                </ns1:moveTo>
                <ns1:lnTo>
                  <ns1:pt x="1866900" y="0"/>
                </ns1:lnTo>
                <ns1:lnTo>
                  <ns1:pt x="266700" y="4953000"/>
                </ns1:lnTo>
                <ns1:lnTo>
                  <ns1:pt x="0" y="4953000"/>
                </ns1:lnTo>
                <ns1:close/>
              </ns1:path>
            </ns1:pathLst>
          </ns1:custGeom>
          <ns1:solidFill>
            <ns1:srgbClr val="FFFFFF"/>
          </ns1:solidFill>
          <ns1:ln w="0">
            <ns1:noFill/>
            <ns1:prstDash val="solid"/>
          </ns1:ln>
        </ns0:spPr>
      </ns0:sp>
      <ns0:sp>
        <ns0:nvSpPr>
          <ns0:cNvPr id="5" name="trace:D18:content.auto.4">
            <ns1:extLst>
              <ns1:ext uri="{FF2B5EF4-FFF2-40B4-BE49-F238E27FC236}">
                <ns3:creationId id="{D5F8BF8C-3A88-4940-94C3-504451FB709F}"/>
              </ns1:ext>
            </ns1:extLst>
          </ns0:cNvPr>
          <ns0:cNvSpPr>
            <ns1:spLocks noGrp="1"/>
          </ns0:cNvSpPr>
          <ns0:nvPr/>
        </ns0:nvSpPr>
        <ns0:spPr>
          <ns1:xfrm>
            <ns1:off x="12001500" y="0"/>
            <ns1:ext cx="1809750" cy="4953000"/>
          </ns1:xfrm>
          <ns1:custGeom>
            <ns1:pathLst>
              <ns1:path w="1809750" h="4953000">
                <ns1:moveTo>
                  <ns1:pt x="1600200" y="0"/>
                </ns1:moveTo>
                <ns1:lnTo>
                  <ns1:pt x="1809750" y="0"/>
                </ns1:lnTo>
                <ns1:lnTo>
                  <ns1:pt x="209550" y="4953000"/>
                </ns1:lnTo>
                <ns1:lnTo>
                  <ns1:pt x="0" y="4953000"/>
                </ns1:lnTo>
                <ns1:close/>
              </ns1:path>
            </ns1:pathLst>
          </ns1:custGeom>
          <ns1:solidFill>
            <ns1:srgbClr val="E9EFF4"/>
          </ns1:solidFill>
          <ns1:ln w="0">
            <ns1:noFill/>
            <ns1:prstDash val="solid"/>
          </ns1:ln>
        </ns0:spPr>
      </ns0:sp>
      <ns0:sp>
        <ns0:nvSpPr>
          <ns0:cNvPr id="6" name="trace:D18:content.auto.5">
            <ns1:extLst>
              <ns1:ext uri="{FF2B5EF4-FFF2-40B4-BE49-F238E27FC236}">
                <ns3:creationId id="{2696E90C-CAD7-48B2-B52A-D58DC545F88D}"/>
              </ns1:ext>
            </ns1:extLst>
          </ns0:cNvPr>
          <ns0:cNvSpPr>
            <ns1:spLocks noGrp="1"/>
          </ns0:cNvSpPr>
          <ns0:nvPr/>
        </ns0:nvSpPr>
        <ns0:spPr>
          <ns1:xfrm>
            <ns1:off x="12573000" y="7000875"/>
            <ns1:ext cx="3352800" cy="1962150"/>
          </ns1:xfrm>
          <ns1:custGeom>
            <ns1:pathLst>
              <ns1:path w="3352800" h="1962150">
                <ns1:moveTo>
                  <ns1:pt x="0" y="1962150"/>
                </ns1:moveTo>
                <ns1:lnTo>
                  <ns1:pt x="3352800" y="0"/>
                </ns1:lnTo>
                <ns1:lnTo>
                  <ns1:pt x="3352800" y="19621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" name="trace:D18:content.auto.6">
            <ns1:extLst>
              <ns1:ext uri="{FF2B5EF4-FFF2-40B4-BE49-F238E27FC236}">
                <ns3:creationId id="{D4B36599-33BE-491A-827E-488F2F670BD9}"/>
              </ns1:ext>
            </ns1:extLst>
          </ns0:cNvPr>
          <ns0:cNvSpPr>
            <ns1:spLocks noGrp="1"/>
          </ns0:cNvSpPr>
          <ns0:nvPr/>
        </ns0:nvSpPr>
        <ns0:spPr>
          <ns1:xfrm>
            <ns1:off x="13620750" y="7743825"/>
            <ns1:ext cx="2305050" cy="1219200"/>
          </ns1:xfrm>
          <ns1:custGeom>
            <ns1:pathLst>
              <ns1:path w="2305050" h="1219200">
                <ns1:moveTo>
                  <ns1:pt x="0" y="1219200"/>
                </ns1:moveTo>
                <ns1:lnTo>
                  <ns1:pt x="2305050" y="0"/>
                </ns1:lnTo>
                <ns1:lnTo>
                  <ns1:pt x="2305050" y="1219200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8" name="trace:D18:content.auto.7">
            <ns1:extLst>
              <ns1:ext uri="{FF2B5EF4-FFF2-40B4-BE49-F238E27FC236}">
                <ns3:creationId id="{C2FDBC5A-3909-435E-AB14-77EAED74BB9C}"/>
              </ns1:ext>
            </ns1:extLst>
          </ns0:cNvPr>
          <ns0:cNvSpPr>
            <ns1:spLocks noGrp="1"/>
          </ns0:cNvSpPr>
          <ns0:nvPr/>
        </ns0:nvSpPr>
        <ns0:spPr>
          <ns1:xfrm>
            <ns1:off x="285750" y="285750"/>
            <ns1:ext cx="66675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D18</ns1:t>
            </ns1:r>
          </ns1:p>
        </ns0:txBody>
      </ns0:sp>
      <ns0:sp>
        <ns0:nvSpPr>
          <ns0:cNvPr id="9" name="trace:D18:title.primary">
            <ns1:extLst>
              <ns1:ext uri="{FF2B5EF4-FFF2-40B4-BE49-F238E27FC236}">
                <ns3:creationId id="{137497F2-40F0-436C-ABDF-9AF01B42F628}"/>
              </ns1:ext>
            </ns1:extLst>
          </ns0:cNvPr>
          <ns0:cNvSpPr>
            <ns1:spLocks noGrp="1"/>
          </ns0:cNvSpPr>
          <ns0:nvPr/>
        </ns0:nvSpPr>
        <ns0:spPr>
          <ns1:xfrm>
            <ns1:off x="962025" y="285750"/>
            <ns1:ext cx="30480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導入後サポート体制</ns1:t>
            </ns1:r>
          </ns1:p>
        </ns0:txBody>
      </ns0:sp>
      <ns0:sp>
        <ns0:nvSpPr>
          <ns0:cNvPr id="10" name="trace:D18:header.brand">
            <ns1:extLst>
              <ns1:ext uri="{FF2B5EF4-FFF2-40B4-BE49-F238E27FC236}">
                <ns3:creationId id="{5B1CB2B8-6477-4199-AD38-497ADE91C245}"/>
              </ns1:ext>
            </ns1:extLst>
          </ns0:cNvPr>
          <ns0:cNvSpPr>
            <ns1:spLocks noGrp="1"/>
          </ns0:cNvSpPr>
          <ns0:nvPr/>
        </ns0:nvSpPr>
        <ns0:spPr>
          <ns1:xfrm>
            <ns1:off x="9906000" y="285750"/>
            <ns1:ext cx="2171700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210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>
                <ns1:solidFill>
                  <ns1:srgbClr val="E71926"/>
                </ns1:solidFill>
              </ns1:rPr>
              <ns1:t>提案</ns1:t>
            </ns1:r>
            <ns1:r>
              <ns1:t>クエスト</ns1:t>
            </ns1:r>
          </ns1:p>
        </ns0:txBody>
      </ns0:sp>
      <ns0:sp>
        <ns0:nvSpPr>
          <ns0:cNvPr id="11" name="trace:D18:header.tagline">
            <ns1:extLst>
              <ns1:ext uri="{FF2B5EF4-FFF2-40B4-BE49-F238E27FC236}">
                <ns3:creationId id="{E69E56E4-643D-4ADE-8E3E-CD0B6C2843ED}"/>
              </ns1:ext>
            </ns1:extLst>
          </ns0:cNvPr>
          <ns0:cNvSpPr>
            <ns1:spLocks noGrp="1"/>
          </ns0:cNvSpPr>
          <ns0:nvPr/>
        </ns0:nvSpPr>
        <ns0:spPr>
          <ns1:xfrm>
            <ns1:off x="9829800" y="638175"/>
            <ns1:ext cx="2095500" cy="1809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8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8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AIで、提案をもっと速く、もっと強く。</ns1:t>
            </ns1:r>
          </ns1:p>
        </ns0:txBody>
      </ns0:sp>
      <ns0:sp>
        <ns0:nvSpPr>
          <ns0:cNvPr id="12" name="trace:D18:header.message">
            <ns1:extLst>
              <ns1:ext uri="{FF2B5EF4-FFF2-40B4-BE49-F238E27FC236}">
                <ns3:creationId id="{9C1630B2-1A0D-4F4A-AC61-FEC610A88544}"/>
              </ns1:ext>
            </ns1:extLst>
          </ns0:cNvPr>
          <ns0:cNvSpPr>
            <ns1:spLocks noGrp="1"/>
          </ns0:cNvSpPr>
          <ns0:nvPr/>
        </ns0:nvSpPr>
        <ns0:spPr>
          <ns1:xfrm>
            <ns1:off x="13963650" y="400050"/>
            <ns1:ext cx="1638300" cy="5143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THINK TOGETHER,</ns1:t>
            </ns1:r>
          </ns1:p>
          <ns1:p>
            <ns1:pPr algn="l">
              <ns1:def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CREATE THE NEXT.</ns1:t>
            </ns1:r>
          </ns1:p>
        </ns0:txBody>
      </ns0:sp>
      <ns0:sp>
        <ns0:nvSpPr>
          <ns0:cNvPr id="13" name="trace:D18:content.auto.8">
            <ns1:extLst>
              <ns1:ext uri="{FF2B5EF4-FFF2-40B4-BE49-F238E27FC236}">
                <ns3:creationId id="{45CFF951-E214-4272-9FC5-8FDFE90824D9}"/>
              </ns1:ext>
            </ns1:extLst>
          </ns0:cNvPr>
          <ns0:cNvSpPr>
            <ns1:spLocks noGrp="1"/>
          </ns0:cNvSpPr>
          <ns0:nvPr/>
        </ns0:nvSpPr>
        <ns0:spPr>
          <ns1:xfrm>
            <ns1:off x="13963650" y="904875"/>
            <ns1:ext cx="1314450" cy="9525"/>
          </ns1:xfrm>
          <ns1:prstGeom prst="line">
            <ns1:avLst/>
          </ns1:prstGeom>
          <ns1:noFill/>
          <ns1:ln w="9525">
            <ns1:solidFill>
              <ns1:srgbClr val="101D28"/>
            </ns1:solidFill>
            <ns1:prstDash val="solid"/>
          </ns1:ln>
        </ns0:spPr>
      </ns0:sp>
      <ns0:sp>
        <ns0:nvSpPr>
          <ns0:cNvPr id="14" name="trace:D18:content.auto.9">
            <ns1:extLst>
              <ns1:ext uri="{FF2B5EF4-FFF2-40B4-BE49-F238E27FC236}">
                <ns3:creationId id="{B560F049-E905-445A-BF7D-6E931F1550FF}"/>
              </ns1:ext>
            </ns1:extLst>
          </ns0:cNvPr>
          <ns0:cNvSpPr>
            <ns1:spLocks noGrp="1"/>
          </ns0:cNvSpPr>
          <ns0:nvPr/>
        </ns0:nvSpPr>
        <ns0:spPr>
          <ns1:xfrm>
            <ns1:off x="13963650" y="904875"/>
            <ns1:ext cx="323850" cy="9525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5" name="trace:D18:title.primary.2">
            <ns1:extLst>
              <ns1:ext uri="{FF2B5EF4-FFF2-40B4-BE49-F238E27FC236}">
                <ns3:creationId id="{4BBB89A3-87C7-42B4-88B4-231CAC29EDBA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781050"/>
            <ns1:ext cx="10096500" cy="666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37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>
                <ns1:solidFill>
                  <ns1:srgbClr val="101D28"/>
                </ns1:solidFill>
              </ns1:rPr>
              <ns1:t>導入後も、</ns1:t>
            </ns1:r>
            <ns1:r>
              <ns1:rPr>
                <ns1:solidFill>
                  <ns1:srgbClr val="E71926"/>
                </ns1:solidFill>
              </ns1:rPr>
              <ns1:t>安心して使い続けられる</ns1:t>
            </ns1:r>
            <ns1:r>
              <ns1:rPr>
                <ns1:solidFill>
                  <ns1:srgbClr val="101D28"/>
                </ns1:solidFill>
              </ns1:rPr>
              <ns1:t>体制を</ns1:t>
            </ns1:r>
          </ns1:p>
        </ns0:txBody>
      </ns0:sp>
      <ns0:sp>
        <ns0:nvSpPr>
          <ns0:cNvPr id="16" name="trace:D18:header.brand.2">
            <ns1:extLst>
              <ns1:ext uri="{FF2B5EF4-FFF2-40B4-BE49-F238E27FC236}">
                <ns3:creationId id="{CF58132B-3FD8-4171-9150-9D2245FDE6B2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1657350"/>
            <ns1:ext cx="99060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575" b="0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>
                <ns1:solidFill>
                  <ns1:srgbClr val="20324B"/>
                </ns1:solidFill>
              </ns1:rPr>
              <ns1:t>提案クエストは、導入して終わりではなく、</ns1:t>
            </ns1:r>
            <ns1:r>
              <ns1:rPr>
                <ns1:solidFill>
                  <ns1:srgbClr val="E71926"/>
                </ns1:solidFill>
              </ns1:rPr>
              <ns1:t>継続的なサポート</ns1:t>
            </ns1:r>
            <ns1:r>
              <ns1:rPr>
                <ns1:solidFill>
                  <ns1:srgbClr val="20324B"/>
                </ns1:solidFill>
              </ns1:rPr>
              <ns1:t>と</ns1:t>
            </ns1:r>
            <ns1:r>
              <ns1:rPr>
                <ns1:solidFill>
                  <ns1:srgbClr val="E71926"/>
                </ns1:solidFill>
              </ns1:rPr>
              <ns1:t>改善支援</ns1:t>
            </ns1:r>
            <ns1:r>
              <ns1:rPr>
                <ns1:solidFill>
                  <ns1:srgbClr val="20324B"/>
                </ns1:solidFill>
              </ns1:rPr>
              <ns1:t>により、</ns1:t>
            </ns1:r>
          </ns1:p>
        </ns0:txBody>
      </ns0:sp>
      <ns0:sp>
        <ns0:nvSpPr>
          <ns0:cNvPr id="17" name="trace:D18:title.primary.3">
            <ns1:extLst>
              <ns1:ext uri="{FF2B5EF4-FFF2-40B4-BE49-F238E27FC236}">
                <ns3:creationId id="{02CECC58-6634-4B83-95E5-13CD38EEA000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1981200"/>
            <ns1:ext cx="666750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1575" b="0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>
                <ns1:solidFill>
                  <ns1:srgbClr val="20324B"/>
                </ns1:solidFill>
              </ns1:rPr>
              <ns1:t>お客様の成果創出を</ns1:t>
            </ns1:r>
            <ns1:r>
              <ns1:rPr>
                <ns1:solidFill>
                  <ns1:srgbClr val="E71926"/>
                </ns1:solidFill>
              </ns1:rPr>
              <ns1:t>長期的に伴走</ns1:t>
            </ns1:r>
            <ns1:r>
              <ns1:rPr>
                <ns1:solidFill>
                  <ns1:srgbClr val="20324B"/>
                </ns1:solidFill>
              </ns1:rPr>
              <ns1:t>します。</ns1:t>
            </ns1:r>
          </ns1:p>
        </ns0:txBody>
      </ns0:sp>
      <ns0:sp>
        <ns0:nvSpPr>
          <ns0:cNvPr id="18" name="trace:D18:content.auto.10">
            <ns1:extLst>
              <ns1:ext uri="{FF2B5EF4-FFF2-40B4-BE49-F238E27FC236}">
                <ns3:creationId id="{D4A8993F-4133-45A6-98FF-6DAF23B8636E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2533650"/>
            <ns1:ext cx="3638550" cy="4000500"/>
          </ns1:xfrm>
          <ns1:prstGeom prst="roundRect">
            <ns1:avLst>
              <ns1:gd name="adj" fmla="val 3141"/>
            </ns1:avLst>
          </ns1:prstGeom>
          <ns1:solidFill>
            <ns1:srgbClr val="F7FAFC"/>
          </ns1:solidFill>
          <ns1:ln w="0">
            <ns1:noFill/>
            <ns1:prstDash val="solid"/>
          </ns1:ln>
        </ns0:spPr>
      </ns0:sp>
      <ns0:sp>
        <ns0:nvSpPr>
          <ns0:cNvPr id="19" name="trace:D18:content.auto.11">
            <ns1:extLst>
              <ns1:ext uri="{FF2B5EF4-FFF2-40B4-BE49-F238E27FC236}">
                <ns3:creationId id="{828DC56F-616F-4258-8603-F720C361B06D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2638425"/>
            <ns1:ext cx="781050" cy="552450"/>
          </ns1:xfrm>
          <ns1:custGeom>
            <ns1:pathLst>
              <ns1:path w="781050" h="552450">
                <ns1:moveTo>
                  <ns1:pt x="0" y="0"/>
                </ns1:moveTo>
                <ns1:lnTo>
                  <ns1:pt x="657225" y="0"/>
                </ns1:lnTo>
                <ns1:lnTo>
                  <ns1:pt x="781050" y="276225"/>
                </ns1:lnTo>
                <ns1:lnTo>
                  <ns1:pt x="657225" y="552450"/>
                </ns1:lnTo>
                <ns1:lnTo>
                  <ns1:pt x="0" y="5524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0" name="trace:D18:content.auto.12">
            <ns1:extLst>
              <ns1:ext uri="{FF2B5EF4-FFF2-40B4-BE49-F238E27FC236}">
                <ns3:creationId id="{77B99F34-1C69-4C33-B948-FF06831192C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" y="2771775"/>
            <ns1:ext cx="5238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20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01</ns1:t>
            </ns1:r>
          </ns1:p>
        </ns0:txBody>
      </ns0:sp>
      <ns0:sp>
        <ns0:nvSpPr>
          <ns0:cNvPr id="21" name="trace:D18:title.primary.4">
            <ns1:extLst>
              <ns1:ext uri="{FF2B5EF4-FFF2-40B4-BE49-F238E27FC236}">
                <ns3:creationId id="{D1209789-BE7D-4BD3-9361-81AA35F61CF7}"/>
              </ns1:ext>
            </ns1:extLst>
          </ns0:cNvPr>
          <ns0:cNvSpPr>
            <ns1:spLocks noGrp="1"/>
          </ns0:cNvSpPr>
          <ns0:nvPr/>
        </ns0:nvSpPr>
        <ns0:spPr>
          <ns1:xfrm>
            <ns1:off x="1457325" y="2686050"/>
            <ns1:ext cx="2428875" cy="2762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テクニカルサポート</ns1:t>
            </ns1:r>
          </ns1:p>
        </ns0:txBody>
      </ns0:sp>
      <ns0:sp>
        <ns0:nvSpPr>
          <ns0:cNvPr id="22" name="trace:D18:title.primary.5">
            <ns1:extLst>
              <ns1:ext uri="{FF2B5EF4-FFF2-40B4-BE49-F238E27FC236}">
                <ns3:creationId id="{1C53AC93-262D-4C80-B6E9-DCF7D4F9E67F}"/>
              </ns1:ext>
            </ns1:extLst>
          </ns0:cNvPr>
          <ns0:cNvSpPr>
            <ns1:spLocks noGrp="1"/>
          </ns0:cNvSpPr>
          <ns0:nvPr/>
        </ns0:nvSpPr>
        <ns0:spPr>
          <ns1:xfrm>
            <ns1:off x="1457325" y="3009900"/>
            <ns1:ext cx="2428875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安心してご利用いただくための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技術サポートを提供します。</ns1:t>
            </ns1:r>
          </ns1:p>
        </ns0:txBody>
      </ns0:sp>
      <ns0:sp>
        <ns0:nvSpPr>
          <ns0:cNvPr id="23" name="trace:D18:content.auto.13">
            <ns1:extLst>
              <ns1:ext uri="{FF2B5EF4-FFF2-40B4-BE49-F238E27FC236}">
                <ns3:creationId id="{76F46979-80AE-4E71-80BC-276A734B80E8}"/>
              </ns1:ext>
            </ns1:extLst>
          </ns0:cNvPr>
          <ns0:cNvSpPr>
            <ns1:spLocks noGrp="1"/>
          </ns0:cNvSpPr>
          <ns0:nvPr/>
        </ns0:nvSpPr>
        <ns0:spPr>
          <ns1:xfrm>
            <ns1:off x="1847850" y="3562350"/>
            <ns1:ext cx="876300" cy="87630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24" name="trace:D18:content.auto.14">
            <ns1:extLst>
              <ns1:ext uri="{FF2B5EF4-FFF2-40B4-BE49-F238E27FC236}">
                <ns3:creationId id="{DC2EF7AE-D10A-40FF-B597-F6D7F6F4C6CA}"/>
              </ns1:ext>
            </ns1:extLst>
          </ns0:cNvPr>
          <ns0:cNvSpPr>
            <ns1:spLocks noGrp="1"/>
          </ns0:cNvSpPr>
          <ns0:nvPr/>
        </ns0:nvSpPr>
        <ns0:spPr>
          <ns1:xfrm>
            <ns1:off x="2131695" y="3774948"/>
            <ns1:ext cx="308610" cy="30861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25" name="trace:D18:content.auto.15">
            <ns1:extLst>
              <ns1:ext uri="{FF2B5EF4-FFF2-40B4-BE49-F238E27FC236}">
                <ns3:creationId id="{5560F04E-B50E-4207-83A2-3123D114CD2A}"/>
              </ns1:ext>
            </ns1:extLst>
          </ns0:cNvPr>
          <ns0:cNvSpPr>
            <ns1:spLocks noGrp="1"/>
          </ns0:cNvSpPr>
          <ns0:nvPr/>
        </ns0:nvSpPr>
        <ns0:spPr>
          <ns1:xfrm>
            <ns1:off x="2126552" y="3970401"/>
            <ns1:ext cx="318897" cy="174879"/>
          </ns1:xfrm>
          <ns1:prstGeom prst="rect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26" name="trace:D18:content.auto.16">
            <ns1:extLst>
              <ns1:ext uri="{FF2B5EF4-FFF2-40B4-BE49-F238E27FC236}">
                <ns3:creationId id="{6C3AF701-9972-41F1-BE94-41BE2219E829}"/>
              </ns1:ext>
            </ns1:extLst>
          </ns0:cNvPr>
          <ns0:cNvSpPr>
            <ns1:spLocks noGrp="1"/>
          </ns0:cNvSpPr>
          <ns0:nvPr/>
        </ns0:nvSpPr>
        <ns0:spPr>
          <ns1:xfrm>
            <ns1:off x="2080260" y="3980688"/>
            <ns1:ext cx="92583" cy="154305"/>
          </ns1:xfrm>
          <ns1:prstGeom prst="roundRect">
            <ns1:avLst>
              <ns1:gd name="adj" fmla="val 5000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7" name="trace:D18:content.auto.17">
            <ns1:extLst>
              <ns1:ext uri="{FF2B5EF4-FFF2-40B4-BE49-F238E27FC236}">
                <ns3:creationId id="{F9CCF542-1167-494E-935D-EECDBC23D05B}"/>
              </ns1:ext>
            </ns1:extLst>
          </ns0:cNvPr>
          <ns0:cNvSpPr>
            <ns1:spLocks noGrp="1"/>
          </ns0:cNvSpPr>
          <ns0:nvPr/>
        </ns0:nvSpPr>
        <ns0:spPr>
          <ns1:xfrm>
            <ns1:off x="2399157" y="3980688"/>
            <ns1:ext cx="92583" cy="154305"/>
          </ns1:xfrm>
          <ns1:prstGeom prst="roundRect">
            <ns1:avLst>
              <ns1:gd name="adj" fmla="val 50000"/>
            </ns1:avLst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28" name="trace:D18:content.auto.18">
            <ns1:extLst>
              <ns1:ext uri="{FF2B5EF4-FFF2-40B4-BE49-F238E27FC236}">
                <ns3:creationId id="{BE6EE3C7-0CD8-46C3-AFDA-25A86B85CA17}"/>
              </ns1:ext>
            </ns1:extLst>
          </ns0:cNvPr>
          <ns0:cNvSpPr>
            <ns1:spLocks noGrp="1"/>
          </ns0:cNvSpPr>
          <ns0:nvPr/>
        </ns0:nvSpPr>
        <ns0:spPr>
          <ns1:xfrm>
            <ns1:off x="2337435" y="4114419"/>
            <ns1:ext cx="102870" cy="72009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29" name="trace:D18:content.auto.19">
            <ns1:extLst>
              <ns1:ext uri="{FF2B5EF4-FFF2-40B4-BE49-F238E27FC236}">
                <ns3:creationId id="{3A19F61A-70A5-4C7E-910C-88D8211803A3}"/>
              </ns1:ext>
            </ns1:extLst>
          </ns0:cNvPr>
          <ns0:cNvSpPr>
            <ns1:spLocks noGrp="1"/>
          </ns0:cNvSpPr>
          <ns0:nvPr/>
        </ns0:nvSpPr>
        <ns0:spPr>
          <ns1:xfrm>
            <ns1:off x="2306574" y="4165854"/>
            <ns1:ext cx="51435" cy="51435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30" name="trace:D18:lead">
            <ns1:extLst>
              <ns1:ext uri="{FF2B5EF4-FFF2-40B4-BE49-F238E27FC236}">
                <ns3:creationId id="{C430F888-209B-4566-B597-8C3A4AA03A06}"/>
              </ns1:ext>
            </ns1:extLst>
          </ns0:cNvPr>
          <ns0:cNvSpPr>
            <ns1:spLocks noGrp="1"/>
          </ns0:cNvSpPr>
          <ns0:nvPr/>
        </ns0:nvSpPr>
        <ns0:spPr>
          <ns1:xfrm>
            <ns1:off x="638175" y="4486275"/>
            <ns1:ext cx="3295650" cy="981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・システムの操作方法に関する質問対応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・エラー・トラブルの調査・解決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・アカウント・権限管理のサポート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・運用に必要な技術的アドバイス</ns1:t>
            </ns1:r>
          </ns1:p>
        </ns0:txBody>
      </ns0:sp>
      <ns0:sp>
        <ns0:nvSpPr>
          <ns0:cNvPr id="31" name="trace:D18:content.auto.20">
            <ns1:extLst>
              <ns1:ext uri="{FF2B5EF4-FFF2-40B4-BE49-F238E27FC236}">
                <ns3:creationId id="{4991A5DF-5AC0-488C-B805-D352E3FB9C30}"/>
              </ns1:ext>
            </ns1:extLst>
          </ns0:cNvPr>
          <ns0:cNvSpPr>
            <ns1:spLocks noGrp="1"/>
          </ns0:cNvSpPr>
          <ns0:nvPr/>
        </ns0:nvSpPr>
        <ns0:spPr>
          <ns1:xfrm>
            <ns1:off x="552450" y="5667375"/>
            <ns1:ext cx="3467100" cy="733425"/>
          </ns1:xfrm>
          <ns1:prstGeom prst="roundRect">
            <ns1:avLst>
              <ns1:gd name="adj" fmla="val 15584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32" name="trace:D18:content.auto.21">
            <ns1:extLst>
              <ns1:ext uri="{FF2B5EF4-FFF2-40B4-BE49-F238E27FC236}">
                <ns3:creationId id="{59CBC5C5-6DC6-417B-8C75-E68DC9A47DE6}"/>
              </ns1:ext>
            </ns1:extLst>
          </ns0:cNvPr>
          <ns0:cNvSpPr>
            <ns1:spLocks noGrp="1"/>
          </ns0:cNvSpPr>
          <ns0:nvPr/>
        </ns0:nvSpPr>
        <ns0:spPr>
          <ns1:xfrm>
            <ns1:off x="704850" y="5819775"/>
            <ns1:ext cx="31623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専任のサポートチームが</ns1:t>
            </ns1:r>
          </ns1:p>
          <ns1:p>
            <ns1:pPr algn="ctr">
              <ns1:def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迅速に対応</ns1:t>
            </ns1:r>
          </ns1:p>
        </ns0:txBody>
      </ns0:sp>
      <ns0:sp>
        <ns0:nvSpPr>
          <ns0:cNvPr id="33" name="trace:D18:content.auto.22">
            <ns1:extLst>
              <ns1:ext uri="{FF2B5EF4-FFF2-40B4-BE49-F238E27FC236}">
                <ns3:creationId id="{F09305BB-C12D-42FC-8258-B600AF977C06}"/>
              </ns1:ext>
            </ns1:extLst>
          </ns0:cNvPr>
          <ns0:cNvSpPr>
            <ns1:spLocks noGrp="1"/>
          </ns0:cNvSpPr>
          <ns0:nvPr/>
        </ns0:nvSpPr>
        <ns0:spPr>
          <ns1:xfrm>
            <ns1:off x="4219575" y="2533650"/>
            <ns1:ext cx="3638550" cy="4000500"/>
          </ns1:xfrm>
          <ns1:prstGeom prst="roundRect">
            <ns1:avLst>
              <ns1:gd name="adj" fmla="val 3141"/>
            </ns1:avLst>
          </ns1:prstGeom>
          <ns1:solidFill>
            <ns1:srgbClr val="F7FAFC"/>
          </ns1:solidFill>
          <ns1:ln w="0">
            <ns1:noFill/>
            <ns1:prstDash val="solid"/>
          </ns1:ln>
        </ns0:spPr>
      </ns0:sp>
      <ns0:sp>
        <ns0:nvSpPr>
          <ns0:cNvPr id="34" name="trace:D18:content.auto.23">
            <ns1:extLst>
              <ns1:ext uri="{FF2B5EF4-FFF2-40B4-BE49-F238E27FC236}">
                <ns3:creationId id="{62DA4B30-D60D-4490-9205-2BE75AEB409E}"/>
              </ns1:ext>
            </ns1:extLst>
          </ns0:cNvPr>
          <ns0:cNvSpPr>
            <ns1:spLocks noGrp="1"/>
          </ns0:cNvSpPr>
          <ns0:nvPr/>
        </ns0:nvSpPr>
        <ns0:spPr>
          <ns1:xfrm>
            <ns1:off x="4305300" y="2638425"/>
            <ns1:ext cx="781050" cy="552450"/>
          </ns1:xfrm>
          <ns1:custGeom>
            <ns1:pathLst>
              <ns1:path w="781050" h="552450">
                <ns1:moveTo>
                  <ns1:pt x="0" y="0"/>
                </ns1:moveTo>
                <ns1:lnTo>
                  <ns1:pt x="657225" y="0"/>
                </ns1:lnTo>
                <ns1:lnTo>
                  <ns1:pt x="781050" y="276225"/>
                </ns1:lnTo>
                <ns1:lnTo>
                  <ns1:pt x="657225" y="552450"/>
                </ns1:lnTo>
                <ns1:lnTo>
                  <ns1:pt x="0" y="5524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35" name="trace:D18:content.auto.24">
            <ns1:extLst>
              <ns1:ext uri="{FF2B5EF4-FFF2-40B4-BE49-F238E27FC236}">
                <ns3:creationId id="{5B7EC76C-110F-438D-8B34-D14D67673A9B}"/>
              </ns1:ext>
            </ns1:extLst>
          </ns0:cNvPr>
          <ns0:cNvSpPr>
            <ns1:spLocks noGrp="1"/>
          </ns0:cNvSpPr>
          <ns0:nvPr/>
        </ns0:nvSpPr>
        <ns0:spPr>
          <ns1:xfrm>
            <ns1:off x="4381500" y="2771775"/>
            <ns1:ext cx="5238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20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02</ns1:t>
            </ns1:r>
          </ns1:p>
        </ns0:txBody>
      </ns0:sp>
      <ns0:sp>
        <ns0:nvSpPr>
          <ns0:cNvPr id="36" name="trace:D18:title.primary.6">
            <ns1:extLst>
              <ns1:ext uri="{FF2B5EF4-FFF2-40B4-BE49-F238E27FC236}">
                <ns3:creationId id="{282F562D-FE08-4AED-87EF-EC3887F059FF}"/>
              </ns1:ext>
            </ns1:extLst>
          </ns0:cNvPr>
          <ns0:cNvSpPr>
            <ns1:spLocks noGrp="1"/>
          </ns0:cNvSpPr>
          <ns0:nvPr/>
        </ns0:nvSpPr>
        <ns0:spPr>
          <ns1:xfrm>
            <ns1:off x="5210175" y="2686050"/>
            <ns1:ext cx="2428875" cy="2762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活用支援サポート</ns1:t>
            </ns1:r>
          </ns1:p>
        </ns0:txBody>
      </ns0:sp>
      <ns0:sp>
        <ns0:nvSpPr>
          <ns0:cNvPr id="37" name="trace:D18:title.primary.7">
            <ns1:extLst>
              <ns1:ext uri="{FF2B5EF4-FFF2-40B4-BE49-F238E27FC236}">
                <ns3:creationId id="{B2DF844F-510E-403D-89FE-7D04C6378354}"/>
              </ns1:ext>
            </ns1:extLst>
          </ns0:cNvPr>
          <ns0:cNvSpPr>
            <ns1:spLocks noGrp="1"/>
          </ns0:cNvSpPr>
          <ns0:nvPr/>
        </ns0:nvSpPr>
        <ns0:spPr>
          <ns1:xfrm>
            <ns1:off x="5210175" y="3009900"/>
            <ns1:ext cx="2428875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より高い成果を出すための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活用支援を行います。</ns1:t>
            </ns1:r>
          </ns1:p>
        </ns0:txBody>
      </ns0:sp>
      <ns0:sp>
        <ns0:nvSpPr>
          <ns0:cNvPr id="38" name="trace:D18:content.auto.25">
            <ns1:extLst>
              <ns1:ext uri="{FF2B5EF4-FFF2-40B4-BE49-F238E27FC236}">
                <ns3:creationId id="{A3A7846B-2FBE-4F3A-BB49-B10D03F29EC9}"/>
              </ns1:ext>
            </ns1:extLst>
          </ns0:cNvPr>
          <ns0:cNvSpPr>
            <ns1:spLocks noGrp="1"/>
          </ns0:cNvSpPr>
          <ns0:nvPr/>
        </ns0:nvSpPr>
        <ns0:spPr>
          <ns1:xfrm>
            <ns1:off x="5600700" y="3562350"/>
            <ns1:ext cx="876300" cy="87630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39" name="trace:D18:content.auto.26">
            <ns1:extLst>
              <ns1:ext uri="{FF2B5EF4-FFF2-40B4-BE49-F238E27FC236}">
                <ns3:creationId id="{3F9B8F7E-A268-448E-A428-F9945A3695BC}"/>
              </ns1:ext>
            </ns1:extLst>
          </ns0:cNvPr>
          <ns0:cNvSpPr>
            <ns1:spLocks noGrp="1"/>
          </ns0:cNvSpPr>
          <ns0:nvPr/>
        </ns0:nvSpPr>
        <ns0:spPr>
          <ns1:xfrm>
            <ns1:off x="5848541" y="3798570"/>
            <ns1:ext cx="110490" cy="11049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40" name="trace:D18:content.auto.27">
            <ns1:extLst>
              <ns1:ext uri="{FF2B5EF4-FFF2-40B4-BE49-F238E27FC236}">
                <ns3:creationId id="{33CE1A91-0F51-4331-96E4-6B12424F3E32}"/>
              </ns1:ext>
            </ns1:extLst>
          </ns0:cNvPr>
          <ns0:cNvSpPr>
            <ns1:spLocks noGrp="1"/>
          </ns0:cNvSpPr>
          <ns0:nvPr/>
        </ns0:nvSpPr>
        <ns0:spPr>
          <ns1:xfrm>
            <ns1:off x="5964555" y="3759899"/>
            <ns1:ext cx="110490" cy="11049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41" name="trace:D18:content.auto.28">
            <ns1:extLst>
              <ns1:ext uri="{FF2B5EF4-FFF2-40B4-BE49-F238E27FC236}">
                <ns3:creationId id="{1CF328AE-3C35-42FF-B9A7-C343261BF144}"/>
              </ns1:ext>
            </ns1:extLst>
          </ns0:cNvPr>
          <ns0:cNvSpPr>
            <ns1:spLocks noGrp="1"/>
          </ns0:cNvSpPr>
          <ns0:nvPr/>
        </ns0:nvSpPr>
        <ns0:spPr>
          <ns1:xfrm>
            <ns1:off x="6080570" y="3798570"/>
            <ns1:ext cx="110490" cy="11049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42" name="trace:D18:content.auto.29">
            <ns1:extLst>
              <ns1:ext uri="{FF2B5EF4-FFF2-40B4-BE49-F238E27FC236}">
                <ns3:creationId id="{B4803245-0456-4FD2-9F73-451D4641FF0C}"/>
              </ns1:ext>
            </ns1:extLst>
          </ns0:cNvPr>
          <ns0:cNvSpPr>
            <ns1:spLocks noGrp="1"/>
          </ns0:cNvSpPr>
          <ns0:nvPr/>
        </ns0:nvSpPr>
        <ns0:spPr>
          <ns1:xfrm>
            <ns1:off x="5787771" y="3997452"/>
            <ns1:ext cx="187833" cy="198882"/>
          </ns1:xfrm>
          <ns1:custGeom>
            <ns1:pathLst>
              <ns1:path w="187833" h="198882">
                <ns1:moveTo>
                  <ns1:pt x="0" y="198882"/>
                </ns1:moveTo>
                <ns1:lnTo>
                  <ns1:pt x="27622" y="49720"/>
                </ns1:lnTo>
                <ns1:lnTo>
                  <ns1:pt x="93917" y="0"/>
                </ns1:lnTo>
                <ns1:lnTo>
                  <ns1:pt x="160211" y="49720"/>
                </ns1:lnTo>
                <ns1:lnTo>
                  <ns1:pt x="187833" y="198882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43" name="trace:D18:content.auto.30">
            <ns1:extLst>
              <ns1:ext uri="{FF2B5EF4-FFF2-40B4-BE49-F238E27FC236}">
                <ns3:creationId id="{7C41E002-90A8-4CA6-A719-8F68D3EFA92C}"/>
              </ns1:ext>
            </ns1:extLst>
          </ns0:cNvPr>
          <ns0:cNvSpPr>
            <ns1:spLocks noGrp="1"/>
          </ns0:cNvSpPr>
          <ns0:nvPr/>
        </ns0:nvSpPr>
        <ns0:spPr>
          <ns1:xfrm>
            <ns1:off x="5903786" y="3964305"/>
            <ns1:ext cx="198882" cy="232029"/>
          </ns1:xfrm>
          <ns1:custGeom>
            <ns1:pathLst>
              <ns1:path w="198882" h="232029">
                <ns1:moveTo>
                  <ns1:pt x="0" y="232029"/>
                </ns1:moveTo>
                <ns1:lnTo>
                  <ns1:pt x="27622" y="55245"/>
                </ns1:lnTo>
                <ns1:lnTo>
                  <ns1:pt x="99441" y="0"/>
                </ns1:lnTo>
                <ns1:lnTo>
                  <ns1:pt x="171259" y="55245"/>
                </ns1:lnTo>
                <ns1:lnTo>
                  <ns1:pt x="198882" y="232029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44" name="trace:D18:content.auto.31">
            <ns1:extLst>
              <ns1:ext uri="{FF2B5EF4-FFF2-40B4-BE49-F238E27FC236}">
                <ns3:creationId id="{C99FC32D-3F71-4A32-909A-F852C9BA7C5E}"/>
              </ns1:ext>
            </ns1:extLst>
          </ns0:cNvPr>
          <ns0:cNvSpPr>
            <ns1:spLocks noGrp="1"/>
          </ns0:cNvSpPr>
          <ns0:nvPr/>
        </ns0:nvSpPr>
        <ns0:spPr>
          <ns1:xfrm>
            <ns1:off x="6058471" y="3997452"/>
            <ns1:ext cx="193358" cy="198882"/>
          </ns1:xfrm>
          <ns1:custGeom>
            <ns1:pathLst>
              <ns1:path w="193358" h="198882">
                <ns1:moveTo>
                  <ns1:pt x="0" y="198882"/>
                </ns1:moveTo>
                <ns1:lnTo>
                  <ns1:pt x="27623" y="49720"/>
                </ns1:lnTo>
                <ns1:lnTo>
                  <ns1:pt x="99441" y="0"/>
                </ns1:lnTo>
                <ns1:lnTo>
                  <ns1:pt x="165735" y="49720"/>
                </ns1:lnTo>
                <ns1:lnTo>
                  <ns1:pt x="193358" y="198882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45" name="trace:D18:lead.2">
            <ns1:extLst>
              <ns1:ext uri="{FF2B5EF4-FFF2-40B4-BE49-F238E27FC236}">
                <ns3:creationId id="{FBF31163-E052-45D9-8869-912B927FA60B}"/>
              </ns1:ext>
            </ns1:extLst>
          </ns0:cNvPr>
          <ns0:cNvSpPr>
            <ns1:spLocks noGrp="1"/>
          </ns0:cNvSpPr>
          <ns0:nvPr/>
        </ns0:nvSpPr>
        <ns0:spPr>
          <ns1:xfrm>
            <ns1:off x="4391025" y="4486275"/>
            <ns1:ext cx="3295650" cy="981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・業務に合わせた活用方法のご提案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・プロンプト・テンプレートの最適化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・活用状況の分析と改善提案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・社内トレーニング・勉強会の実施</ns1:t>
            </ns1:r>
          </ns1:p>
        </ns0:txBody>
      </ns0:sp>
      <ns0:sp>
        <ns0:nvSpPr>
          <ns0:cNvPr id="46" name="trace:D18:content.auto.32">
            <ns1:extLst>
              <ns1:ext uri="{FF2B5EF4-FFF2-40B4-BE49-F238E27FC236}">
                <ns3:creationId id="{AB984B79-83DA-4D78-A348-906F138BCA92}"/>
              </ns1:ext>
            </ns1:extLst>
          </ns0:cNvPr>
          <ns0:cNvSpPr>
            <ns1:spLocks noGrp="1"/>
          </ns0:cNvSpPr>
          <ns0:nvPr/>
        </ns0:nvSpPr>
        <ns0:spPr>
          <ns1:xfrm>
            <ns1:off x="4305300" y="5667375"/>
            <ns1:ext cx="3467100" cy="733425"/>
          </ns1:xfrm>
          <ns1:prstGeom prst="roundRect">
            <ns1:avLst>
              <ns1:gd name="adj" fmla="val 15584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47" name="trace:D18:content.auto.33">
            <ns1:extLst>
              <ns1:ext uri="{FF2B5EF4-FFF2-40B4-BE49-F238E27FC236}">
                <ns3:creationId id="{DB5B498F-227B-4394-9583-866AA81EC291}"/>
              </ns1:ext>
            </ns1:extLst>
          </ns0:cNvPr>
          <ns0:cNvSpPr>
            <ns1:spLocks noGrp="1"/>
          </ns0:cNvSpPr>
          <ns0:nvPr/>
        </ns0:nvSpPr>
        <ns0:spPr>
          <ns1:xfrm>
            <ns1:off x="4457700" y="5819775"/>
            <ns1:ext cx="31623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お客様の業務に寄り添う</ns1:t>
            </ns1:r>
          </ns1:p>
          <ns1:p>
            <ns1:pPr algn="ctr">
              <ns1:def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伴走支援</ns1:t>
            </ns1:r>
          </ns1:p>
        </ns0:txBody>
      </ns0:sp>
      <ns0:sp>
        <ns0:nvSpPr>
          <ns0:cNvPr id="48" name="trace:D18:content.auto.34">
            <ns1:extLst>
              <ns1:ext uri="{FF2B5EF4-FFF2-40B4-BE49-F238E27FC236}">
                <ns3:creationId id="{155AE047-4A7F-4240-AFB1-FDE71AA4A1F6}"/>
              </ns1:ext>
            </ns1:extLst>
          </ns0:cNvPr>
          <ns0:cNvSpPr>
            <ns1:spLocks noGrp="1"/>
          </ns0:cNvSpPr>
          <ns0:nvPr/>
        </ns0:nvSpPr>
        <ns0:spPr>
          <ns1:xfrm>
            <ns1:off x="7972425" y="2533650"/>
            <ns1:ext cx="3638550" cy="4000500"/>
          </ns1:xfrm>
          <ns1:prstGeom prst="roundRect">
            <ns1:avLst>
              <ns1:gd name="adj" fmla="val 3141"/>
            </ns1:avLst>
          </ns1:prstGeom>
          <ns1:solidFill>
            <ns1:srgbClr val="F7FAFC"/>
          </ns1:solidFill>
          <ns1:ln w="0">
            <ns1:noFill/>
            <ns1:prstDash val="solid"/>
          </ns1:ln>
        </ns0:spPr>
      </ns0:sp>
      <ns0:sp>
        <ns0:nvSpPr>
          <ns0:cNvPr id="49" name="trace:D18:content.auto.35">
            <ns1:extLst>
              <ns1:ext uri="{FF2B5EF4-FFF2-40B4-BE49-F238E27FC236}">
                <ns3:creationId id="{52F45340-5716-490A-9E90-44B77FFDBD40}"/>
              </ns1:ext>
            </ns1:extLst>
          </ns0:cNvPr>
          <ns0:cNvSpPr>
            <ns1:spLocks noGrp="1"/>
          </ns0:cNvSpPr>
          <ns0:nvPr/>
        </ns0:nvSpPr>
        <ns0:spPr>
          <ns1:xfrm>
            <ns1:off x="8058150" y="2638425"/>
            <ns1:ext cx="781050" cy="552450"/>
          </ns1:xfrm>
          <ns1:custGeom>
            <ns1:pathLst>
              <ns1:path w="781050" h="552450">
                <ns1:moveTo>
                  <ns1:pt x="0" y="0"/>
                </ns1:moveTo>
                <ns1:lnTo>
                  <ns1:pt x="657225" y="0"/>
                </ns1:lnTo>
                <ns1:lnTo>
                  <ns1:pt x="781050" y="276225"/>
                </ns1:lnTo>
                <ns1:lnTo>
                  <ns1:pt x="657225" y="552450"/>
                </ns1:lnTo>
                <ns1:lnTo>
                  <ns1:pt x="0" y="5524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50" name="trace:D18:content.auto.36">
            <ns1:extLst>
              <ns1:ext uri="{FF2B5EF4-FFF2-40B4-BE49-F238E27FC236}">
                <ns3:creationId id="{2B0D049C-F8BA-4BAE-99B3-3E3E8C7A217F}"/>
              </ns1:ext>
            </ns1:extLst>
          </ns0:cNvPr>
          <ns0:cNvSpPr>
            <ns1:spLocks noGrp="1"/>
          </ns0:cNvSpPr>
          <ns0:nvPr/>
        </ns0:nvSpPr>
        <ns0:spPr>
          <ns1:xfrm>
            <ns1:off x="8134350" y="2771775"/>
            <ns1:ext cx="5238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20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03</ns1:t>
            </ns1:r>
          </ns1:p>
        </ns0:txBody>
      </ns0:sp>
      <ns0:sp>
        <ns0:nvSpPr>
          <ns0:cNvPr id="51" name="trace:D18:title.primary.8">
            <ns1:extLst>
              <ns1:ext uri="{FF2B5EF4-FFF2-40B4-BE49-F238E27FC236}">
                <ns3:creationId id="{937B01D6-53D0-44C0-AA9E-EE28630FA95F}"/>
              </ns1:ext>
            </ns1:extLst>
          </ns0:cNvPr>
          <ns0:cNvSpPr>
            <ns1:spLocks noGrp="1"/>
          </ns0:cNvSpPr>
          <ns0:nvPr/>
        </ns0:nvSpPr>
        <ns0:spPr>
          <ns1:xfrm>
            <ns1:off x="8963025" y="2686050"/>
            <ns1:ext cx="2428875" cy="2762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コンテンツ・機能改善</ns1:t>
            </ns1:r>
          </ns1:p>
        </ns0:txBody>
      </ns0:sp>
      <ns0:sp>
        <ns0:nvSpPr>
          <ns0:cNvPr id="52" name="trace:D18:title.primary.9">
            <ns1:extLst>
              <ns1:ext uri="{FF2B5EF4-FFF2-40B4-BE49-F238E27FC236}">
                <ns3:creationId id="{ED45CAC9-F79E-4D8F-B5BF-F0C11FC3958D}"/>
              </ns1:ext>
            </ns1:extLst>
          </ns0:cNvPr>
          <ns0:cNvSpPr>
            <ns1:spLocks noGrp="1"/>
          </ns0:cNvSpPr>
          <ns0:nvPr/>
        </ns0:nvSpPr>
        <ns0:spPr>
          <ns1:xfrm>
            <ns1:off x="8963025" y="3009900"/>
            <ns1:ext cx="2428875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お客様の声をもとに、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継続的に進化します。</ns1:t>
            </ns1:r>
          </ns1:p>
        </ns0:txBody>
      </ns0:sp>
      <ns0:sp>
        <ns0:nvSpPr>
          <ns0:cNvPr id="53" name="trace:D18:content.auto.37">
            <ns1:extLst>
              <ns1:ext uri="{FF2B5EF4-FFF2-40B4-BE49-F238E27FC236}">
                <ns3:creationId id="{892A3BA5-6F33-445B-BAB0-4B7838BE9AC0}"/>
              </ns1:ext>
            </ns1:extLst>
          </ns0:cNvPr>
          <ns0:cNvSpPr>
            <ns1:spLocks noGrp="1"/>
          </ns0:cNvSpPr>
          <ns0:nvPr/>
        </ns0:nvSpPr>
        <ns0:spPr>
          <ns1:xfrm>
            <ns1:off x="9353550" y="3562350"/>
            <ns1:ext cx="876300" cy="87630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54" name="trace:D18:content.auto.38">
            <ns1:extLst>
              <ns1:ext uri="{FF2B5EF4-FFF2-40B4-BE49-F238E27FC236}">
                <ns3:creationId id="{2D8BEE0C-7751-4AC7-9642-0D7E667541CA}"/>
              </ns1:ext>
            </ns1:extLst>
          </ns0:cNvPr>
          <ns0:cNvSpPr>
            <ns1:spLocks noGrp="1"/>
          </ns0:cNvSpPr>
          <ns0:nvPr/>
        </ns0:nvSpPr>
        <ns0:spPr>
          <ns1:xfrm>
            <ns1:off x="9546908" y="3774758"/>
            <ns1:ext cx="461010" cy="461010"/>
          </ns1:xfrm>
          <ns1:custGeom>
            <ns1:pathLst>
              <ns1:path w="461010" h="461010">
                <ns1:moveTo>
                  <ns1:pt x="230505" y="0"/>
                </ns1:moveTo>
                <ns1:lnTo>
                  <ns1:pt x="298668" y="65946"/>
                </ns1:lnTo>
                <ns1:lnTo>
                  <ns1:pt x="393497" y="67513"/>
                </ns1:lnTo>
                <ns1:lnTo>
                  <ns1:pt x="395064" y="162342"/>
                </ns1:lnTo>
                <ns1:lnTo>
                  <ns1:pt x="461010" y="230505"/>
                </ns1:lnTo>
                <ns1:lnTo>
                  <ns1:pt x="395064" y="298668"/>
                </ns1:lnTo>
                <ns1:lnTo>
                  <ns1:pt x="393497" y="393497"/>
                </ns1:lnTo>
                <ns1:lnTo>
                  <ns1:pt x="298668" y="395064"/>
                </ns1:lnTo>
                <ns1:lnTo>
                  <ns1:pt x="230505" y="461010"/>
                </ns1:lnTo>
                <ns1:lnTo>
                  <ns1:pt x="162342" y="395064"/>
                </ns1:lnTo>
                <ns1:lnTo>
                  <ns1:pt x="67513" y="393497"/>
                </ns1:lnTo>
                <ns1:lnTo>
                  <ns1:pt x="65946" y="298668"/>
                </ns1:lnTo>
                <ns1:lnTo>
                  <ns1:pt x="0" y="230505"/>
                </ns1:lnTo>
                <ns1:lnTo>
                  <ns1:pt x="65946" y="162342"/>
                </ns1:lnTo>
                <ns1:lnTo>
                  <ns1:pt x="67513" y="67513"/>
                </ns1:lnTo>
                <ns1:lnTo>
                  <ns1:pt x="162342" y="65946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55" name="trace:D18:content.auto.39">
            <ns1:extLst>
              <ns1:ext uri="{FF2B5EF4-FFF2-40B4-BE49-F238E27FC236}">
                <ns3:creationId id="{6783500B-91ED-46BE-9139-A91E3BB67FBC}"/>
              </ns1:ext>
            </ns1:extLst>
          </ns0:cNvPr>
          <ns0:cNvSpPr>
            <ns1:spLocks noGrp="1"/>
          </ns0:cNvSpPr>
          <ns0:nvPr/>
        </ns0:nvSpPr>
        <ns0:spPr>
          <ns1:xfrm>
            <ns1:off x="9693593" y="3921443"/>
            <ns1:ext cx="167640" cy="16764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56" name="trace:D18:content.auto.40">
            <ns1:extLst>
              <ns1:ext uri="{FF2B5EF4-FFF2-40B4-BE49-F238E27FC236}">
                <ns3:creationId id="{4E8A9A7F-0EDB-49DF-A46E-F25C41E36983}"/>
              </ns1:ext>
            </ns1:extLst>
          </ns0:cNvPr>
          <ns0:cNvSpPr>
            <ns1:spLocks noGrp="1"/>
          </ns0:cNvSpPr>
          <ns0:nvPr/>
        </ns0:nvSpPr>
        <ns0:spPr>
          <ns1:xfrm>
            <ns1:off x="9751219" y="3979069"/>
            <ns1:ext cx="52388" cy="52388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57" name="trace:D18:lead.3">
            <ns1:extLst>
              <ns1:ext uri="{FF2B5EF4-FFF2-40B4-BE49-F238E27FC236}">
                <ns3:creationId id="{F347CD3D-E76A-4CF7-BDA1-4B5C9015A0C2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4486275"/>
            <ns1:ext cx="3295650" cy="981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・業界・業種別のテンプレート追加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・AIモデル・分析機能のアップデート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・新機能の優先開発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・お客様からのフィードバック反映</ns1:t>
            </ns1:r>
          </ns1:p>
        </ns0:txBody>
      </ns0:sp>
      <ns0:sp>
        <ns0:nvSpPr>
          <ns0:cNvPr id="58" name="trace:D18:content.auto.41">
            <ns1:extLst>
              <ns1:ext uri="{FF2B5EF4-FFF2-40B4-BE49-F238E27FC236}">
                <ns3:creationId id="{5DB40BEB-C776-4F87-8388-2D89A1696625}"/>
              </ns1:ext>
            </ns1:extLst>
          </ns0:cNvPr>
          <ns0:cNvSpPr>
            <ns1:spLocks noGrp="1"/>
          </ns0:cNvSpPr>
          <ns0:nvPr/>
        </ns0:nvSpPr>
        <ns0:spPr>
          <ns1:xfrm>
            <ns1:off x="8058150" y="5667375"/>
            <ns1:ext cx="3467100" cy="733425"/>
          </ns1:xfrm>
          <ns1:prstGeom prst="roundRect">
            <ns1:avLst>
              <ns1:gd name="adj" fmla="val 15584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59" name="trace:D18:content.auto.42">
            <ns1:extLst>
              <ns1:ext uri="{FF2B5EF4-FFF2-40B4-BE49-F238E27FC236}">
                <ns3:creationId id="{A606E940-8B22-4D11-B205-59177F838A91}"/>
              </ns1:ext>
            </ns1:extLst>
          </ns0:cNvPr>
          <ns0:cNvSpPr>
            <ns1:spLocks noGrp="1"/>
          </ns0:cNvSpPr>
          <ns0:nvPr/>
        </ns0:nvSpPr>
        <ns0:spPr>
          <ns1:xfrm>
            <ns1:off x="8210550" y="5819775"/>
            <ns1:ext cx="31623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お客様の声で</ns1:t>
            </ns1:r>
          </ns1:p>
          <ns1:p>
            <ns1:pPr algn="ctr">
              <ns1:def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サービスを進化</ns1:t>
            </ns1:r>
          </ns1:p>
        </ns0:txBody>
      </ns0:sp>
      <ns0:sp>
        <ns0:nvSpPr>
          <ns0:cNvPr id="60" name="trace:D18:content.auto.43">
            <ns1:extLst>
              <ns1:ext uri="{FF2B5EF4-FFF2-40B4-BE49-F238E27FC236}">
                <ns3:creationId id="{742E7E64-8FBC-47AA-87DE-BDDB99F18E8D}"/>
              </ns1:ext>
            </ns1:extLst>
          </ns0:cNvPr>
          <ns0:cNvSpPr>
            <ns1:spLocks noGrp="1"/>
          </ns0:cNvSpPr>
          <ns0:nvPr/>
        </ns0:nvSpPr>
        <ns0:spPr>
          <ns1:xfrm>
            <ns1:off x="11725275" y="2533650"/>
            <ns1:ext cx="3638550" cy="4000500"/>
          </ns1:xfrm>
          <ns1:prstGeom prst="roundRect">
            <ns1:avLst>
              <ns1:gd name="adj" fmla="val 3141"/>
            </ns1:avLst>
          </ns1:prstGeom>
          <ns1:solidFill>
            <ns1:srgbClr val="F7FAFC"/>
          </ns1:solidFill>
          <ns1:ln w="0">
            <ns1:noFill/>
            <ns1:prstDash val="solid"/>
          </ns1:ln>
        </ns0:spPr>
      </ns0:sp>
      <ns0:sp>
        <ns0:nvSpPr>
          <ns0:cNvPr id="61" name="trace:D18:content.auto.44">
            <ns1:extLst>
              <ns1:ext uri="{FF2B5EF4-FFF2-40B4-BE49-F238E27FC236}">
                <ns3:creationId id="{0BE40C03-0197-491C-B7D7-2CF4AEA86D3D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0" y="2638425"/>
            <ns1:ext cx="781050" cy="552450"/>
          </ns1:xfrm>
          <ns1:custGeom>
            <ns1:pathLst>
              <ns1:path w="781050" h="552450">
                <ns1:moveTo>
                  <ns1:pt x="0" y="0"/>
                </ns1:moveTo>
                <ns1:lnTo>
                  <ns1:pt x="657225" y="0"/>
                </ns1:lnTo>
                <ns1:lnTo>
                  <ns1:pt x="781050" y="276225"/>
                </ns1:lnTo>
                <ns1:lnTo>
                  <ns1:pt x="657225" y="552450"/>
                </ns1:lnTo>
                <ns1:lnTo>
                  <ns1:pt x="0" y="55245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2" name="trace:D18:content.auto.45">
            <ns1:extLst>
              <ns1:ext uri="{FF2B5EF4-FFF2-40B4-BE49-F238E27FC236}">
                <ns3:creationId id="{67D68B90-E4E4-49AF-90B9-69DC3635A06E}"/>
              </ns1:ext>
            </ns1:extLst>
          </ns0:cNvPr>
          <ns0:cNvSpPr>
            <ns1:spLocks noGrp="1"/>
          </ns0:cNvSpPr>
          <ns0:nvPr/>
        </ns0:nvSpPr>
        <ns0:spPr>
          <ns1:xfrm>
            <ns1:off x="11887200" y="2771775"/>
            <ns1:ext cx="523875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20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20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04</ns1:t>
            </ns1:r>
          </ns1:p>
        </ns0:txBody>
      </ns0:sp>
      <ns0:sp>
        <ns0:nvSpPr>
          <ns0:cNvPr id="63" name="trace:D18:content.auto.46">
            <ns1:extLst>
              <ns1:ext uri="{FF2B5EF4-FFF2-40B4-BE49-F238E27FC236}">
                <ns3:creationId id="{623B47C9-8E95-411E-B2F6-4768744666C6}"/>
              </ns1:ext>
            </ns1:extLst>
          </ns0:cNvPr>
          <ns0:cNvSpPr>
            <ns1:spLocks noGrp="1"/>
          </ns0:cNvSpPr>
          <ns0:nvPr/>
        </ns0:nvSpPr>
        <ns0:spPr>
          <ns1:xfrm>
            <ns1:off x="12715875" y="2686050"/>
            <ns1:ext cx="2428875" cy="2762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定期レビュー</ns1:t>
            </ns1:r>
          </ns1:p>
        </ns0:txBody>
      </ns0:sp>
      <ns0:sp>
        <ns0:nvSpPr>
          <ns0:cNvPr id="64" name="trace:D18:title.primary.10">
            <ns1:extLst>
              <ns1:ext uri="{FF2B5EF4-FFF2-40B4-BE49-F238E27FC236}">
                <ns3:creationId id="{21856A5C-1A1C-4CF9-BF5F-797E5FFE490D}"/>
              </ns1:ext>
            </ns1:extLst>
          </ns0:cNvPr>
          <ns0:cNvSpPr>
            <ns1:spLocks noGrp="1"/>
          </ns0:cNvSpPr>
          <ns0:nvPr/>
        </ns0:nvSpPr>
        <ns0:spPr>
          <ns1:xfrm>
            <ns1:off x="12715875" y="3009900"/>
            <ns1:ext cx="2428875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成果の最大化に向けた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定期的なレビューを実施します。</ns1:t>
            </ns1:r>
          </ns1:p>
        </ns0:txBody>
      </ns0:sp>
      <ns0:sp>
        <ns0:nvSpPr>
          <ns0:cNvPr id="65" name="trace:D18:content.auto.47">
            <ns1:extLst>
              <ns1:ext uri="{FF2B5EF4-FFF2-40B4-BE49-F238E27FC236}">
                <ns3:creationId id="{65E8284B-AE8C-4D9D-A27B-5212B3A54086}"/>
              </ns1:ext>
            </ns1:extLst>
          </ns0:cNvPr>
          <ns0:cNvSpPr>
            <ns1:spLocks noGrp="1"/>
          </ns0:cNvSpPr>
          <ns0:nvPr/>
        </ns0:nvSpPr>
        <ns0:spPr>
          <ns1:xfrm>
            <ns1:off x="13106400" y="3562350"/>
            <ns1:ext cx="876300" cy="876300"/>
          </ns1:xfrm>
          <ns1:prstGeom prst="ellipse">
            <ns1:avLst/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66" name="trace:D18:content.auto.48">
            <ns1:extLst>
              <ns1:ext uri="{FF2B5EF4-FFF2-40B4-BE49-F238E27FC236}">
                <ns3:creationId id="{D7ADB64C-3424-4C82-A8C7-07AA348B1D46}"/>
              </ns1:ext>
            </ns1:extLst>
          </ns0:cNvPr>
          <ns0:cNvSpPr>
            <ns1:spLocks noGrp="1"/>
          </ns0:cNvSpPr>
          <ns0:nvPr/>
        </ns0:nvSpPr>
        <ns0:spPr>
          <ns1:xfrm>
            <ns1:off x="13323951" y="4199382"/>
            <ns1:ext cx="423482" cy="95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67" name="trace:D18:content.auto.49">
            <ns1:extLst>
              <ns1:ext uri="{FF2B5EF4-FFF2-40B4-BE49-F238E27FC236}">
                <ns3:creationId id="{034DEFCD-5C1C-48A4-88BF-67090C3CF536}"/>
              </ns1:ext>
            </ns1:extLst>
          </ns0:cNvPr>
          <ns0:cNvSpPr>
            <ns1:spLocks noGrp="1"/>
          </ns0:cNvSpPr>
          <ns0:nvPr/>
        </ns0:nvSpPr>
        <ns0:spPr>
          <ns1:xfrm>
            <ns1:off x="13356527" y="3830193"/>
            <ns1:ext cx="9525" cy="369189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68" name="trace:D18:content.auto.50">
            <ns1:extLst>
              <ns1:ext uri="{FF2B5EF4-FFF2-40B4-BE49-F238E27FC236}">
                <ns3:creationId id="{72B6C331-123D-48ED-B404-B91BFF4151AF}"/>
              </ns1:ext>
            </ns1:extLst>
          </ns0:cNvPr>
          <ns0:cNvSpPr>
            <ns1:spLocks noGrp="1"/>
          </ns0:cNvSpPr>
          <ns0:nvPr/>
        </ns0:nvSpPr>
        <ns0:spPr>
          <ns1:xfrm>
            <ns1:off x="13410819" y="4036504"/>
            <ns1:ext cx="65151" cy="162877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69" name="trace:D18:content.auto.51">
            <ns1:extLst>
              <ns1:ext uri="{FF2B5EF4-FFF2-40B4-BE49-F238E27FC236}">
                <ns3:creationId id="{F3B2A417-9AC5-48D1-8B6F-352B81560399}"/>
              </ns1:ext>
            </ns1:extLst>
          </ns0:cNvPr>
          <ns0:cNvSpPr>
            <ns1:spLocks noGrp="1"/>
          </ns0:cNvSpPr>
          <ns0:nvPr/>
        </ns0:nvSpPr>
        <ns0:spPr>
          <ns1:xfrm>
            <ns1:off x="13513975" y="3944207"/>
            <ns1:ext cx="65151" cy="255175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0" name="trace:D18:content.auto.52">
            <ns1:extLst>
              <ns1:ext uri="{FF2B5EF4-FFF2-40B4-BE49-F238E27FC236}">
                <ns3:creationId id="{B7661483-8632-4F0F-8A8E-8D0DD1EEABFA}"/>
              </ns1:ext>
            </ns1:extLst>
          </ns0:cNvPr>
          <ns0:cNvSpPr>
            <ns1:spLocks noGrp="1"/>
          </ns0:cNvSpPr>
          <ns0:nvPr/>
        </ns0:nvSpPr>
        <ns0:spPr>
          <ns1:xfrm>
            <ns1:off x="13617130" y="3862769"/>
            <ns1:ext cx="65151" cy="336613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71" name="trace:D18:content.auto.53">
            <ns1:extLst>
              <ns1:ext uri="{FF2B5EF4-FFF2-40B4-BE49-F238E27FC236}">
                <ns3:creationId id="{03806F28-DFC4-498E-94E1-A4E070933200}"/>
              </ns1:ext>
            </ns1:extLst>
          </ns0:cNvPr>
          <ns0:cNvSpPr>
            <ns1:spLocks noGrp="1"/>
          </ns0:cNvSpPr>
          <ns0:nvPr/>
        </ns0:nvSpPr>
        <ns0:spPr>
          <ns1:xfrm>
            <ns1:off x="13405390" y="3786759"/>
            <ns1:ext cx="298609" cy="200882"/>
          </ns1:xfrm>
          <ns1:custGeom>
            <ns1:pathLst>
              <ns1:path w="298609" h="200882">
                <ns1:moveTo>
                  <ns1:pt x="0" y="200882"/>
                </ns1:moveTo>
                <ns1:lnTo>
                  <ns1:pt x="92297" y="130302"/>
                </ns1:lnTo>
                <ns1:lnTo>
                  <ns1:pt x="179165" y="103156"/>
                </ns1:lnTo>
                <ns1:lnTo>
                  <ns1:pt x="298609" y="0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72" name="trace:D18:lead.4">
            <ns1:extLst>
              <ns1:ext uri="{FF2B5EF4-FFF2-40B4-BE49-F238E27FC236}">
                <ns3:creationId id="{E483445D-1476-4C7A-A598-4337F8FCD2E5}"/>
              </ns1:ext>
            </ns1:extLst>
          </ns0:cNvPr>
          <ns0:cNvSpPr>
            <ns1:spLocks noGrp="1"/>
          </ns0:cNvSpPr>
          <ns0:nvPr/>
        </ns0:nvSpPr>
        <ns0:spPr>
          <ns1:xfrm>
            <ns1:off x="11896725" y="4486275"/>
            <ns1:ext cx="3295650" cy="9810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・利用状況・成果指標の確認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・課題の整理と改善施策の提案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・新たな活用領域のご提案</ns1:t>
            </ns1:r>
          </ns1:p>
          <ns1:p>
            <ns1:pPr algn="l">
              <ns1:def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1200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・今後のロードマップの共有</ns1:t>
            </ns1:r>
          </ns1:p>
        </ns0:txBody>
      </ns0:sp>
      <ns0:sp>
        <ns0:nvSpPr>
          <ns0:cNvPr id="73" name="trace:D18:content.auto.54">
            <ns1:extLst>
              <ns1:ext uri="{FF2B5EF4-FFF2-40B4-BE49-F238E27FC236}">
                <ns3:creationId id="{3EF99C05-F3DA-4229-8F22-1148D72B8E8E}"/>
              </ns1:ext>
            </ns1:extLst>
          </ns0:cNvPr>
          <ns0:cNvSpPr>
            <ns1:spLocks noGrp="1"/>
          </ns0:cNvSpPr>
          <ns0:nvPr/>
        </ns0:nvSpPr>
        <ns0:spPr>
          <ns1:xfrm>
            <ns1:off x="11811000" y="5667375"/>
            <ns1:ext cx="3467100" cy="733425"/>
          </ns1:xfrm>
          <ns1:prstGeom prst="roundRect">
            <ns1:avLst>
              <ns1:gd name="adj" fmla="val 15584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74" name="trace:D18:content.auto.55">
            <ns1:extLst>
              <ns1:ext uri="{FF2B5EF4-FFF2-40B4-BE49-F238E27FC236}">
                <ns3:creationId id="{53C50376-2B32-4CB4-84CA-CE0CAAD7E6F4}"/>
              </ns1:ext>
            </ns1:extLst>
          </ns0:cNvPr>
          <ns0:cNvSpPr>
            <ns1:spLocks noGrp="1"/>
          </ns0:cNvSpPr>
          <ns0:nvPr/>
        </ns0:nvSpPr>
        <ns0:spPr>
          <ns1:xfrm>
            <ns1:off x="11963400" y="5819775"/>
            <ns1:ext cx="3162300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継続的な成果創出に向けた</ns1:t>
            </ns1:r>
          </ns1:p>
          <ns1:p>
            <ns1:pPr algn="ctr">
              <ns1:def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1500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戦略的なレビュー</ns1:t>
            </ns1:r>
          </ns1:p>
        </ns0:txBody>
      </ns0:sp>
      <ns0:sp>
        <ns0:nvSpPr>
          <ns0:cNvPr id="75" name="trace:D18:content.auto.56">
            <ns1:extLst>
              <ns1:ext uri="{FF2B5EF4-FFF2-40B4-BE49-F238E27FC236}">
                <ns3:creationId id="{346DE1F5-12FB-4A6B-ABA3-5AA54F496CC7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6686550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76" name="trace:D18:content.auto.57">
            <ns1:extLst>
              <ns1:ext uri="{FF2B5EF4-FFF2-40B4-BE49-F238E27FC236}">
                <ns3:creationId id="{967F4EE6-8252-433F-A4A5-AA7CEF7D1133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6581775"/>
            <ns1:ext cx="2095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サポート窓口</ns1:t>
            </ns1:r>
          </ns1:p>
        </ns0:txBody>
      </ns0:sp>
      <ns0:sp>
        <ns0:nvSpPr>
          <ns0:cNvPr id="77" name="trace:D18:content.auto.58">
            <ns1:extLst>
              <ns1:ext uri="{FF2B5EF4-FFF2-40B4-BE49-F238E27FC236}">
                <ns3:creationId id="{5D6BD55B-9449-4E14-907C-C18C23AC1001}"/>
              </ns1:ext>
            </ns1:extLst>
          </ns0:cNvPr>
          <ns0:cNvSpPr>
            <ns1:spLocks noGrp="1"/>
          </ns0:cNvSpPr>
          <ns0:nvPr/>
        </ns0:nvSpPr>
        <ns0:spPr>
          <ns1:xfrm>
            <ns1:off x="466725" y="6962775"/>
            <ns1:ext cx="4657725" cy="1152525"/>
          </ns1:xfrm>
          <ns1:prstGeom prst="roundRect">
            <ns1:avLst>
              <ns1:gd name="adj" fmla="val 9917"/>
            </ns1:avLst>
          </ns1:pr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78" name="trace:D18:content.auto.59">
            <ns1:extLst>
              <ns1:ext uri="{FF2B5EF4-FFF2-40B4-BE49-F238E27FC236}">
                <ns3:creationId id="{C149924E-DAAB-49CD-9092-2CF2CA9C7E13}"/>
              </ns1:ext>
            </ns1:extLst>
          </ns0:cNvPr>
          <ns0:cNvSpPr>
            <ns1:spLocks noGrp="1"/>
          </ns0:cNvSpPr>
          <ns0:nvPr/>
        </ns0:nvSpPr>
        <ns0:spPr>
          <ns1:xfrm>
            <ns1:off x="641033" y="7235095"/>
            <ns1:ext cx="251460" cy="169736"/>
          </ns1:xfrm>
          <ns1:prstGeom prst="rect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79" name="trace:D18:content.auto.60">
            <ns1:extLst>
              <ns1:ext uri="{FF2B5EF4-FFF2-40B4-BE49-F238E27FC236}">
                <ns3:creationId id="{3410A2AC-DD07-41A5-8C84-8B4C425E9AE5}"/>
              </ns1:ext>
            </ns1:extLst>
          </ns0:cNvPr>
          <ns0:cNvSpPr>
            <ns1:spLocks noGrp="1"/>
          </ns0:cNvSpPr>
          <ns0:nvPr/>
        </ns0:nvSpPr>
        <ns0:spPr>
          <ns1:xfrm>
            <ns1:off x="647319" y="7241381"/>
            <ns1:ext cx="238887" cy="97441"/>
          </ns1:xfrm>
          <ns1:custGeom>
            <ns1:pathLst>
              <ns1:path w="238887" h="97441">
                <ns1:moveTo>
                  <ns1:pt x="0" y="0"/>
                </ns1:moveTo>
                <ns1:lnTo>
                  <ns1:pt x="119444" y="97441"/>
                </ns1:lnTo>
                <ns1:lnTo>
                  <ns1:pt x="238887" y="0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0" name="trace:D18:content.auto.61">
            <ns1:extLst>
              <ns1:ext uri="{FF2B5EF4-FFF2-40B4-BE49-F238E27FC236}">
                <ns3:creationId id="{0C363C5B-6BBA-4BC1-8132-95604B760B59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7143750"/>
            <ns1:ext cx="106680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メールサポート</ns1:t>
            </ns1:r>
          </ns1:p>
        </ns0:txBody>
      </ns0:sp>
      <ns0:sp>
        <ns0:nvSpPr>
          <ns0:cNvPr id="81" name="trace:D18:content.auto.62">
            <ns1:extLst>
              <ns1:ext uri="{FF2B5EF4-FFF2-40B4-BE49-F238E27FC236}">
                <ns3:creationId id="{8E52CBC7-6D89-49B6-89FC-139F3E67B4E1}"/>
              </ns1:ext>
            </ns1:extLst>
          </ns0:cNvPr>
          <ns0:cNvSpPr>
            <ns1:spLocks noGrp="1"/>
          </ns0:cNvSpPr>
          <ns0:nvPr/>
        </ns0:nvSpPr>
        <ns0:spPr>
          <ns1:xfrm>
            <ns1:off x="990600" y="7400925"/>
            <ns1:ext cx="11049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88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88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（平日 9:00-18:00）</ns1:t>
            </ns1:r>
          </ns1:p>
          <ns1:p>
            <ns1:pPr algn="l">
              <ns1:defRPr sz="788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88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通常1営業日以内に回答</ns1:t>
            </ns1:r>
          </ns1:p>
        </ns0:txBody>
      </ns0:sp>
      <ns0:sp>
        <ns0:nvSpPr>
          <ns0:cNvPr id="82" name="trace:D18:content.auto.63">
            <ns1:extLst>
              <ns1:ext uri="{FF2B5EF4-FFF2-40B4-BE49-F238E27FC236}">
                <ns3:creationId id="{0644F827-5457-4AAC-A103-499F33F0C410}"/>
              </ns1:ext>
            </ns1:extLst>
          </ns0:cNvPr>
          <ns0:cNvSpPr>
            <ns1:spLocks noGrp="1"/>
          </ns0:cNvSpPr>
          <ns0:nvPr/>
        </ns0:nvSpPr>
        <ns0:spPr>
          <ns1:xfrm>
            <ns1:off x="2129885" y="7187946"/>
            <ns1:ext cx="229457" cy="226314"/>
          </ns1:xfrm>
          <ns1:custGeom>
            <ns1:pathLst>
              <ns1:path w="229457" h="226314">
                <ns1:moveTo>
                  <ns1:pt x="31432" y="31433"/>
                </ns1:moveTo>
                <ns1:lnTo>
                  <ns1:pt x="78581" y="0"/>
                </ns1:lnTo>
                <ns1:lnTo>
                  <ns1:pt x="128873" y="53435"/>
                </ns1:lnTo>
                <ns1:lnTo>
                  <ns1:pt x="97441" y="94297"/>
                </ns1:lnTo>
                <ns1:lnTo>
                  <ns1:pt x="141446" y="150876"/>
                </ns1:lnTo>
                <ns1:lnTo>
                  <ns1:pt x="176022" y="122587"/>
                </ns1:lnTo>
                <ns1:lnTo>
                  <ns1:pt x="229457" y="179165"/>
                </ns1:lnTo>
                <ns1:lnTo>
                  <ns1:pt x="198025" y="226314"/>
                </ns1:lnTo>
                <ns1:lnTo>
                  <ns1:pt x="135160" y="223171"/>
                </ns1:lnTo>
                <ns1:lnTo>
                  <ns1:pt x="47149" y="144590"/>
                </ns1:lnTo>
                <ns1:lnTo>
                  <ns1:pt x="0" y="75438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3" name="trace:D18:content.auto.64">
            <ns1:extLst>
              <ns1:ext uri="{FF2B5EF4-FFF2-40B4-BE49-F238E27FC236}">
                <ns3:creationId id="{4A168AFC-798C-452F-96FD-0831955CB141}"/>
              </ns1:ext>
            </ns1:extLst>
          </ns0:cNvPr>
          <ns0:cNvSpPr>
            <ns1:spLocks noGrp="1"/>
          </ns0:cNvSpPr>
          <ns0:nvPr/>
        </ns0:nvSpPr>
        <ns0:spPr>
          <ns1:xfrm>
            <ns1:off x="2457450" y="7143750"/>
            <ns1:ext cx="106680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電話サポート</ns1:t>
            </ns1:r>
          </ns1:p>
        </ns0:txBody>
      </ns0:sp>
      <ns0:sp>
        <ns0:nvSpPr>
          <ns0:cNvPr id="84" name="trace:D18:content.auto.65">
            <ns1:extLst>
              <ns1:ext uri="{FF2B5EF4-FFF2-40B4-BE49-F238E27FC236}">
                <ns3:creationId id="{8F423B94-0A63-490E-9226-1B5945C3B9F1}"/>
              </ns1:ext>
            </ns1:extLst>
          </ns0:cNvPr>
          <ns0:cNvSpPr>
            <ns1:spLocks noGrp="1"/>
          </ns0:cNvSpPr>
          <ns0:nvPr/>
        </ns0:nvSpPr>
        <ns0:spPr>
          <ns1:xfrm>
            <ns1:off x="2457450" y="7400925"/>
            <ns1:ext cx="11049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88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88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（平日 9:00-18:00）</ns1:t>
            </ns1:r>
          </ns1:p>
          <ns1:p>
            <ns1:pPr algn="l">
              <ns1:defRPr sz="788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88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緊急時は優先対応</ns1:t>
            </ns1:r>
          </ns1:p>
        </ns0:txBody>
      </ns0:sp>
      <ns0:sp>
        <ns0:nvSpPr>
          <ns0:cNvPr id="85" name="trace:D18:content.auto.66">
            <ns1:extLst>
              <ns1:ext uri="{FF2B5EF4-FFF2-40B4-BE49-F238E27FC236}">
                <ns3:creationId id="{DCB3FFF0-D87D-4759-AAFB-5D693BF0F8B7}"/>
              </ns1:ext>
            </ns1:extLst>
          </ns0:cNvPr>
          <ns0:cNvSpPr>
            <ns1:spLocks noGrp="1"/>
          </ns0:cNvSpPr>
          <ns0:nvPr/>
        </ns0:nvSpPr>
        <ns0:spPr>
          <ns1:xfrm>
            <ns1:off x="3587496" y="7213092"/>
            <ns1:ext cx="163449" cy="12573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6" name="trace:D18:content.auto.67">
            <ns1:extLst>
              <ns1:ext uri="{FF2B5EF4-FFF2-40B4-BE49-F238E27FC236}">
                <ns3:creationId id="{DF28616D-1272-40A4-B40F-C16953CBC5AA}"/>
              </ns1:ext>
            </ns1:extLst>
          </ns0:cNvPr>
          <ns0:cNvSpPr>
            <ns1:spLocks noGrp="1"/>
          </ns0:cNvSpPr>
          <ns0:nvPr/>
        </ns0:nvSpPr>
        <ns0:spPr>
          <ns1:xfrm>
            <ns1:off x="3618929" y="7326249"/>
            <ns1:ext cx="53435" cy="50292"/>
          </ns1:xfrm>
          <ns1:custGeom>
            <ns1:pathLst>
              <ns1:path w="53435" h="50292">
                <ns1:moveTo>
                  <ns1:pt x="12573" y="0"/>
                </ns1:moveTo>
                <ns1:lnTo>
                  <ns1:pt x="0" y="50292"/>
                </ns1:lnTo>
                <ns1:lnTo>
                  <ns1:pt x="53435" y="12573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7" name="trace:D18:content.auto.68">
            <ns1:extLst>
              <ns1:ext uri="{FF2B5EF4-FFF2-40B4-BE49-F238E27FC236}">
                <ns3:creationId id="{75BCF3C3-4D11-4CE1-ACC9-81A5D5525A98}"/>
              </ns1:ext>
            </ns1:extLst>
          </ns0:cNvPr>
          <ns0:cNvSpPr>
            <ns1:spLocks noGrp="1"/>
          </ns0:cNvSpPr>
          <ns0:nvPr/>
        </ns0:nvSpPr>
        <ns0:spPr>
          <ns1:xfrm>
            <ns1:off x="3688080" y="7269671"/>
            <ns1:ext cx="163449" cy="12573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8" name="trace:D18:content.auto.69">
            <ns1:extLst>
              <ns1:ext uri="{FF2B5EF4-FFF2-40B4-BE49-F238E27FC236}">
                <ns3:creationId id="{612469F0-51B0-4077-9CEF-15613AF7872D}"/>
              </ns1:ext>
            </ns1:extLst>
          </ns0:cNvPr>
          <ns0:cNvSpPr>
            <ns1:spLocks noGrp="1"/>
          </ns0:cNvSpPr>
          <ns0:nvPr/>
        </ns0:nvSpPr>
        <ns0:spPr>
          <ns1:xfrm>
            <ns1:off x="3779234" y="7367111"/>
            <ns1:ext cx="31433" cy="53435"/>
          </ns1:xfrm>
          <ns1:custGeom>
            <ns1:pathLst>
              <ns1:path w="31433" h="53435">
                <ns1:moveTo>
                  <ns1:pt x="0" y="15716"/>
                </ns1:moveTo>
                <ns1:lnTo>
                  <ns1:pt x="31433" y="53435"/>
                </ns1:lnTo>
                <ns1:lnTo>
                  <ns1:pt x="22003" y="0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89" name="trace:D18:content.auto.70">
            <ns1:extLst>
              <ns1:ext uri="{FF2B5EF4-FFF2-40B4-BE49-F238E27FC236}">
                <ns3:creationId id="{78070562-F088-4BB7-86F3-2C582FE1D850}"/>
              </ns1:ext>
            </ns1:extLst>
          </ns0:cNvPr>
          <ns0:cNvSpPr>
            <ns1:spLocks noGrp="1"/>
          </ns0:cNvSpPr>
          <ns0:nvPr/>
        </ns0:nvSpPr>
        <ns0:spPr>
          <ns1:xfrm>
            <ns1:off x="3943350" y="7143750"/>
            <ns1:ext cx="106680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9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チャットサポート</ns1:t>
            </ns1:r>
          </ns1:p>
        </ns0:txBody>
      </ns0:sp>
      <ns0:sp>
        <ns0:nvSpPr>
          <ns0:cNvPr id="90" name="trace:D18:content.auto.71">
            <ns1:extLst>
              <ns1:ext uri="{FF2B5EF4-FFF2-40B4-BE49-F238E27FC236}">
                <ns3:creationId id="{17D358EF-A865-40D8-BE08-FFD09A84BE80}"/>
              </ns1:ext>
            </ns1:extLst>
          </ns0:cNvPr>
          <ns0:cNvSpPr>
            <ns1:spLocks noGrp="1"/>
          </ns0:cNvSpPr>
          <ns0:nvPr/>
        </ns0:nvSpPr>
        <ns0:spPr>
          <ns1:xfrm>
            <ns1:off x="3943350" y="7400925"/>
            <ns1:ext cx="1104900" cy="342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lIns="0" tIns="0" rIns="0" bIns="0" anchor="t">
            <ns1:noAutofit/>
          </ns1:bodyPr>
          <ns1:lstStyle/>
          <ns1:p>
            <ns1:pPr algn="l">
              <ns1:defRPr sz="788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88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（平日 9:00-18:00）</ns1:t>
            </ns1:r>
          </ns1:p>
          <ns1:p>
            <ns1:pPr algn="l">
              <ns1:defRPr sz="788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788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気軽にご相談可能</ns1:t>
            </ns1:r>
          </ns1:p>
        </ns0:txBody>
      </ns0:sp>
      <ns0:sp>
        <ns0:nvSpPr>
          <ns0:cNvPr id="91" name="trace:D18:content.auto.72">
            <ns1:extLst>
              <ns1:ext uri="{FF2B5EF4-FFF2-40B4-BE49-F238E27FC236}">
                <ns3:creationId id="{24E67558-FE10-4A1C-93CE-74E75D4653A7}"/>
              </ns1:ext>
            </ns1:extLst>
          </ns0:cNvPr>
          <ns0:cNvSpPr>
            <ns1:spLocks noGrp="1"/>
          </ns0:cNvSpPr>
          <ns0:nvPr/>
        </ns0:nvSpPr>
        <ns0:spPr>
          <ns1:xfrm>
            <ns1:off x="5353050" y="6686550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92" name="trace:D18:content.auto.73">
            <ns1:extLst>
              <ns1:ext uri="{FF2B5EF4-FFF2-40B4-BE49-F238E27FC236}">
                <ns3:creationId id="{A9F1AB51-D142-498D-9244-EDA6C67B4CA6}"/>
              </ns1:ext>
            </ns1:extLst>
          </ns0:cNvPr>
          <ns0:cNvSpPr>
            <ns1:spLocks noGrp="1"/>
          </ns0:cNvSpPr>
          <ns0:nvPr/>
        </ns0:nvSpPr>
        <ns0:spPr>
          <ns1:xfrm>
            <ns1:off x="5667375" y="6581775"/>
            <ns1:ext cx="2857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サポートレベル（SLA）</ns1:t>
            </ns1:r>
          </ns1:p>
        </ns0:txBody>
      </ns0:sp>
      <ns0:sp>
        <ns0:nvSpPr>
          <ns0:cNvPr id="93" name="trace:D18:content.auto.74">
            <ns1:extLst>
              <ns1:ext uri="{FF2B5EF4-FFF2-40B4-BE49-F238E27FC236}">
                <ns3:creationId id="{10A5D600-4BF8-4A79-BF36-0A05BE90DD9D}"/>
              </ns1:ext>
            </ns1:extLst>
          </ns0:cNvPr>
          <ns0:cNvSpPr>
            <ns1:spLocks noGrp="1"/>
          </ns0:cNvSpPr>
          <ns0:nvPr/>
        </ns0:nvSpPr>
        <ns0:spPr>
          <ns1:xfrm>
            <ns1:off x="5353050" y="6962775"/>
            <ns1:ext cx="1524000" cy="295275"/>
          </ns1:xfrm>
          <ns1:prstGeom prst="rect">
            <ns1:avLst/>
          </ns1:prstGeom>
          <ns1:solidFill>
            <ns1:srgbClr val="20324B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94" name="trace:D18:content.auto.75">
            <ns1:extLst>
              <ns1:ext uri="{FF2B5EF4-FFF2-40B4-BE49-F238E27FC236}">
                <ns3:creationId id="{91BE4C38-45A9-46C8-BC36-E1866A32DA93}"/>
              </ns1:ext>
            </ns1:extLst>
          </ns0:cNvPr>
          <ns0:cNvSpPr>
            <ns1:spLocks noGrp="1"/>
          </ns0:cNvSpPr>
          <ns0:nvPr/>
        </ns0:nvSpPr>
        <ns0:spPr>
          <ns1:xfrm>
            <ns1:off x="5353050" y="7038975"/>
            <ns1:ext cx="15240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区分</ns1:t>
            </ns1:r>
          </ns1:p>
        </ns0:txBody>
      </ns0:sp>
      <ns0:sp>
        <ns0:nvSpPr>
          <ns0:cNvPr id="95" name="trace:D18:content.auto.76">
            <ns1:extLst>
              <ns1:ext uri="{FF2B5EF4-FFF2-40B4-BE49-F238E27FC236}">
                <ns3:creationId id="{15300BBE-9B5E-488E-9F4A-1F2D32526C75}"/>
              </ns1:ext>
            </ns1:extLst>
          </ns0:cNvPr>
          <ns0:cNvSpPr>
            <ns1:spLocks noGrp="1"/>
          </ns0:cNvSpPr>
          <ns0:nvPr/>
        </ns0:nvSpPr>
        <ns0:spPr>
          <ns1:xfrm>
            <ns1:off x="6877050" y="6962775"/>
            <ns1:ext cx="1066800" cy="295275"/>
          </ns1:xfrm>
          <ns1:prstGeom prst="rect">
            <ns1:avLst/>
          </ns1:prstGeom>
          <ns1:solidFill>
            <ns1:srgbClr val="20324B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96" name="trace:D18:content.auto.77">
            <ns1:extLst>
              <ns1:ext uri="{FF2B5EF4-FFF2-40B4-BE49-F238E27FC236}">
                <ns3:creationId id="{2793FD1A-F121-4788-9ED8-0F1BF40729E7}"/>
              </ns1:ext>
            </ns1:extLst>
          </ns0:cNvPr>
          <ns0:cNvSpPr>
            <ns1:spLocks noGrp="1"/>
          </ns0:cNvSpPr>
          <ns0:nvPr/>
        </ns0:nvSpPr>
        <ns0:spPr>
          <ns1:xfrm>
            <ns1:off x="6877050" y="7038975"/>
            <ns1:ext cx="10668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対応時間</ns1:t>
            </ns1:r>
          </ns1:p>
        </ns0:txBody>
      </ns0:sp>
      <ns0:sp>
        <ns0:nvSpPr>
          <ns0:cNvPr id="97" name="trace:D18:content.auto.78">
            <ns1:extLst>
              <ns1:ext uri="{FF2B5EF4-FFF2-40B4-BE49-F238E27FC236}">
                <ns3:creationId id="{AE72FA07-5167-4CA5-BA60-E5D045118F16}"/>
              </ns1:ext>
            </ns1:extLst>
          </ns0:cNvPr>
          <ns0:cNvSpPr>
            <ns1:spLocks noGrp="1"/>
          </ns0:cNvSpPr>
          <ns0:nvPr/>
        </ns0:nvSpPr>
        <ns0:spPr>
          <ns1:xfrm>
            <ns1:off x="7943850" y="6962775"/>
            <ns1:ext cx="1066800" cy="295275"/>
          </ns1:xfrm>
          <ns1:prstGeom prst="rect">
            <ns1:avLst/>
          </ns1:prstGeom>
          <ns1:solidFill>
            <ns1:srgbClr val="20324B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98" name="trace:D18:content.auto.79">
            <ns1:extLst>
              <ns1:ext uri="{FF2B5EF4-FFF2-40B4-BE49-F238E27FC236}">
                <ns3:creationId id="{D250061C-DF60-4082-B0A1-0378E2A0FAD9}"/>
              </ns1:ext>
            </ns1:extLst>
          </ns0:cNvPr>
          <ns0:cNvSpPr>
            <ns1:spLocks noGrp="1"/>
          </ns0:cNvSpPr>
          <ns0:nvPr/>
        </ns0:nvSpPr>
        <ns0:spPr>
          <ns1:xfrm>
            <ns1:off x="7943850" y="7038975"/>
            <ns1:ext cx="1066800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初期応答</ns1:t>
            </ns1:r>
          </ns1:p>
        </ns0:txBody>
      </ns0:sp>
      <ns0:sp>
        <ns0:nvSpPr>
          <ns0:cNvPr id="99" name="trace:D18:content.auto.80">
            <ns1:extLst>
              <ns1:ext uri="{FF2B5EF4-FFF2-40B4-BE49-F238E27FC236}">
                <ns3:creationId id="{6F72C18D-605D-4233-8EA4-848147721BF0}"/>
              </ns1:ext>
            </ns1:extLst>
          </ns0:cNvPr>
          <ns0:cNvSpPr>
            <ns1:spLocks noGrp="1"/>
          </ns0:cNvSpPr>
          <ns0:nvPr/>
        </ns0:nvSpPr>
        <ns0:spPr>
          <ns1:xfrm>
            <ns1:off x="9010650" y="6962775"/>
            <ns1:ext cx="942975" cy="295275"/>
          </ns1:xfrm>
          <ns1:prstGeom prst="rect">
            <ns1:avLst/>
          </ns1:prstGeom>
          <ns1:solidFill>
            <ns1:srgbClr val="20324B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100" name="trace:D18:content.auto.81">
            <ns1:extLst>
              <ns1:ext uri="{FF2B5EF4-FFF2-40B4-BE49-F238E27FC236}">
                <ns3:creationId id="{78E3D001-9106-4CA9-B12C-07DFF1A7464C}"/>
              </ns1:ext>
            </ns1:extLst>
          </ns0:cNvPr>
          <ns0:cNvSpPr>
            <ns1:spLocks noGrp="1"/>
          </ns0:cNvSpPr>
          <ns0:nvPr/>
        </ns0:nvSpPr>
        <ns0:spPr>
          <ns1:xfrm>
            <ns1:off x="9010650" y="7038975"/>
            <ns1:ext cx="942975" cy="1714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97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解決目安</ns1:t>
            </ns1:r>
          </ns1:p>
        </ns0:txBody>
      </ns0:sp>
      <ns0:sp>
        <ns0:nvSpPr>
          <ns0:cNvPr id="101" name="trace:D18:content.auto.82">
            <ns1:extLst>
              <ns1:ext uri="{FF2B5EF4-FFF2-40B4-BE49-F238E27FC236}">
                <ns3:creationId id="{FB3672E0-D35E-4145-B768-ABAE11F5C49B}"/>
              </ns1:ext>
            </ns1:extLst>
          </ns0:cNvPr>
          <ns0:cNvSpPr>
            <ns1:spLocks noGrp="1"/>
          </ns0:cNvSpPr>
          <ns0:nvPr/>
        </ns0:nvSpPr>
        <ns0:spPr>
          <ns1:xfrm>
            <ns1:off x="5353050" y="7258050"/>
            <ns1:ext cx="1524000" cy="285750"/>
          </ns1:xfrm>
          <ns1:prstGeom prst="rect">
            <ns1:avLst/>
          </ns1:prstGeom>
          <ns1:solidFill>
            <ns1:srgbClr val="FFF0F1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02" name="trace:D18:content.auto.83">
            <ns1:extLst>
              <ns1:ext uri="{FF2B5EF4-FFF2-40B4-BE49-F238E27FC236}">
                <ns3:creationId id="{C5BBE2EF-123B-4825-9EA7-E14745AA1C0F}"/>
              </ns1:ext>
            </ns1:extLst>
          </ns0:cNvPr>
          <ns0:cNvSpPr>
            <ns1:spLocks noGrp="1"/>
          </ns0:cNvSpPr>
          <ns0:nvPr/>
        </ns0:nvSpPr>
        <ns0:spPr>
          <ns1:xfrm>
            <ns1:off x="5391150" y="7334250"/>
            <ns1:ext cx="144780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8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8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緊急（システム停止）</ns1:t>
            </ns1:r>
          </ns1:p>
        </ns0:txBody>
      </ns0:sp>
      <ns0:sp>
        <ns0:nvSpPr>
          <ns0:cNvPr id="103" name="trace:D18:content.auto.84">
            <ns1:extLst>
              <ns1:ext uri="{FF2B5EF4-FFF2-40B4-BE49-F238E27FC236}">
                <ns3:creationId id="{5941C644-53A0-43CC-B863-DA3BE242F67C}"/>
              </ns1:ext>
            </ns1:extLst>
          </ns0:cNvPr>
          <ns0:cNvSpPr>
            <ns1:spLocks noGrp="1"/>
          </ns0:cNvSpPr>
          <ns0:nvPr/>
        </ns0:nvSpPr>
        <ns0:spPr>
          <ns1:xfrm>
            <ns1:off x="6877050" y="7258050"/>
            <ns1:ext cx="1066800" cy="285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04" name="trace:D18:content.auto.85">
            <ns1:extLst>
              <ns1:ext uri="{FF2B5EF4-FFF2-40B4-BE49-F238E27FC236}">
                <ns3:creationId id="{6A806DB9-AA18-4A3E-B4DE-1B36201B4FE4}"/>
              </ns1:ext>
            </ns1:extLst>
          </ns0:cNvPr>
          <ns0:cNvSpPr>
            <ns1:spLocks noGrp="1"/>
          </ns0:cNvSpPr>
          <ns0:nvPr/>
        </ns0:nvSpPr>
        <ns0:spPr>
          <ns1:xfrm>
            <ns1:off x="6915150" y="7334250"/>
            <ns1:ext cx="99060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平日 9:00-18:00</ns1:t>
            </ns1:r>
          </ns1:p>
        </ns0:txBody>
      </ns0:sp>
      <ns0:sp>
        <ns0:nvSpPr>
          <ns0:cNvPr id="105" name="trace:D18:content.auto.86">
            <ns1:extLst>
              <ns1:ext uri="{FF2B5EF4-FFF2-40B4-BE49-F238E27FC236}">
                <ns3:creationId id="{F4754B16-8C20-46B2-8B2D-EEB6D7C61495}"/>
              </ns1:ext>
            </ns1:extLst>
          </ns0:cNvPr>
          <ns0:cNvSpPr>
            <ns1:spLocks noGrp="1"/>
          </ns0:cNvSpPr>
          <ns0:nvPr/>
        </ns0:nvSpPr>
        <ns0:spPr>
          <ns1:xfrm>
            <ns1:off x="7943850" y="7258050"/>
            <ns1:ext cx="1066800" cy="285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06" name="trace:D18:content.auto.87">
            <ns1:extLst>
              <ns1:ext uri="{FF2B5EF4-FFF2-40B4-BE49-F238E27FC236}">
                <ns3:creationId id="{55652358-8ABB-4E94-A6B8-59837B148F7A}"/>
              </ns1:ext>
            </ns1:extLst>
          </ns0:cNvPr>
          <ns0:cNvSpPr>
            <ns1:spLocks noGrp="1"/>
          </ns0:cNvSpPr>
          <ns0:nvPr/>
        </ns0:nvSpPr>
        <ns0:spPr>
          <ns1:xfrm>
            <ns1:off x="7981950" y="7334250"/>
            <ns1:ext cx="99060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1時間以内</ns1:t>
            </ns1:r>
          </ns1:p>
        </ns0:txBody>
      </ns0:sp>
      <ns0:sp>
        <ns0:nvSpPr>
          <ns0:cNvPr id="107" name="trace:D18:content.auto.88">
            <ns1:extLst>
              <ns1:ext uri="{FF2B5EF4-FFF2-40B4-BE49-F238E27FC236}">
                <ns3:creationId id="{348049D9-5508-4B44-A538-2BBDE56321F5}"/>
              </ns1:ext>
            </ns1:extLst>
          </ns0:cNvPr>
          <ns0:cNvSpPr>
            <ns1:spLocks noGrp="1"/>
          </ns0:cNvSpPr>
          <ns0:nvPr/>
        </ns0:nvSpPr>
        <ns0:spPr>
          <ns1:xfrm>
            <ns1:off x="9010650" y="7258050"/>
            <ns1:ext cx="942975" cy="285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08" name="trace:D18:content.auto.89">
            <ns1:extLst>
              <ns1:ext uri="{FF2B5EF4-FFF2-40B4-BE49-F238E27FC236}">
                <ns3:creationId id="{CC88835E-71BB-455A-A221-B6C85FB6453C}"/>
              </ns1:ext>
            </ns1:extLst>
          </ns0:cNvPr>
          <ns0:cNvSpPr>
            <ns1:spLocks noGrp="1"/>
          </ns0:cNvSpPr>
          <ns0:nvPr/>
        </ns0:nvSpPr>
        <ns0:spPr>
          <ns1:xfrm>
            <ns1:off x="9048750" y="7334250"/>
            <ns1:ext cx="866775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当日中</ns1:t>
            </ns1:r>
          </ns1:p>
        </ns0:txBody>
      </ns0:sp>
      <ns0:sp>
        <ns0:nvSpPr>
          <ns0:cNvPr id="109" name="trace:D18:content.auto.90">
            <ns1:extLst>
              <ns1:ext uri="{FF2B5EF4-FFF2-40B4-BE49-F238E27FC236}">
                <ns3:creationId id="{FA45C0CC-5C9B-478D-8E3A-42F23CDC3B49}"/>
              </ns1:ext>
            </ns1:extLst>
          </ns0:cNvPr>
          <ns0:cNvSpPr>
            <ns1:spLocks noGrp="1"/>
          </ns0:cNvSpPr>
          <ns0:nvPr/>
        </ns0:nvSpPr>
        <ns0:spPr>
          <ns1:xfrm>
            <ns1:off x="5353050" y="7543800"/>
            <ns1:ext cx="1524000" cy="285750"/>
          </ns1:xfrm>
          <ns1:prstGeom prst="rect">
            <ns1:avLst/>
          </ns1:prstGeom>
          <ns1:solidFill>
            <ns1:srgbClr val="FFF6F6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10" name="trace:D18:content.auto.91">
            <ns1:extLst>
              <ns1:ext uri="{FF2B5EF4-FFF2-40B4-BE49-F238E27FC236}">
                <ns3:creationId id="{B4C749EC-A147-4B66-8FB3-AB8FC8B64672}"/>
              </ns1:ext>
            </ns1:extLst>
          </ns0:cNvPr>
          <ns0:cNvSpPr>
            <ns1:spLocks noGrp="1"/>
          </ns0:cNvSpPr>
          <ns0:nvPr/>
        </ns0:nvSpPr>
        <ns0:spPr>
          <ns1:xfrm>
            <ns1:off x="5391150" y="7620000"/>
            <ns1:ext cx="144780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8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8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重要（機能に大きな影響）</ns1:t>
            </ns1:r>
          </ns1:p>
        </ns0:txBody>
      </ns0:sp>
      <ns0:sp>
        <ns0:nvSpPr>
          <ns0:cNvPr id="111" name="trace:D18:content.auto.92">
            <ns1:extLst>
              <ns1:ext uri="{FF2B5EF4-FFF2-40B4-BE49-F238E27FC236}">
                <ns3:creationId id="{E94A695E-79F6-4D55-A7A8-D0EC26CE92CC}"/>
              </ns1:ext>
            </ns1:extLst>
          </ns0:cNvPr>
          <ns0:cNvSpPr>
            <ns1:spLocks noGrp="1"/>
          </ns0:cNvSpPr>
          <ns0:nvPr/>
        </ns0:nvSpPr>
        <ns0:spPr>
          <ns1:xfrm>
            <ns1:off x="6877050" y="7543800"/>
            <ns1:ext cx="1066800" cy="285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12" name="trace:D18:content.auto.93">
            <ns1:extLst>
              <ns1:ext uri="{FF2B5EF4-FFF2-40B4-BE49-F238E27FC236}">
                <ns3:creationId id="{0EF93AED-1397-48B8-9B07-C51731DFF637}"/>
              </ns1:ext>
            </ns1:extLst>
          </ns0:cNvPr>
          <ns0:cNvSpPr>
            <ns1:spLocks noGrp="1"/>
          </ns0:cNvSpPr>
          <ns0:nvPr/>
        </ns0:nvSpPr>
        <ns0:spPr>
          <ns1:xfrm>
            <ns1:off x="6915150" y="7620000"/>
            <ns1:ext cx="99060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平日 9:00-18:00</ns1:t>
            </ns1:r>
          </ns1:p>
        </ns0:txBody>
      </ns0:sp>
      <ns0:sp>
        <ns0:nvSpPr>
          <ns0:cNvPr id="113" name="trace:D18:content.auto.94">
            <ns1:extLst>
              <ns1:ext uri="{FF2B5EF4-FFF2-40B4-BE49-F238E27FC236}">
                <ns3:creationId id="{B5079B40-79BA-4DE8-9291-9EF478EDA71F}"/>
              </ns1:ext>
            </ns1:extLst>
          </ns0:cNvPr>
          <ns0:cNvSpPr>
            <ns1:spLocks noGrp="1"/>
          </ns0:cNvSpPr>
          <ns0:nvPr/>
        </ns0:nvSpPr>
        <ns0:spPr>
          <ns1:xfrm>
            <ns1:off x="7943850" y="7543800"/>
            <ns1:ext cx="1066800" cy="285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14" name="trace:D18:content.auto.95">
            <ns1:extLst>
              <ns1:ext uri="{FF2B5EF4-FFF2-40B4-BE49-F238E27FC236}">
                <ns3:creationId id="{BD990817-5AC0-4787-82D2-F0541A6DEB66}"/>
              </ns1:ext>
            </ns1:extLst>
          </ns0:cNvPr>
          <ns0:cNvSpPr>
            <ns1:spLocks noGrp="1"/>
          </ns0:cNvSpPr>
          <ns0:nvPr/>
        </ns0:nvSpPr>
        <ns0:spPr>
          <ns1:xfrm>
            <ns1:off x="7981950" y="7620000"/>
            <ns1:ext cx="99060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4時間以内</ns1:t>
            </ns1:r>
          </ns1:p>
        </ns0:txBody>
      </ns0:sp>
      <ns0:sp>
        <ns0:nvSpPr>
          <ns0:cNvPr id="115" name="trace:D18:content.auto.96">
            <ns1:extLst>
              <ns1:ext uri="{FF2B5EF4-FFF2-40B4-BE49-F238E27FC236}">
                <ns3:creationId id="{1D681BFF-5C7F-4308-83FB-8B78CC496BDC}"/>
              </ns1:ext>
            </ns1:extLst>
          </ns0:cNvPr>
          <ns0:cNvSpPr>
            <ns1:spLocks noGrp="1"/>
          </ns0:cNvSpPr>
          <ns0:nvPr/>
        </ns0:nvSpPr>
        <ns0:spPr>
          <ns1:xfrm>
            <ns1:off x="9010650" y="7543800"/>
            <ns1:ext cx="942975" cy="285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16" name="trace:D18:content.auto.97">
            <ns1:extLst>
              <ns1:ext uri="{FF2B5EF4-FFF2-40B4-BE49-F238E27FC236}">
                <ns3:creationId id="{40BAA975-3723-4344-9ED7-7AE77C25A0EC}"/>
              </ns1:ext>
            </ns1:extLst>
          </ns0:cNvPr>
          <ns0:cNvSpPr>
            <ns1:spLocks noGrp="1"/>
          </ns0:cNvSpPr>
          <ns0:nvPr/>
        </ns0:nvSpPr>
        <ns0:spPr>
          <ns1:xfrm>
            <ns1:off x="9048750" y="7620000"/>
            <ns1:ext cx="866775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3営業日以内</ns1:t>
            </ns1:r>
          </ns1:p>
        </ns0:txBody>
      </ns0:sp>
      <ns0:sp>
        <ns0:nvSpPr>
          <ns0:cNvPr id="117" name="trace:D18:content.auto.98">
            <ns1:extLst>
              <ns1:ext uri="{FF2B5EF4-FFF2-40B4-BE49-F238E27FC236}">
                <ns3:creationId id="{716A18CE-3E44-4732-A191-FB6BD2E61AC8}"/>
              </ns1:ext>
            </ns1:extLst>
          </ns0:cNvPr>
          <ns0:cNvSpPr>
            <ns1:spLocks noGrp="1"/>
          </ns0:cNvSpPr>
          <ns0:nvPr/>
        </ns0:nvSpPr>
        <ns0:spPr>
          <ns1:xfrm>
            <ns1:off x="5353050" y="7829550"/>
            <ns1:ext cx="1524000" cy="285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18" name="trace:D18:content.auto.99">
            <ns1:extLst>
              <ns1:ext uri="{FF2B5EF4-FFF2-40B4-BE49-F238E27FC236}">
                <ns3:creationId id="{956D148C-F644-41A0-BD7C-089575A08B9D}"/>
              </ns1:ext>
            </ns1:extLst>
          </ns0:cNvPr>
          <ns0:cNvSpPr>
            <ns1:spLocks noGrp="1"/>
          </ns0:cNvSpPr>
          <ns0:nvPr/>
        </ns0:nvSpPr>
        <ns0:spPr>
          <ns1:xfrm>
            <ns1:off x="5391150" y="7905750"/>
            <ns1:ext cx="144780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825" b="1">
                <ns1:solidFill>
                  <ns1:srgbClr val="E71926"/>
                </ns1:solidFill>
                <ns1:latin typeface="Arial"/>
                <ns1:ea typeface="Arial"/>
                <ns1:cs typeface="Arial"/>
              </ns1:defRPr>
            </ns1:pPr>
            <ns1:r>
              <ns1:rPr sz="825" b="1">
                <ns1:solidFill>
                  <ns1:srgbClr val="E71926"/>
                </ns1:solidFill>
                <ns1:latin typeface="Arial"/>
                <ns1:ea typeface="Arial"/>
                <ns1:cs typeface="Arial"/>
              </ns1:rPr>
              <ns1:t>通常（操作方法・軽微な不具合）</ns1:t>
            </ns1:r>
          </ns1:p>
        </ns0:txBody>
      </ns0:sp>
      <ns0:sp>
        <ns0:nvSpPr>
          <ns0:cNvPr id="119" name="trace:D18:content.auto.100">
            <ns1:extLst>
              <ns1:ext uri="{FF2B5EF4-FFF2-40B4-BE49-F238E27FC236}">
                <ns3:creationId id="{F53AEFF8-62B8-49E0-8239-DA6C873FB82E}"/>
              </ns1:ext>
            </ns1:extLst>
          </ns0:cNvPr>
          <ns0:cNvSpPr>
            <ns1:spLocks noGrp="1"/>
          </ns0:cNvSpPr>
          <ns0:nvPr/>
        </ns0:nvSpPr>
        <ns0:spPr>
          <ns1:xfrm>
            <ns1:off x="6877050" y="7829550"/>
            <ns1:ext cx="1066800" cy="285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20" name="trace:D18:content.auto.101">
            <ns1:extLst>
              <ns1:ext uri="{FF2B5EF4-FFF2-40B4-BE49-F238E27FC236}">
                <ns3:creationId id="{C90E2912-E538-4055-A2FD-D9DC7607E6CE}"/>
              </ns1:ext>
            </ns1:extLst>
          </ns0:cNvPr>
          <ns0:cNvSpPr>
            <ns1:spLocks noGrp="1"/>
          </ns0:cNvSpPr>
          <ns0:nvPr/>
        </ns0:nvSpPr>
        <ns0:spPr>
          <ns1:xfrm>
            <ns1:off x="6915150" y="7905750"/>
            <ns1:ext cx="99060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平日 9:00-18:00</ns1:t>
            </ns1:r>
          </ns1:p>
        </ns0:txBody>
      </ns0:sp>
      <ns0:sp>
        <ns0:nvSpPr>
          <ns0:cNvPr id="121" name="trace:D18:content.auto.102">
            <ns1:extLst>
              <ns1:ext uri="{FF2B5EF4-FFF2-40B4-BE49-F238E27FC236}">
                <ns3:creationId id="{536AF671-3869-4808-8347-48BE8A8A6F1A}"/>
              </ns1:ext>
            </ns1:extLst>
          </ns0:cNvPr>
          <ns0:cNvSpPr>
            <ns1:spLocks noGrp="1"/>
          </ns0:cNvSpPr>
          <ns0:nvPr/>
        </ns0:nvSpPr>
        <ns0:spPr>
          <ns1:xfrm>
            <ns1:off x="7943850" y="7829550"/>
            <ns1:ext cx="1066800" cy="285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22" name="trace:D18:content.auto.103">
            <ns1:extLst>
              <ns1:ext uri="{FF2B5EF4-FFF2-40B4-BE49-F238E27FC236}">
                <ns3:creationId id="{B5436CDC-8E6F-45DE-8807-EEDC41E2F491}"/>
              </ns1:ext>
            </ns1:extLst>
          </ns0:cNvPr>
          <ns0:cNvSpPr>
            <ns1:spLocks noGrp="1"/>
          </ns0:cNvSpPr>
          <ns0:nvPr/>
        </ns0:nvSpPr>
        <ns0:spPr>
          <ns1:xfrm>
            <ns1:off x="7981950" y="7905750"/>
            <ns1:ext cx="990600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1営業日以内</ns1:t>
            </ns1:r>
          </ns1:p>
        </ns0:txBody>
      </ns0:sp>
      <ns0:sp>
        <ns0:nvSpPr>
          <ns0:cNvPr id="123" name="trace:D18:content.auto.104">
            <ns1:extLst>
              <ns1:ext uri="{FF2B5EF4-FFF2-40B4-BE49-F238E27FC236}">
                <ns3:creationId id="{86583148-A999-4997-8945-84380944C41B}"/>
              </ns1:ext>
            </ns1:extLst>
          </ns0:cNvPr>
          <ns0:cNvSpPr>
            <ns1:spLocks noGrp="1"/>
          </ns0:cNvSpPr>
          <ns0:nvPr/>
        </ns0:nvSpPr>
        <ns0:spPr>
          <ns1:xfrm>
            <ns1:off x="9010650" y="7829550"/>
            <ns1:ext cx="942975" cy="28575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24" name="trace:D18:content.auto.105">
            <ns1:extLst>
              <ns1:ext uri="{FF2B5EF4-FFF2-40B4-BE49-F238E27FC236}">
                <ns3:creationId id="{5DC13FB7-2CD1-4AF5-89E5-206CD2E00AE6}"/>
              </ns1:ext>
            </ns1:extLst>
          </ns0:cNvPr>
          <ns0:cNvSpPr>
            <ns1:spLocks noGrp="1"/>
          </ns0:cNvSpPr>
          <ns0:nvPr/>
        </ns0:nvSpPr>
        <ns0:spPr>
          <ns1:xfrm>
            <ns1:off x="9048750" y="7905750"/>
            <ns1:ext cx="866775" cy="1619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825" b="0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5営業日以内</ns1:t>
            </ns1:r>
          </ns1:p>
        </ns0:txBody>
      </ns0:sp>
      <ns0:sp>
        <ns0:nvSpPr>
          <ns0:cNvPr id="125" name="trace:D18:content.auto.106">
            <ns1:extLst>
              <ns1:ext uri="{FF2B5EF4-FFF2-40B4-BE49-F238E27FC236}">
                <ns3:creationId id="{D3F19A7D-D4D2-40DC-8815-8BB30DC78BE5}"/>
              </ns1:ext>
            </ns1:extLst>
          </ns0:cNvPr>
          <ns0:cNvSpPr>
            <ns1:spLocks noGrp="1"/>
          </ns0:cNvSpPr>
          <ns0:nvPr/>
        </ns0:nvSpPr>
        <ns0:spPr>
          <ns1:xfrm>
            <ns1:off x="10077450" y="6686550"/>
            <ns1:ext cx="200025" cy="9525"/>
          </ns1:xfrm>
          <ns1:prstGeom prst="line">
            <ns1:avLst/>
          </ns1:prstGeom>
          <ns1:noFill/>
          <ns1:ln w="47625">
            <ns1:solidFill>
              <ns1:srgbClr val="E71926"/>
            </ns1:solidFill>
            <ns1:prstDash val="solid"/>
          </ns1:ln>
        </ns0:spPr>
      </ns0:sp>
      <ns0:sp>
        <ns0:nvSpPr>
          <ns0:cNvPr id="126" name="trace:D18:content.auto.107">
            <ns1:extLst>
              <ns1:ext uri="{FF2B5EF4-FFF2-40B4-BE49-F238E27FC236}">
                <ns3:creationId id="{F88C73A0-1771-4044-8F2F-630F806A954A}"/>
              </ns1:ext>
            </ns1:extLst>
          </ns0:cNvPr>
          <ns0:cNvSpPr>
            <ns1:spLocks noGrp="1"/>
          </ns0:cNvSpPr>
          <ns0:nvPr/>
        </ns0:nvSpPr>
        <ns0:spPr>
          <ns1:xfrm>
            <ns1:off x="10391775" y="6581775"/>
            <ns1:ext cx="2857500" cy="3238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6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継続的な成功に向けて</ns1:t>
            </ns1:r>
          </ns1:p>
        </ns0:txBody>
      </ns0:sp>
      <ns0:sp>
        <ns0:nvSpPr>
          <ns0:cNvPr id="127" name="trace:D18:content.auto.108">
            <ns1:extLst>
              <ns1:ext uri="{FF2B5EF4-FFF2-40B4-BE49-F238E27FC236}">
                <ns3:creationId id="{77F03E4F-DFB8-4534-AB15-86E6F271E2D0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6962775"/>
            <ns1:ext cx="1200150" cy="838200"/>
          </ns1:xfrm>
          <ns1:custGeom>
            <ns1:pathLst>
              <ns1:path w="1200150" h="838200">
                <ns1:moveTo>
                  <ns1:pt x="0" y="0"/>
                </ns1:moveTo>
                <ns1:lnTo>
                  <ns1:pt x="1009650" y="0"/>
                </ns1:lnTo>
                <ns1:lnTo>
                  <ns1:pt x="1200150" y="419100"/>
                </ns1:lnTo>
                <ns1:lnTo>
                  <ns1:pt x="1009650" y="838200"/>
                </ns1:lnTo>
                <ns1:lnTo>
                  <ns1:pt x="0" y="838200"/>
                </ns1:lnTo>
                <ns1:lnTo>
                  <ns1:pt x="190500" y="419100"/>
                </ns1:lnTo>
                <ns1:close/>
              </ns1:path>
            </ns1:pathLst>
          </ns1:custGeom>
          <ns1:solidFill>
            <ns1:srgbClr val="EEF4FA"/>
          </ns1:solidFill>
          <ns1:ln w="0">
            <ns1:noFill/>
            <ns1:prstDash val="solid"/>
          </ns1:ln>
        </ns0:spPr>
      </ns0:sp>
      <ns0:sp>
        <ns0:nvSpPr>
          <ns0:cNvPr id="128" name="trace:D18:content.auto.109">
            <ns1:extLst>
              <ns1:ext uri="{FF2B5EF4-FFF2-40B4-BE49-F238E27FC236}">
                <ns3:creationId id="{DB8C587F-FC4C-453D-9A41-6A488FE107F3}"/>
              </ns1:ext>
            </ns1:extLst>
          </ns0:cNvPr>
          <ns0:cNvSpPr>
            <ns1:spLocks noGrp="1"/>
          </ns0:cNvSpPr>
          <ns0:nvPr/>
        </ns0:nvSpPr>
        <ns0:spPr>
          <ns1:xfrm>
            <ns1:off x="10423017" y="7448169"/>
            <ns1:ext cx="326898" cy="95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29" name="trace:D18:content.auto.110">
            <ns1:extLst>
              <ns1:ext uri="{FF2B5EF4-FFF2-40B4-BE49-F238E27FC236}">
                <ns3:creationId id="{72461825-6529-4342-8F20-D81CF28A601A}"/>
              </ns1:ext>
            </ns1:extLst>
          </ns0:cNvPr>
          <ns0:cNvSpPr>
            <ns1:spLocks noGrp="1"/>
          </ns0:cNvSpPr>
          <ns0:nvPr/>
        </ns0:nvSpPr>
        <ns0:spPr>
          <ns1:xfrm>
            <ns1:off x="10448163" y="7163181"/>
            <ns1:ext cx="9525" cy="284988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30" name="trace:D18:content.auto.111">
            <ns1:extLst>
              <ns1:ext uri="{FF2B5EF4-FFF2-40B4-BE49-F238E27FC236}">
                <ns3:creationId id="{C240D126-6A66-4F21-A7E1-6E17C9B97A38}"/>
              </ns1:ext>
            </ns1:extLst>
          </ns0:cNvPr>
          <ns0:cNvSpPr>
            <ns1:spLocks noGrp="1"/>
          </ns0:cNvSpPr>
          <ns0:nvPr/>
        </ns0:nvSpPr>
        <ns0:spPr>
          <ns1:xfrm>
            <ns1:off x="10490073" y="7322439"/>
            <ns1:ext cx="50292" cy="125730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31" name="trace:D18:content.auto.112">
            <ns1:extLst>
              <ns1:ext uri="{FF2B5EF4-FFF2-40B4-BE49-F238E27FC236}">
                <ns3:creationId id="{7B655D53-F8CF-4498-97DA-9808C1682BD7}"/>
              </ns1:ext>
            </ns1:extLst>
          </ns0:cNvPr>
          <ns0:cNvSpPr>
            <ns1:spLocks noGrp="1"/>
          </ns0:cNvSpPr>
          <ns0:nvPr/>
        </ns0:nvSpPr>
        <ns0:spPr>
          <ns1:xfrm>
            <ns1:off x="10569702" y="7251192"/>
            <ns1:ext cx="50292" cy="196977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32" name="trace:D18:content.auto.113">
            <ns1:extLst>
              <ns1:ext uri="{FF2B5EF4-FFF2-40B4-BE49-F238E27FC236}">
                <ns3:creationId id="{A60A7867-40DC-49D3-8983-92034D0B3A6A}"/>
              </ns1:ext>
            </ns1:extLst>
          </ns0:cNvPr>
          <ns0:cNvSpPr>
            <ns1:spLocks noGrp="1"/>
          </ns0:cNvSpPr>
          <ns0:nvPr/>
        </ns0:nvSpPr>
        <ns0:spPr>
          <ns1:xfrm>
            <ns1:off x="10649331" y="7188327"/>
            <ns1:ext cx="50292" cy="259842"/>
          </ns1:xfrm>
          <ns1:prstGeom prst="rect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33" name="trace:D18:content.auto.114">
            <ns1:extLst>
              <ns1:ext uri="{FF2B5EF4-FFF2-40B4-BE49-F238E27FC236}">
                <ns3:creationId id="{00FB664A-ED40-41B2-8A9A-EDAD340A1277}"/>
              </ns1:ext>
            </ns1:extLst>
          </ns0:cNvPr>
          <ns0:cNvSpPr>
            <ns1:spLocks noGrp="1"/>
          </ns0:cNvSpPr>
          <ns0:nvPr/>
        </ns0:nvSpPr>
        <ns0:spPr>
          <ns1:xfrm>
            <ns1:off x="10485882" y="7129653"/>
            <ns1:ext cx="230505" cy="155067"/>
          </ns1:xfrm>
          <ns1:custGeom>
            <ns1:pathLst>
              <ns1:path w="230505" h="155067">
                <ns1:moveTo>
                  <ns1:pt x="0" y="155067"/>
                </ns1:moveTo>
                <ns1:lnTo>
                  <ns1:pt x="71247" y="100584"/>
                </ns1:lnTo>
                <ns1:lnTo>
                  <ns1:pt x="138303" y="79629"/>
                </ns1:lnTo>
                <ns1:lnTo>
                  <ns1:pt x="230505" y="0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34" name="trace:D18:content.auto.115">
            <ns1:extLst>
              <ns1:ext uri="{FF2B5EF4-FFF2-40B4-BE49-F238E27FC236}">
                <ns3:creationId id="{228C78AB-F9BB-46C4-BC12-FE5CC33AE07F}"/>
              </ns1:ext>
            </ns1:extLst>
          </ns0:cNvPr>
          <ns0:cNvSpPr>
            <ns1:spLocks noGrp="1"/>
          </ns0:cNvSpPr>
          <ns0:nvPr/>
        </ns0:nvSpPr>
        <ns0:spPr>
          <ns1:xfrm>
            <ns1:off x="10134600" y="7429500"/>
            <ns1:ext cx="93345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0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現状分析</ns1:t>
            </ns1:r>
          </ns1:p>
        </ns0:txBody>
      </ns0:sp>
      <ns0:sp>
        <ns0:nvSpPr>
          <ns0:cNvPr id="135" name="trace:D18:content.auto.116">
            <ns1:extLst>
              <ns1:ext uri="{FF2B5EF4-FFF2-40B4-BE49-F238E27FC236}">
                <ns3:creationId id="{AEF26A04-58A7-4347-ADD8-52398513C7A7}"/>
              </ns1:ext>
            </ns1:extLst>
          </ns0:cNvPr>
          <ns0:cNvSpPr>
            <ns1:spLocks noGrp="1"/>
          </ns0:cNvSpPr>
          <ns0:nvPr/>
        </ns0:nvSpPr>
        <ns0:spPr>
          <ns1:xfrm>
            <ns1:off x="10096500" y="7858125"/>
            <ns1:ext cx="10287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利用状況・成果の</ns1:t>
            </ns1:r>
          </ns1:p>
          <ns1:p>
            <ns1:pPr algn="ctr">
              <ns1:def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可視化</ns1:t>
            </ns1:r>
          </ns1:p>
        </ns0:txBody>
      </ns0:sp>
      <ns0:sp>
        <ns0:nvSpPr>
          <ns0:cNvPr id="136" name="trace:D18:content.auto.117">
            <ns1:extLst>
              <ns1:ext uri="{FF2B5EF4-FFF2-40B4-BE49-F238E27FC236}">
                <ns3:creationId id="{774DDE41-4456-457B-AEC2-CD8481587A35}"/>
              </ns1:ext>
            </ns1:extLst>
          </ns0:cNvPr>
          <ns0:cNvSpPr>
            <ns1:spLocks noGrp="1"/>
          </ns0:cNvSpPr>
          <ns0:nvPr/>
        </ns0:nvSpPr>
        <ns0:spPr>
          <ns1:xfrm>
            <ns1:off x="11334750" y="6962775"/>
            <ns1:ext cx="1200150" cy="838200"/>
          </ns1:xfrm>
          <ns1:custGeom>
            <ns1:pathLst>
              <ns1:path w="1200150" h="838200">
                <ns1:moveTo>
                  <ns1:pt x="0" y="0"/>
                </ns1:moveTo>
                <ns1:lnTo>
                  <ns1:pt x="1009650" y="0"/>
                </ns1:lnTo>
                <ns1:lnTo>
                  <ns1:pt x="1200150" y="419100"/>
                </ns1:lnTo>
                <ns1:lnTo>
                  <ns1:pt x="1009650" y="838200"/>
                </ns1:lnTo>
                <ns1:lnTo>
                  <ns1:pt x="0" y="838200"/>
                </ns1:lnTo>
                <ns1:lnTo>
                  <ns1:pt x="190500" y="419100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37" name="trace:D18:content.auto.118">
            <ns1:extLst>
              <ns1:ext uri="{FF2B5EF4-FFF2-40B4-BE49-F238E27FC236}">
                <ns3:creationId id="{749EBA30-538C-40E5-B6E2-33628A3ADC53}"/>
              </ns1:ext>
            </ns1:extLst>
          </ns0:cNvPr>
          <ns0:cNvSpPr>
            <ns1:spLocks noGrp="1"/>
          </ns0:cNvSpPr>
          <ns0:nvPr/>
        </ns0:nvSpPr>
        <ns0:spPr>
          <ns1:xfrm>
            <ns1:off x="11803856" y="7129463"/>
            <ns1:ext cx="214313" cy="214313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38" name="trace:D18:content.auto.119">
            <ns1:extLst>
              <ns1:ext uri="{FF2B5EF4-FFF2-40B4-BE49-F238E27FC236}">
                <ns3:creationId id="{88E979E6-AFC6-4284-95F0-DF51AE63049B}"/>
              </ns1:ext>
            </ns1:extLst>
          </ns0:cNvPr>
          <ns0:cNvSpPr>
            <ns1:spLocks noGrp="1"/>
          </ns0:cNvSpPr>
          <ns0:nvPr/>
        </ns0:nvSpPr>
        <ns0:spPr>
          <ns1:xfrm>
            <ns1:off x="11859578" y="7395210"/>
            <ns1:ext cx="102870" cy="95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39" name="trace:D18:content.auto.120">
            <ns1:extLst>
              <ns1:ext uri="{FF2B5EF4-FFF2-40B4-BE49-F238E27FC236}">
                <ns3:creationId id="{A267CB45-4826-4349-96AA-575078098993}"/>
              </ns1:ext>
            </ns1:extLst>
          </ns0:cNvPr>
          <ns0:cNvSpPr>
            <ns1:spLocks noGrp="1"/>
          </ns0:cNvSpPr>
          <ns0:nvPr/>
        </ns0:nvSpPr>
        <ns0:spPr>
          <ns1:xfrm>
            <ns1:off x="11876723" y="7438073"/>
            <ns1:ext cx="68580" cy="9525"/>
          </ns1:xfrm>
          <ns1:prstGeom prst="lin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40" name="trace:D18:content.auto.121">
            <ns1:extLst>
              <ns1:ext uri="{FF2B5EF4-FFF2-40B4-BE49-F238E27FC236}">
                <ns3:creationId id="{73399ADC-C28D-40EE-BF92-2CBFEF8A5DC3}"/>
              </ns1:ext>
            </ns1:extLst>
          </ns0:cNvPr>
          <ns0:cNvSpPr>
            <ns1:spLocks noGrp="1"/>
          </ns0:cNvSpPr>
          <ns0:nvPr/>
        </ns0:nvSpPr>
        <ns0:spPr>
          <ns1:xfrm>
            <ns1:off x="11911013" y="7052310"/>
            <ns1:ext cx="9525" cy="42863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41" name="trace:D18:content.auto.122">
            <ns1:extLst>
              <ns1:ext uri="{FF2B5EF4-FFF2-40B4-BE49-F238E27FC236}">
                <ns3:creationId id="{1263E43F-F1E1-4501-BBDA-74FB2A584E5B}"/>
              </ns1:ext>
            </ns1:extLst>
          </ns0:cNvPr>
          <ns0:cNvSpPr>
            <ns1:spLocks noGrp="1"/>
          </ns0:cNvSpPr>
          <ns0:nvPr/>
        </ns0:nvSpPr>
        <ns0:spPr>
          <ns1:xfrm>
            <ns1:off x="11739563" y="7112318"/>
            <ns1:ext cx="42863" cy="38576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42" name="trace:D18:content.auto.123">
            <ns1:extLst>
              <ns1:ext uri="{FF2B5EF4-FFF2-40B4-BE49-F238E27FC236}">
                <ns3:creationId id="{38EA4B45-D46D-4023-B3BF-2BBCA756A796}"/>
              </ns1:ext>
            </ns1:extLst>
          </ns0:cNvPr>
          <ns0:cNvSpPr>
            <ns1:spLocks noGrp="1"/>
          </ns0:cNvSpPr>
          <ns0:nvPr/>
        </ns0:nvSpPr>
        <ns0:spPr>
          <ns1:xfrm>
            <ns1:off x="12039600" y="7112318"/>
            <ns1:ext cx="42863" cy="38576"/>
          </ns1:xfrm>
          <ns1:prstGeom prst="line">
            <ns1:avLst/>
          </ns1:prstGeom>
          <ns1:noFill/>
          <ns1:ln w="19050">
            <ns1:solidFill>
              <ns1:srgbClr val="E71926"/>
            </ns1:solidFill>
            <ns1:prstDash val="solid"/>
          </ns1:ln>
        </ns0:spPr>
      </ns0:sp>
      <ns0:sp>
        <ns0:nvSpPr>
          <ns0:cNvPr id="143" name="trace:D18:content.auto.124">
            <ns1:extLst>
              <ns1:ext uri="{FF2B5EF4-FFF2-40B4-BE49-F238E27FC236}">
                <ns3:creationId id="{82FA5404-112E-4A3F-B7B4-7E321DA5BF7E}"/>
              </ns1:ext>
            </ns1:extLst>
          </ns0:cNvPr>
          <ns0:cNvSpPr>
            <ns1:spLocks noGrp="1"/>
          </ns0:cNvSpPr>
          <ns0:nvPr/>
        </ns0:nvSpPr>
        <ns0:spPr>
          <ns1:xfrm>
            <ns1:off x="11468100" y="7429500"/>
            <ns1:ext cx="93345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0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改善提案</ns1:t>
            </ns1:r>
          </ns1:p>
        </ns0:txBody>
      </ns0:sp>
      <ns0:sp>
        <ns0:nvSpPr>
          <ns0:cNvPr id="144" name="trace:D18:content.auto.125">
            <ns1:extLst>
              <ns1:ext uri="{FF2B5EF4-FFF2-40B4-BE49-F238E27FC236}">
                <ns3:creationId id="{EFC8BF68-C218-4762-A5C5-A4D0C16A01B4}"/>
              </ns1:ext>
            </ns1:extLst>
          </ns0:cNvPr>
          <ns0:cNvSpPr>
            <ns1:spLocks noGrp="1"/>
          </ns0:cNvSpPr>
          <ns0:nvPr/>
        </ns0:nvSpPr>
        <ns0:spPr>
          <ns1:xfrm>
            <ns1:off x="11430000" y="7858125"/>
            <ns1:ext cx="10287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課題に応じた</ns1:t>
            </ns1:r>
          </ns1:p>
          <ns1:p>
            <ns1:pPr algn="ctr">
              <ns1:def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施策のご提案</ns1:t>
            </ns1:r>
          </ns1:p>
        </ns0:txBody>
      </ns0:sp>
      <ns0:sp>
        <ns0:nvSpPr>
          <ns0:cNvPr id="145" name="trace:D18:content.auto.126">
            <ns1:extLst>
              <ns1:ext uri="{FF2B5EF4-FFF2-40B4-BE49-F238E27FC236}">
                <ns3:creationId id="{1F959BF0-E59C-4A48-9FC6-E82AD3619705}"/>
              </ns1:ext>
            </ns1:extLst>
          </ns0:cNvPr>
          <ns0:cNvSpPr>
            <ns1:spLocks noGrp="1"/>
          </ns0:cNvSpPr>
          <ns0:nvPr/>
        </ns0:nvSpPr>
        <ns0:spPr>
          <ns1:xfrm>
            <ns1:off x="12668250" y="6962775"/>
            <ns1:ext cx="1200150" cy="838200"/>
          </ns1:xfrm>
          <ns1:custGeom>
            <ns1:pathLst>
              <ns1:path w="1200150" h="838200">
                <ns1:moveTo>
                  <ns1:pt x="0" y="0"/>
                </ns1:moveTo>
                <ns1:lnTo>
                  <ns1:pt x="1009650" y="0"/>
                </ns1:lnTo>
                <ns1:lnTo>
                  <ns1:pt x="1200150" y="419100"/>
                </ns1:lnTo>
                <ns1:lnTo>
                  <ns1:pt x="1009650" y="838200"/>
                </ns1:lnTo>
                <ns1:lnTo>
                  <ns1:pt x="0" y="838200"/>
                </ns1:lnTo>
                <ns1:lnTo>
                  <ns1:pt x="190500" y="419100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46" name="trace:D18:content.auto.127">
            <ns1:extLst>
              <ns1:ext uri="{FF2B5EF4-FFF2-40B4-BE49-F238E27FC236}">
                <ns3:creationId id="{9A673412-D866-4327-8B2C-7BB97FEA89FD}"/>
              </ns1:ext>
            </ns1:extLst>
          </ns0:cNvPr>
          <ns0:cNvSpPr>
            <ns1:spLocks noGrp="1"/>
          </ns0:cNvSpPr>
          <ns0:nvPr/>
        </ns0:nvSpPr>
        <ns0:spPr>
          <ns1:xfrm>
            <ns1:off x="13055918" y="7112318"/>
            <ns1:ext cx="377190" cy="377190"/>
          </ns1:xfrm>
          <ns1:custGeom>
            <ns1:pathLst>
              <ns1:path w="377190" h="377190">
                <ns1:moveTo>
                  <ns1:pt x="188595" y="0"/>
                </ns1:moveTo>
                <ns1:lnTo>
                  <ns1:pt x="244364" y="53956"/>
                </ns1:lnTo>
                <ns1:lnTo>
                  <ns1:pt x="321952" y="55238"/>
                </ns1:lnTo>
                <ns1:lnTo>
                  <ns1:pt x="323234" y="132826"/>
                </ns1:lnTo>
                <ns1:lnTo>
                  <ns1:pt x="377190" y="188595"/>
                </ns1:lnTo>
                <ns1:lnTo>
                  <ns1:pt x="323234" y="244364"/>
                </ns1:lnTo>
                <ns1:lnTo>
                  <ns1:pt x="321952" y="321952"/>
                </ns1:lnTo>
                <ns1:lnTo>
                  <ns1:pt x="244364" y="323234"/>
                </ns1:lnTo>
                <ns1:lnTo>
                  <ns1:pt x="188595" y="377190"/>
                </ns1:lnTo>
                <ns1:lnTo>
                  <ns1:pt x="132826" y="323234"/>
                </ns1:lnTo>
                <ns1:lnTo>
                  <ns1:pt x="55238" y="321952"/>
                </ns1:lnTo>
                <ns1:lnTo>
                  <ns1:pt x="53956" y="244364"/>
                </ns1:lnTo>
                <ns1:lnTo>
                  <ns1:pt x="0" y="188595"/>
                </ns1:lnTo>
                <ns1:lnTo>
                  <ns1:pt x="53956" y="132826"/>
                </ns1:lnTo>
                <ns1:lnTo>
                  <ns1:pt x="55238" y="55238"/>
                </ns1:lnTo>
                <ns1:lnTo>
                  <ns1:pt x="132826" y="53956"/>
                </ns1:lnTo>
                <ns1:close/>
              </ns1:path>
            </ns1:pathLst>
          </ns1:cu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47" name="trace:D18:content.auto.128">
            <ns1:extLst>
              <ns1:ext uri="{FF2B5EF4-FFF2-40B4-BE49-F238E27FC236}">
                <ns3:creationId id="{F93BBE19-81A2-4EE1-97B8-0772B81D8185}"/>
              </ns1:ext>
            </ns1:extLst>
          </ns0:cNvPr>
          <ns0:cNvSpPr>
            <ns1:spLocks noGrp="1"/>
          </ns0:cNvSpPr>
          <ns0:nvPr/>
        </ns0:nvSpPr>
        <ns0:spPr>
          <ns1:xfrm>
            <ns1:off x="13175933" y="7232333"/>
            <ns1:ext cx="137160" cy="137160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48" name="trace:D18:content.auto.129">
            <ns1:extLst>
              <ns1:ext uri="{FF2B5EF4-FFF2-40B4-BE49-F238E27FC236}">
                <ns3:creationId id="{112012E2-8AE9-42EA-9F78-8B7394188EDC}"/>
              </ns1:ext>
            </ns1:extLst>
          </ns0:cNvPr>
          <ns0:cNvSpPr>
            <ns1:spLocks noGrp="1"/>
          </ns0:cNvSpPr>
          <ns0:nvPr/>
        </ns0:nvSpPr>
        <ns0:spPr>
          <ns1:xfrm>
            <ns1:off x="13223081" y="7279481"/>
            <ns1:ext cx="42863" cy="42863"/>
          </ns1:xfrm>
          <ns1:prstGeom prst="ellipse">
            <ns1:avLst/>
          </ns1:pr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49" name="trace:D18:content.auto.130">
            <ns1:extLst>
              <ns1:ext uri="{FF2B5EF4-FFF2-40B4-BE49-F238E27FC236}">
                <ns3:creationId id="{0525E7DE-3466-4BAB-A34E-1D030C391348}"/>
              </ns1:ext>
            </ns1:extLst>
          </ns0:cNvPr>
          <ns0:cNvSpPr>
            <ns1:spLocks noGrp="1"/>
          </ns0:cNvSpPr>
          <ns0:nvPr/>
        </ns0:nvSpPr>
        <ns0:spPr>
          <ns1:xfrm>
            <ns1:off x="12801600" y="7429500"/>
            <ns1:ext cx="93345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0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実行支援</ns1:t>
            </ns1:r>
          </ns1:p>
        </ns0:txBody>
      </ns0:sp>
      <ns0:sp>
        <ns0:nvSpPr>
          <ns0:cNvPr id="150" name="trace:D18:content.auto.131">
            <ns1:extLst>
              <ns1:ext uri="{FF2B5EF4-FFF2-40B4-BE49-F238E27FC236}">
                <ns3:creationId id="{60E477C2-446E-4E68-9457-09A73A5F375F}"/>
              </ns1:ext>
            </ns1:extLst>
          </ns0:cNvPr>
          <ns0:cNvSpPr>
            <ns1:spLocks noGrp="1"/>
          </ns0:cNvSpPr>
          <ns0:nvPr/>
        </ns0:nvSpPr>
        <ns0:spPr>
          <ns1:xfrm>
            <ns1:off x="12763500" y="7858125"/>
            <ns1:ext cx="10287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施策の実行を</ns1:t>
            </ns1:r>
          </ns1:p>
          <ns1:p>
            <ns1:pPr algn="ctr">
              <ns1:def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サポート</ns1:t>
            </ns1:r>
          </ns1:p>
        </ns0:txBody>
      </ns0:sp>
      <ns0:sp>
        <ns0:nvSpPr>
          <ns0:cNvPr id="151" name="trace:D18:content.auto.132">
            <ns1:extLst>
              <ns1:ext uri="{FF2B5EF4-FFF2-40B4-BE49-F238E27FC236}">
                <ns3:creationId id="{31AC8A53-9149-46F0-86BC-0FDEE76E2507}"/>
              </ns1:ext>
            </ns1:extLst>
          </ns0:cNvPr>
          <ns0:cNvSpPr>
            <ns1:spLocks noGrp="1"/>
          </ns0:cNvSpPr>
          <ns0:nvPr/>
        </ns0:nvSpPr>
        <ns0:spPr>
          <ns1:xfrm>
            <ns1:off x="14001750" y="6962775"/>
            <ns1:ext cx="1200150" cy="838200"/>
          </ns1:xfrm>
          <ns1:custGeom>
            <ns1:pathLst>
              <ns1:path w="1200150" h="838200">
                <ns1:moveTo>
                  <ns1:pt x="0" y="0"/>
                </ns1:moveTo>
                <ns1:lnTo>
                  <ns1:pt x="1009650" y="0"/>
                </ns1:lnTo>
                <ns1:lnTo>
                  <ns1:pt x="1200150" y="419100"/>
                </ns1:lnTo>
                <ns1:lnTo>
                  <ns1:pt x="1009650" y="838200"/>
                </ns1:lnTo>
                <ns1:lnTo>
                  <ns1:pt x="0" y="838200"/>
                </ns1:lnTo>
                <ns1:lnTo>
                  <ns1:pt x="190500" y="419100"/>
                </ns1:lnTo>
                <ns1:close/>
              </ns1:path>
            </ns1:pathLst>
          </ns1:custGeom>
          <ns1:solidFill>
            <ns1:srgbClr val="FFF0F1"/>
          </ns1:solidFill>
          <ns1:ln w="0">
            <ns1:noFill/>
            <ns1:prstDash val="solid"/>
          </ns1:ln>
        </ns0:spPr>
      </ns0:sp>
      <ns0:sp>
        <ns0:nvSpPr>
          <ns0:cNvPr id="152" name="trace:D18:content.auto.133">
            <ns1:extLst>
              <ns1:ext uri="{FF2B5EF4-FFF2-40B4-BE49-F238E27FC236}">
                <ns3:creationId id="{9DEF50CE-41C4-491C-A982-7B81A0318F4A}"/>
              </ns1:ext>
            </ns1:extLst>
          </ns0:cNvPr>
          <ns0:cNvSpPr>
            <ns1:spLocks noGrp="1"/>
          </ns0:cNvSpPr>
          <ns0:nvPr/>
        </ns0:nvSpPr>
        <ns0:spPr>
          <ns1:xfrm>
            <ns1:off x="14436566" y="7159466"/>
            <ns1:ext cx="282893" cy="282893"/>
          </ns1:xfrm>
          <ns1:prstGeom prst="ellipse">
            <ns1:avLst/>
          </ns1:prstGeom>
          <ns1:noFill/>
          <ns1:ln w="28575">
            <ns1:solidFill>
              <ns1:srgbClr val="E71926"/>
            </ns1:solidFill>
            <ns1:prstDash val="solid"/>
          </ns1:ln>
        </ns0:spPr>
      </ns0:sp>
      <ns0:sp>
        <ns0:nvSpPr>
          <ns0:cNvPr id="153" name="trace:D18:content.auto.134">
            <ns1:extLst>
              <ns1:ext uri="{FF2B5EF4-FFF2-40B4-BE49-F238E27FC236}">
                <ns3:creationId id="{8896494E-BB06-4B5D-9BE8-D489E8603EA7}"/>
              </ns1:ext>
            </ns1:extLst>
          </ns0:cNvPr>
          <ns0:cNvSpPr>
            <ns1:spLocks noGrp="1"/>
          </ns0:cNvSpPr>
          <ns0:nvPr/>
        </ns0:nvSpPr>
        <ns0:spPr>
          <ns1:xfrm>
            <ns1:off x="14629448" y="7120890"/>
            <ns1:ext cx="120015" cy="81439"/>
          </ns1:xfrm>
          <ns1:custGeom>
            <ns1:pathLst>
              <ns1:path w="120015" h="81439">
                <ns1:moveTo>
                  <ns1:pt x="0" y="0"/>
                </ns1:moveTo>
                <ns1:lnTo>
                  <ns1:pt x="120015" y="0"/>
                </ns1:lnTo>
                <ns1:lnTo>
                  <ns1:pt x="85725" y="81439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54" name="trace:D18:content.auto.135">
            <ns1:extLst>
              <ns1:ext uri="{FF2B5EF4-FFF2-40B4-BE49-F238E27FC236}">
                <ns3:creationId id="{D686AC39-E4FD-42BE-943F-637858FC3FB4}"/>
              </ns1:ext>
            </ns1:extLst>
          </ns0:cNvPr>
          <ns0:cNvSpPr>
            <ns1:spLocks noGrp="1"/>
          </ns0:cNvSpPr>
          <ns0:nvPr/>
        </ns0:nvSpPr>
        <ns0:spPr>
          <ns1:xfrm>
            <ns1:off x="14406563" y="7399496"/>
            <ns1:ext cx="120015" cy="81439"/>
          </ns1:xfrm>
          <ns1:custGeom>
            <ns1:pathLst>
              <ns1:path w="120015" h="81439">
                <ns1:moveTo>
                  <ns1:pt x="120015" y="81439"/>
                </ns1:moveTo>
                <ns1:lnTo>
                  <ns1:pt x="0" y="81439"/>
                </ns1:lnTo>
                <ns1:lnTo>
                  <ns1:pt x="34290" y="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55" name="trace:D18:content.auto.136">
            <ns1:extLst>
              <ns1:ext uri="{FF2B5EF4-FFF2-40B4-BE49-F238E27FC236}">
                <ns3:creationId id="{FFFAC7B2-5EB0-4AE0-888A-92174D48B4BB}"/>
              </ns1:ext>
            </ns1:extLst>
          </ns0:cNvPr>
          <ns0:cNvSpPr>
            <ns1:spLocks noGrp="1"/>
          </ns0:cNvSpPr>
          <ns0:nvPr/>
        </ns0:nvSpPr>
        <ns0:spPr>
          <ns1:xfrm>
            <ns1:off x="14135100" y="7429500"/>
            <ns1:ext cx="933450" cy="2000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1050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050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成果拡大</ns1:t>
            </ns1:r>
          </ns1:p>
        </ns0:txBody>
      </ns0:sp>
      <ns0:sp>
        <ns0:nvSpPr>
          <ns0:cNvPr id="156" name="trace:D18:content.auto.137">
            <ns1:extLst>
              <ns1:ext uri="{FF2B5EF4-FFF2-40B4-BE49-F238E27FC236}">
                <ns3:creationId id="{C57C5278-357C-4483-BA0B-D49B4993E976}"/>
              </ns1:ext>
            </ns1:extLst>
          </ns0:cNvPr>
          <ns0:cNvSpPr>
            <ns1:spLocks noGrp="1"/>
          </ns0:cNvSpPr>
          <ns0:nvPr/>
        </ns0:nvSpPr>
        <ns0:spPr>
          <ns1:xfrm>
            <ns1:off x="14097000" y="7858125"/>
            <ns1:ext cx="10287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ctr">
              <ns1:def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継続的な</ns1:t>
            </ns1:r>
          </ns1:p>
          <ns1:p>
            <ns1:pPr algn="ctr">
              <ns1:def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defRPr>
            </ns1:pPr>
            <ns1:r>
              <ns1:rPr sz="900" b="1">
                <ns1:solidFill>
                  <ns1:srgbClr val="20324B"/>
                </ns1:solidFill>
                <ns1:latin typeface="Arial"/>
                <ns1:ea typeface="Arial"/>
                <ns1:cs typeface="Arial"/>
              </ns1:rPr>
              <ns1:t>成果創出</ns1:t>
            </ns1:r>
          </ns1:p>
        </ns0:txBody>
      </ns0:sp>
      <ns0:sp>
        <ns0:nvSpPr>
          <ns0:cNvPr id="157" name="trace:D18:content.auto.138">
            <ns1:extLst>
              <ns1:ext uri="{FF2B5EF4-FFF2-40B4-BE49-F238E27FC236}">
                <ns3:creationId id="{E35CAFDF-0C6D-4BF3-AC29-9FDFF2EB24AF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8362950"/>
            <ns1:ext cx="257175" cy="102870"/>
          </ns1:xfrm>
          <ns1:custGeom>
            <ns1:pathLst>
              <ns1:path w="257175" h="102870">
                <ns1:moveTo>
                  <ns1:pt x="0" y="42863"/>
                </ns1:moveTo>
                <ns1:lnTo>
                  <ns1:pt x="128588" y="0"/>
                </ns1:lnTo>
                <ns1:lnTo>
                  <ns1:pt x="257175" y="51435"/>
                </ns1:lnTo>
                <ns1:lnTo>
                  <ns1:pt x="128588" y="102870"/>
                </ns1:lnTo>
                <ns1:close/>
              </ns1:path>
            </ns1:pathLst>
          </ns1:custGeom>
          <ns1:solidFill>
            <ns1:srgbClr val="E71926"/>
          </ns1:solidFill>
          <ns1:ln w="0">
            <ns1:noFill/>
            <ns1:prstDash val="solid"/>
          </ns1:ln>
        </ns0:spPr>
      </ns0:sp>
      <ns0:sp>
        <ns0:nvSpPr>
          <ns0:cNvPr id="158" name="trace:D18:content.auto.139">
            <ns1:extLst>
              <ns1:ext uri="{FF2B5EF4-FFF2-40B4-BE49-F238E27FC236}">
                <ns3:creationId id="{D0EEDAED-294C-469D-8E4C-04F6B576B35F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8414385"/>
            <ns1:ext cx="128588" cy="111443"/>
          </ns1:xfrm>
          <ns1:custGeom>
            <ns1:pathLst>
              <ns1:path w="128588" h="111443">
                <ns1:moveTo>
                  <ns1:pt x="0" y="51435"/>
                </ns1:moveTo>
                <ns1:lnTo>
                  <ns1:pt x="128588" y="0"/>
                </ns1:lnTo>
                <ns1:lnTo>
                  <ns1:pt x="128588" y="60008"/>
                </ns1:lnTo>
                <ns1:lnTo>
                  <ns1:pt x="0" y="111443"/>
                </ns1:lnTo>
                <ns1:close/>
              </ns1:path>
            </ns1:pathLst>
          </ns1:custGeom>
          <ns1:solidFill>
            <ns1:srgbClr val="6F7882"/>
          </ns1:solidFill>
          <ns1:ln w="0">
            <ns1:noFill/>
            <ns1:prstDash val="solid"/>
          </ns1:ln>
        </ns0:spPr>
      </ns0:sp>
      <ns0:sp>
        <ns0:nvSpPr>
          <ns0:cNvPr id="159" name="trace:D18:content.auto.140">
            <ns1:extLst>
              <ns1:ext uri="{FF2B5EF4-FFF2-40B4-BE49-F238E27FC236}">
                <ns3:creationId id="{2CAFD949-CC2A-4EE5-A3AC-81F18EAD39AF}"/>
              </ns1:ext>
            </ns1:extLst>
          </ns0:cNvPr>
          <ns0:cNvSpPr>
            <ns1:spLocks noGrp="1"/>
          </ns0:cNvSpPr>
          <ns0:nvPr/>
        </ns0:nvSpPr>
        <ns0:spPr>
          <ns1:xfrm>
            <ns1:off x="747713" y="8414385"/>
            <ns1:ext cx="128588" cy="60008"/>
          </ns1:xfrm>
          <ns1:custGeom>
            <ns1:pathLst>
              <ns1:path w="128588" h="60008">
                <ns1:moveTo>
                  <ns1:pt x="0" y="0"/>
                </ns1:moveTo>
                <ns1:lnTo>
                  <ns1:pt x="128588" y="0"/>
                </ns1:lnTo>
                <ns1:lnTo>
                  <ns1:pt x="128588" y="60008"/>
                </ns1:lnTo>
                <ns1:lnTo>
                  <ns1:pt x="0" y="60008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160" name="trace:D18:content.auto.141">
            <ns1:extLst>
              <ns1:ext uri="{FF2B5EF4-FFF2-40B4-BE49-F238E27FC236}">
                <ns3:creationId id="{81E1B485-D32E-4EF9-B6D9-4825DAC73FC8}"/>
              </ns1:ext>
            </ns1:extLst>
          </ns0:cNvPr>
          <ns0:cNvSpPr>
            <ns1:spLocks noGrp="1"/>
          </ns0:cNvSpPr>
          <ns0:nvPr/>
        </ns0:nvSpPr>
        <ns0:spPr>
          <ns1:xfrm>
            <ns1:off x="619125" y="8474393"/>
            <ns1:ext cx="128588" cy="111442"/>
          </ns1:xfrm>
          <ns1:custGeom>
            <ns1:pathLst>
              <ns1:path w="128588" h="111442">
                <ns1:moveTo>
                  <ns1:pt x="0" y="51435"/>
                </ns1:moveTo>
                <ns1:lnTo>
                  <ns1:pt x="128588" y="0"/>
                </ns1:lnTo>
                <ns1:lnTo>
                  <ns1:pt x="128588" y="60007"/>
                </ns1:lnTo>
                <ns1:lnTo>
                  <ns1:pt x="0" y="111442"/>
                </ns1:lnTo>
                <ns1:close/>
              </ns1:path>
            </ns1:pathLst>
          </ns1:custGeom>
          <ns1:solidFill>
            <ns1:srgbClr val="101D28"/>
          </ns1:solidFill>
          <ns1:ln w="0">
            <ns1:noFill/>
            <ns1:prstDash val="solid"/>
          </ns1:ln>
        </ns0:spPr>
      </ns0:sp>
      <ns0:sp>
        <ns0:nvSpPr>
          <ns0:cNvPr id="161" name="trace:D18:content.auto.142">
            <ns1:extLst>
              <ns1:ext uri="{FF2B5EF4-FFF2-40B4-BE49-F238E27FC236}">
                <ns3:creationId id="{CE6404C5-6E63-473F-B5CE-2F1AC6637C22}"/>
              </ns1:ext>
            </ns1:extLst>
          </ns0:cNvPr>
          <ns0:cNvSpPr>
            <ns1:spLocks noGrp="1"/>
          </ns0:cNvSpPr>
          <ns0:nvPr/>
        </ns0:nvSpPr>
        <ns0:spPr>
          <ns1:xfrm>
            <ns1:off x="747713" y="8474393"/>
            <ns1:ext cx="128588" cy="111442"/>
          </ns1:xfrm>
          <ns1:custGeom>
            <ns1:pathLst>
              <ns1:path w="128588" h="111442">
                <ns1:moveTo>
                  <ns1:pt x="0" y="0"/>
                </ns1:moveTo>
                <ns1:lnTo>
                  <ns1:pt x="128588" y="0"/>
                </ns1:lnTo>
                <ns1:lnTo>
                  <ns1:pt x="128588" y="60007"/>
                </ns1:lnTo>
                <ns1:lnTo>
                  <ns1:pt x="0" y="111442"/>
                </ns1:lnTo>
                <ns1:close/>
              </ns1:path>
            </ns1:pathLst>
          </ns1:custGeom>
          <ns1:solidFill>
            <ns1:srgbClr val="C90817"/>
          </ns1:solidFill>
          <ns1:ln w="0">
            <ns1:noFill/>
            <ns1:prstDash val="solid"/>
          </ns1:ln>
        </ns0:spPr>
      </ns0:sp>
      <ns0:sp>
        <ns0:nvSpPr>
          <ns0:cNvPr id="162" name="trace:D18:footer.brand">
            <ns1:extLst>
              <ns1:ext uri="{FF2B5EF4-FFF2-40B4-BE49-F238E27FC236}">
                <ns3:creationId id="{331637B0-59D1-469F-8882-0E417656B63C}"/>
              </ns1:ext>
            </ns1:extLst>
          </ns0:cNvPr>
          <ns0:cNvSpPr>
            <ns1:spLocks noGrp="1"/>
          </ns0:cNvSpPr>
          <ns0:nvPr/>
        </ns0:nvSpPr>
        <ns0:spPr>
          <ns1:xfrm>
            <ns1:off x="1104900" y="8382000"/>
            <ns1:ext cx="165735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defRPr>
            </ns1:pPr>
            <ns1:r>
              <ns1:rPr sz="1575" b="1">
                <ns1:solidFill>
                  <ns1:srgbClr val="101D28"/>
                </ns1:solidFill>
                <ns1:latin typeface="Arial"/>
                <ns1:ea typeface="Arial"/>
                <ns1:cs typeface="Arial"/>
              </ns1:rPr>
              <ns1:t>提案クエスト</ns1:t>
            </ns1:r>
          </ns1:p>
        </ns0:txBody>
      </ns0:sp>
      <ns0:sp>
        <ns0:nvSpPr>
          <ns0:cNvPr id="163" name="trace:D18:content.auto.143">
            <ns1:extLst>
              <ns1:ext uri="{FF2B5EF4-FFF2-40B4-BE49-F238E27FC236}">
                <ns3:creationId id="{89B7F75B-2B41-436A-B721-B16E9E49B9CD}"/>
              </ns1:ext>
            </ns1:extLst>
          </ns0:cNvPr>
          <ns0:cNvSpPr>
            <ns1:spLocks noGrp="1"/>
          </ns0:cNvSpPr>
          <ns0:nvPr/>
        </ns0:nvSpPr>
        <ns0:spPr>
          <ns1:xfrm>
            <ns1:off x="2562225" y="8305800"/>
            <ns1:ext cx="9525" cy="419100"/>
          </ns1:xfrm>
          <ns1:prstGeom prst="line">
            <ns1:avLst/>
          </ns1:prstGeom>
          <ns1:noFill/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64" name="trace:D18:footer.tagline.jp">
            <ns1:extLst>
              <ns1:ext uri="{FF2B5EF4-FFF2-40B4-BE49-F238E27FC236}">
                <ns3:creationId id="{27EBDEAA-CAB5-4304-A215-63D32B697792}"/>
              </ns1:ext>
            </ns1:extLst>
          </ns0:cNvPr>
          <ns0:cNvSpPr>
            <ns1:spLocks noGrp="1"/>
          </ns0:cNvSpPr>
          <ns0:nvPr/>
        </ns0:nvSpPr>
        <ns0:spPr>
          <ns1:xfrm>
            <ns1:off x="2752725" y="8305800"/>
            <ns1:ext cx="3429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人とテクノロジーで、より良い社会をつくる</ns1:t>
            </ns1:r>
          </ns1:p>
        </ns0:txBody>
      </ns0:sp>
      <ns0:sp>
        <ns0:nvSpPr>
          <ns0:cNvPr id="165" name="trace:D18:footer.tagline.en">
            <ns1:extLst>
              <ns1:ext uri="{FF2B5EF4-FFF2-40B4-BE49-F238E27FC236}">
                <ns3:creationId id="{5440C0BA-A464-4A91-AD77-59F8151E8970}"/>
              </ns1:ext>
            </ns1:extLst>
          </ns0:cNvPr>
          <ns0:cNvSpPr>
            <ns1:spLocks noGrp="1"/>
          </ns0:cNvSpPr>
          <ns0:nvPr/>
        </ns0:nvSpPr>
        <ns0:spPr>
          <ns1:xfrm>
            <ns1:off x="2752725" y="8524875"/>
            <ns1:ext cx="342900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l">
              <ns1:def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defRPr>
            </ns1:pPr>
            <ns1:r>
              <ns1:rPr sz="1050" b="0">
                <ns1:solidFill>
                  <ns1:srgbClr val="526174"/>
                </ns1:solidFill>
                <ns1:latin typeface="Arial"/>
                <ns1:ea typeface="Arial"/>
                <ns1:cs typeface="Arial"/>
              </ns1:rPr>
              <ns1:t>Think Together, Create the Next.</ns1:t>
            </ns1:r>
          </ns1:p>
        </ns0:txBody>
      </ns0:sp>
      <ns0:sp>
        <ns0:nvSpPr>
          <ns0:cNvPr id="166" name="trace:D18:footer.date">
            <ns1:extLst>
              <ns1:ext uri="{FF2B5EF4-FFF2-40B4-BE49-F238E27FC236}">
                <ns3:creationId id="{79AA5420-602E-4E0F-96EA-DBF768A3734B}"/>
              </ns1:ext>
            </ns1:extLst>
          </ns0:cNvPr>
          <ns0:cNvSpPr>
            <ns1:spLocks noGrp="1"/>
          </ns0:cNvSpPr>
          <ns0:nvPr/>
        </ns0:nvSpPr>
        <ns0:spPr>
          <ns1:xfrm>
            <ns1:off x="14268450" y="8391525"/>
            <ns1:ext cx="1143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lIns="0" tIns="0" rIns="0" bIns="0" anchor="t">
            <ns1:noAutofit/>
          </ns1:bodyPr>
          <ns1:lstStyle/>
          <ns1:p>
            <ns1:pPr algn="r">
              <ns1:def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defRPr>
            </ns1:pPr>
            <ns1:r>
              <ns1:rPr sz="1125" b="1">
                <ns1:solidFill>
                  <ns1:srgbClr val="FFFFFF"/>
                </ns1:solidFill>
                <ns1:latin typeface="Arial"/>
                <ns1:ea typeface="Arial"/>
                <ns1:cs typeface="Arial"/>
              </ns1:rPr>
              <ns1:t>2026.08.26</ns1:t>
            </ns1:r>
          </ns1:p>
        </ns0:txBody>
      </ns0:sp>
      <ns0:sp>
        <ns0:nvSpPr>
          <ns0:cNvPr id="167" name="trace:D18:content.auto.144">
            <ns1:extLst>
              <ns1:ext uri="{FF2B5EF4-FFF2-40B4-BE49-F238E27FC236}">
                <ns3:creationId id="{0FDD2C6A-569C-4550-B5BF-0F8FB962343E}"/>
              </ns1:ext>
            </ns1:extLst>
          </ns0:cNvPr>
          <ns0:cNvSpPr>
            <ns1:spLocks noGrp="1"/>
          </ns0:cNvSpPr>
          <ns0:nvPr/>
        </ns0:nvSpPr>
        <ns0:spPr>
          <ns1:xfrm>
            <ns1:off x="15497175" y="8467725"/>
            <ns1:ext cx="333375" cy="9525"/>
          </ns1:xfrm>
          <ns1:prstGeom prst="line">
            <ns1:avLst/>
          </ns1:prstGeom>
          <ns1:noFill/>
          <ns1:ln w="9525">
            <ns1:solidFill>
              <ns1:srgbClr val="FFFFFF"/>
            </ns1:solidFill>
            <ns1:prstDash val="solid"/>
          </ns1:ln>
        </ns0:spPr>
      </ns0:sp>
    </ns0:spTree>
    <ns0:extLst>
      <ns0:ext uri="{BB962C8B-B14F-4D97-AF65-F5344CB8AC3E}">
        <ns4:creationId val="107629674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2026-09-20T13:22:17.7680000Z</dcterms:created>
  <dcterms:modified xsi:type="dcterms:W3CDTF">2026-09-20T13:22:17.7680000Z</dcterms:modified>
</coreProperties>
</file>