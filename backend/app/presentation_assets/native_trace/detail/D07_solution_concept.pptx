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fb1b0b2704c80" /><Relationship Type="http://schemas.openxmlformats.org/officeDocument/2006/relationships/extended-properties" Target="/docProps/app.xml" Id="R40c617669f4e4414" /><Relationship Type="http://schemas.openxmlformats.org/officeDocument/2006/relationships/officeDocument" Target="/ppt/presentation.xml" Id="R1c6f0f9b19c84e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d058180804085"/>
  </p:sldMasterIdLst>
  <p:notesMasterIdLst>
    <p:notesMasterId xmlns:r="http://schemas.openxmlformats.org/officeDocument/2006/relationships" r:id="R5db31858155c4312"/>
  </p:notesMasterIdLst>
  <p:sldIdLst>
    <p:sldId xmlns:r="http://schemas.openxmlformats.org/officeDocument/2006/relationships" id="256" r:id="Re9e56dd34c294606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4ad17f07b9413c" /><Relationship Type="http://schemas.openxmlformats.org/officeDocument/2006/relationships/slideMaster" Target="/ppt/slideMasters/slideMaster1.xml" Id="R63ad058180804085" /><Relationship Type="http://schemas.openxmlformats.org/officeDocument/2006/relationships/notesMaster" Target="/ppt/notesMasters/notesMaster1.xml" Id="R5db31858155c4312" /><Relationship Type="http://schemas.openxmlformats.org/officeDocument/2006/relationships/presProps" Target="/ppt/presProps.xml" Id="Re89dde1dd2994856" /><Relationship Type="http://schemas.openxmlformats.org/officeDocument/2006/relationships/tableStyles" Target="/ppt/tableStyles.xml" Id="R318fa5e256514643" /><Relationship Type="http://schemas.openxmlformats.org/officeDocument/2006/relationships/slide" Target="/ppt/slides/slide1.xml" Id="Re9e56dd34c2946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5046dd1e7c4e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1bdf0e2133446f" /><Relationship Type="http://schemas.openxmlformats.org/officeDocument/2006/relationships/notesMaster" Target="/ppt/notesMasters/notesMaster1.xml" Id="R40bcde0e2ee64a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D07 solution-concept detail replacement native trace. Canonical image is the sole visual authority. The right-side city visual is a limited crop only; all other visible content is editable native text and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b3165f90644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c2f66280b04764" /><Relationship Type="http://schemas.openxmlformats.org/officeDocument/2006/relationships/slideLayout" Target="/ppt/slideLayouts/slideLayout1.xml" Id="R1c85de18262440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85de18262440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fae6c67464753" /><Relationship Type="http://schemas.openxmlformats.org/officeDocument/2006/relationships/image" Target="/ppt/media/image.png" Id="Rdcb3d23f731c4eba" /><Relationship Type="http://schemas.openxmlformats.org/officeDocument/2006/relationships/notesSlide" Target="/ppt/notesSlides/notesSlide1.xml" Id="Rda3da97e7a694fd1" 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229" name="trace:D07:image.1"/>
          <ns0:cNvPicPr>
            <ns1:picLocks noChangeAspect="1"/>
          </ns0:cNvPicPr>
          <ns0:nvPr/>
        </ns0:nvPicPr>
        <ns0:blipFill>
          <ns1:blip ns2:embed="Rdcb3d23f731c4eba"/>
          <ns1:srcRect l="0" t="0" r="0" b="0"/>
          <ns1:stretch>
            <ns1:fillRect l="0" t="0" r="0" b="0"/>
          </ns1:stretch>
        </ns0:blipFill>
        <ns0:spPr>
          <ns1:xfrm>
            <ns1:off x="13601700" y="0"/>
            <ns1:ext cx="2324100" cy="6486525"/>
          </ns1:xfrm>
          <ns1:prstGeom prst="rect">
            <ns1:avLst/>
          </ns1:prstGeom>
        </ns0:spPr>
      </ns0:pic>
      <ns0:sp>
        <ns0:nvSpPr>
          <ns0:cNvPr id="2" name="trace:D07:content.auto">
            <ns1:extLst>
              <ns1:ext uri="{FF2B5EF4-FFF2-40B4-BE49-F238E27FC236}">
                <ns3:creationId id="{C0D61E6A-B8E3-4769-9755-D9BE09EDA3DD}"/>
              </ns1:ext>
            </ns1:extLst>
          </ns0:cNvPr>
          <ns0:cNvSpPr>
            <ns1:spLocks noGrp="1"/>
          </ns0:cNvSpPr>
          <ns0:nvPr/>
        </ns0:nvSpPr>
        <ns0:spPr>
          <ns1:xfrm>
            <ns1:off x="13601700" y="0"/>
            <ns1:ext cx="2324100" cy="11049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3" name="trace:D07:content.auto.2">
            <ns1:extLst>
              <ns1:ext uri="{FF2B5EF4-FFF2-40B4-BE49-F238E27FC236}">
                <ns3:creationId id="{5C06C828-D82E-4086-93A0-1E38E948C415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0"/>
            <ns1:ext cx="2838450" cy="4857750"/>
          </ns1:xfrm>
          <ns1:custGeom>
            <ns1:pathLst>
              <ns1:path w="2838450" h="4857750">
                <ns1:moveTo>
                  <ns1:pt x="1714500" y="0"/>
                </ns1:moveTo>
                <ns1:lnTo>
                  <ns1:pt x="2838450" y="0"/>
                </ns1:lnTo>
                <ns1:lnTo>
                  <ns1:pt x="1123950" y="4857750"/>
                </ns1:lnTo>
                <ns1:lnTo>
                  <ns1:pt x="0" y="48577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" name="trace:D07:content.auto.3">
            <ns1:extLst>
              <ns1:ext uri="{FF2B5EF4-FFF2-40B4-BE49-F238E27FC236}">
                <ns3:creationId id="{4A94CD71-9D52-4B20-B25C-C9B2DA8BF547}"/>
              </ns1:ext>
            </ns1:extLst>
          </ns0:cNvPr>
          <ns0:cNvSpPr>
            <ns1:spLocks noGrp="1"/>
          </ns0:cNvSpPr>
          <ns0:nvPr/>
        </ns0:nvSpPr>
        <ns0:spPr>
          <ns1:xfrm>
            <ns1:off x="11410950" y="0"/>
            <ns1:ext cx="2019300" cy="4857750"/>
          </ns1:xfrm>
          <ns1:custGeom>
            <ns1:pathLst>
              <ns1:path w="2019300" h="4857750">
                <ns1:moveTo>
                  <ns1:pt x="1714500" y="0"/>
                </ns1:moveTo>
                <ns1:lnTo>
                  <ns1:pt x="2019300" y="0"/>
                </ns1:lnTo>
                <ns1:lnTo>
                  <ns1:pt x="304800" y="4857750"/>
                </ns1:lnTo>
                <ns1:lnTo>
                  <ns1:pt x="0" y="485775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5" name="trace:D07:content.auto.4">
            <ns1:extLst>
              <ns1:ext uri="{FF2B5EF4-FFF2-40B4-BE49-F238E27FC236}">
                <ns3:creationId id="{C5B130C2-6FC4-4406-AFD6-8F41E651062F}"/>
              </ns1:ext>
            </ns1:extLst>
          </ns0:cNvPr>
          <ns0:cNvSpPr>
            <ns1:spLocks noGrp="1"/>
          </ns0:cNvSpPr>
          <ns0:nvPr/>
        </ns0:nvSpPr>
        <ns0:spPr>
          <ns1:xfrm>
            <ns1:off x="11715750" y="0"/>
            <ns1:ext cx="1905000" cy="4857750"/>
          </ns1:xfrm>
          <ns1:custGeom>
            <ns1:pathLst>
              <ns1:path w="1905000" h="4857750">
                <ns1:moveTo>
                  <ns1:pt x="1714500" y="0"/>
                </ns1:moveTo>
                <ns1:lnTo>
                  <ns1:pt x="1905000" y="0"/>
                </ns1:lnTo>
                <ns1:lnTo>
                  <ns1:pt x="190500" y="4857750"/>
                </ns1:lnTo>
                <ns1:lnTo>
                  <ns1:pt x="0" y="4857750"/>
                </ns1:lnTo>
                <ns1:close/>
              </ns1:path>
            </ns1:pathLst>
          </ns1:custGeom>
          <ns1:solidFill>
            <ns1:srgbClr val="E9EFF4"/>
          </ns1:solidFill>
          <ns1:ln w="0">
            <ns1:noFill/>
            <ns1:prstDash val="solid"/>
          </ns1:ln>
        </ns0:spPr>
      </ns0:sp>
      <ns0:sp>
        <ns0:nvSpPr>
          <ns0:cNvPr id="6" name="trace:D07:content.auto.5">
            <ns1:extLst>
              <ns1:ext uri="{FF2B5EF4-FFF2-40B4-BE49-F238E27FC236}">
                <ns3:creationId id="{B214B834-B90C-4E6D-90C0-6F09A8E589A7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0" y="7029450"/>
            <ns1:ext cx="3352800" cy="1933575"/>
          </ns1:xfrm>
          <ns1:custGeom>
            <ns1:pathLst>
              <ns1:path w="3352800" h="1933575">
                <ns1:moveTo>
                  <ns1:pt x="0" y="1933575"/>
                </ns1:moveTo>
                <ns1:lnTo>
                  <ns1:pt x="3352800" y="0"/>
                </ns1:lnTo>
                <ns1:lnTo>
                  <ns1:pt x="3352800" y="19335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" name="trace:D07:content.auto.6">
            <ns1:extLst>
              <ns1:ext uri="{FF2B5EF4-FFF2-40B4-BE49-F238E27FC236}">
                <ns3:creationId id="{3D4B3E32-297D-4FD0-A218-06C0FCD96003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7762875"/>
            <ns1:ext cx="2305050" cy="1200150"/>
          </ns1:xfrm>
          <ns1:custGeom>
            <ns1:pathLst>
              <ns1:path w="2305050" h="1200150">
                <ns1:moveTo>
                  <ns1:pt x="0" y="1200150"/>
                </ns1:moveTo>
                <ns1:lnTo>
                  <ns1:pt x="2305050" y="0"/>
                </ns1:lnTo>
                <ns1:lnTo>
                  <ns1:pt x="2305050" y="1200150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8" name="trace:D07:content.auto.7">
            <ns1:extLst>
              <ns1:ext uri="{FF2B5EF4-FFF2-40B4-BE49-F238E27FC236}">
                <ns3:creationId id="{47FEDD97-2C69-4BB3-83F7-AD9E4602B5EA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85750"/>
            <ns1:ext cx="666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D07</ns1:t>
            </ns1:r>
          </ns1:p>
        </ns0:txBody>
      </ns0:sp>
      <ns0:sp>
        <ns0:nvSpPr>
          <ns0:cNvPr id="9" name="trace:D07:content.auto.8">
            <ns1:extLst>
              <ns1:ext uri="{FF2B5EF4-FFF2-40B4-BE49-F238E27FC236}">
                <ns3:creationId id="{41021BB6-FFEC-47A9-84FA-4950E29ECB2E}"/>
              </ns1:ext>
            </ns1:extLst>
          </ns0:cNvPr>
          <ns0:cNvSpPr>
            <ns1:spLocks noGrp="1"/>
          </ns0:cNvSpPr>
          <ns0:nvPr/>
        </ns0:nvSpPr>
        <ns0:spPr>
          <ns1:xfrm>
            <ns1:off x="962025" y="285750"/>
            <ns1:ext cx="2095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提案方針</ns1:t>
            </ns1:r>
          </ns1:p>
        </ns0:txBody>
      </ns0:sp>
      <ns0:sp>
        <ns0:nvSpPr>
          <ns0:cNvPr id="10" name="trace:D07:header.brand">
            <ns1:extLst>
              <ns1:ext uri="{FF2B5EF4-FFF2-40B4-BE49-F238E27FC236}">
                <ns3:creationId id="{179065CC-2474-4795-AB9B-B9AEC98B1187}"/>
              </ns1:ext>
            </ns1:extLst>
          </ns0:cNvPr>
          <ns0:cNvSpPr>
            <ns1:spLocks noGrp="1"/>
          </ns0:cNvSpPr>
          <ns0:nvPr/>
        </ns0:nvSpPr>
        <ns0:spPr>
          <ns1:xfrm>
            <ns1:off x="9906000" y="285750"/>
            <ns1:ext cx="8382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21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提案</ns1:t>
            </ns1:r>
          </ns1:p>
        </ns0:txBody>
      </ns0:sp>
      <ns0:sp>
        <ns0:nvSpPr>
          <ns0:cNvPr id="11" name="trace:D07:header.brand.2">
            <ns1:extLst>
              <ns1:ext uri="{FF2B5EF4-FFF2-40B4-BE49-F238E27FC236}">
                <ns3:creationId id="{07FD7B48-ADB1-4F5A-8FD4-F227ECB18B1C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285750"/>
            <ns1:ext cx="14763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21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クエスト</ns1:t>
            </ns1:r>
          </ns1:p>
        </ns0:txBody>
      </ns0:sp>
      <ns0:sp>
        <ns0:nvSpPr>
          <ns0:cNvPr id="12" name="trace:D07:header.tagline">
            <ns1:extLst>
              <ns1:ext uri="{FF2B5EF4-FFF2-40B4-BE49-F238E27FC236}">
                <ns3:creationId id="{2A8EA2EA-C5FE-4FB8-A1BB-4BD386826419}"/>
              </ns1:ext>
            </ns1:extLst>
          </ns0:cNvPr>
          <ns0:cNvSpPr>
            <ns1:spLocks noGrp="1"/>
          </ns0:cNvSpPr>
          <ns0:nvPr/>
        </ns0:nvSpPr>
        <ns0:spPr>
          <ns1:xfrm>
            <ns1:off x="9791700" y="638175"/>
            <ns1:ext cx="2428875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13" name="trace:D07:header.message">
            <ns1:extLst>
              <ns1:ext uri="{FF2B5EF4-FFF2-40B4-BE49-F238E27FC236}">
                <ns3:creationId id="{16A9927A-7BA6-4DB1-AAB6-F315DA3BB6FA}"/>
              </ns1:ext>
            </ns1:extLst>
          </ns0:cNvPr>
          <ns0:cNvSpPr>
            <ns1:spLocks noGrp="1"/>
          </ns0:cNvSpPr>
          <ns0:nvPr/>
        </ns0:nvSpPr>
        <ns0:spPr>
          <ns1:xfrm>
            <ns1:off x="13973175" y="400050"/>
            <ns1:ext cx="161925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THINK TOGETHER,</ns1:t>
            </ns1:r>
          </ns1:p>
          <ns1:p>
            <ns1:pPr algn="l">
              <ns1:buNone/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CREATE THE NEXT.</ns1:t>
            </ns1:r>
          </ns1:p>
        </ns0:txBody>
      </ns0:sp>
      <ns0:sp>
        <ns0:nvSpPr>
          <ns0:cNvPr id="14" name="trace:D07:content.auto.9">
            <ns1:extLst>
              <ns1:ext uri="{FF2B5EF4-FFF2-40B4-BE49-F238E27FC236}">
                <ns3:creationId id="{35561A9F-2306-45D2-8DAF-991ABDB6E000}"/>
              </ns1:ext>
            </ns1:extLst>
          </ns0:cNvPr>
          <ns0:cNvSpPr>
            <ns1:spLocks noGrp="1"/>
          </ns0:cNvSpPr>
          <ns0:nvPr/>
        </ns0:nvSpPr>
        <ns0:spPr>
          <ns1:xfrm>
            <ns1:off x="13973175" y="904875"/>
            <ns1:ext cx="1314450" cy="9525"/>
          </ns1:xfrm>
          <ns1:prstGeom prst="line">
            <ns1:avLst/>
          </ns1:prstGeom>
          <ns1:noFill/>
          <ns1:ln w="9525">
            <ns1:solidFill>
              <ns1:srgbClr val="101D28"/>
            </ns1:solidFill>
            <ns1:prstDash val="solid"/>
          </ns1:ln>
        </ns0:spPr>
      </ns0:sp>
      <ns0:sp>
        <ns0:nvSpPr>
          <ns0:cNvPr id="15" name="trace:D07:content.auto.10">
            <ns1:extLst>
              <ns1:ext uri="{FF2B5EF4-FFF2-40B4-BE49-F238E27FC236}">
                <ns3:creationId id="{7031DDFB-0EF0-4CD8-AB3E-7B9FC5CED86E}"/>
              </ns1:ext>
            </ns1:extLst>
          </ns0:cNvPr>
          <ns0:cNvSpPr>
            <ns1:spLocks noGrp="1"/>
          </ns0:cNvSpPr>
          <ns0:nvPr/>
        </ns0:nvSpPr>
        <ns0:spPr>
          <ns1:xfrm>
            <ns1:off x="13973175" y="904875"/>
            <ns1:ext cx="333375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6" name="trace:D07:title.primary">
            <ns1:extLst>
              <ns1:ext uri="{FF2B5EF4-FFF2-40B4-BE49-F238E27FC236}">
                <ns3:creationId id="{0278B0F1-F538-4D8A-A986-D5B59B4D3FA8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723900"/>
            <ns1:ext cx="10572750" cy="819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ctr"/>
          <ns1:lstStyle/>
          <ns1:p>
            <ns1:pPr algn="l">
              <ns1:defRPr sz="4200" b="1">
                <ns1:latin typeface="Yu Gothic"/>
                <ns1:ea typeface="Yu Gothic"/>
                <ns1:cs typeface="Yu Gothic"/>
              </ns1:defRPr>
            </ns1:pPr>
            <ns1:r>
              <ns1:rPr sz="4200" b="1">
                <ns1:solidFill>
                  <ns1:srgbClr val="142742"/>
                </ns1:solidFill>
                <ns1:latin typeface="Yu Gothic"/>
                <ns1:ea typeface="Yu Gothic"/>
                <ns1:cs typeface="Yu Gothic"/>
              </ns1:rPr>
              <ns1:t>AIで、</ns1:t>
            </ns1:r>
            <ns1:r>
              <ns1:rPr sz="4200" b="1">
                <ns1:solidFill>
                  <ns1:srgbClr val="E71926"/>
                </ns1:solidFill>
                <ns1:latin typeface="Yu Gothic"/>
                <ns1:ea typeface="Yu Gothic"/>
                <ns1:cs typeface="Yu Gothic"/>
              </ns1:rPr>
              <ns1:t>提案業務</ns1:t>
            </ns1:r>
            <ns1:r>
              <ns1:rPr sz="4200" b="1">
                <ns1:solidFill>
                  <ns1:srgbClr val="142742"/>
                </ns1:solidFill>
                <ns1:latin typeface="Yu Gothic"/>
                <ns1:ea typeface="Yu Gothic"/>
                <ns1:cs typeface="Yu Gothic"/>
              </ns1:rPr>
              <ns1:t>を</ns1:t>
            </ns1:r>
            <ns1:r>
              <ns1:rPr sz="4200" b="1">
                <ns1:solidFill>
                  <ns1:srgbClr val="E71926"/>
                </ns1:solidFill>
                <ns1:latin typeface="Yu Gothic"/>
                <ns1:ea typeface="Yu Gothic"/>
                <ns1:cs typeface="Yu Gothic"/>
              </ns1:rPr>
              <ns1:t>次のステージ</ns1:t>
            </ns1:r>
            <ns1:r>
              <ns1:rPr sz="4200" b="1">
                <ns1:solidFill>
                  <ns1:srgbClr val="142742"/>
                </ns1:solidFill>
                <ns1:latin typeface="Yu Gothic"/>
                <ns1:ea typeface="Yu Gothic"/>
                <ns1:cs typeface="Yu Gothic"/>
              </ns1:rPr>
              <ns1:t>へ</ns1:t>
            </ns1:r>
          </ns1:p>
        </ns0:txBody>
      </ns0:sp>
      <ns0:sp>
        <ns0:nvSpPr>
          <ns0:cNvPr id="17" name="trace:D07:header.brand.3">
            <ns1:extLst>
              <ns1:ext uri="{FF2B5EF4-FFF2-40B4-BE49-F238E27FC236}">
                <ns3:creationId id="{7D5C822A-CA49-48D5-AA22-BE94B346133E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1619250"/>
            <ns1:ext cx="7905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72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72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提案クエストは、貴社の業務特性に最適化したAI活用により、</ns1:t>
            </ns1:r>
          </ns1:p>
        </ns0:txBody>
      </ns0:sp>
      <ns0:sp>
        <ns0:nvSpPr>
          <ns0:cNvPr id="18" name="trace:D07:title.primary.2">
            <ns1:extLst>
              <ns1:ext uri="{FF2B5EF4-FFF2-40B4-BE49-F238E27FC236}">
                <ns3:creationId id="{CFB63D17-1B7D-4B11-83FB-CDA168C71C3B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1952625"/>
            <ns1:ext cx="6191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7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提案資料・見積書・カンペの作成を一気通貫で支援し、</ns1:t>
            </ns1:r>
          </ns1:p>
        </ns0:txBody>
      </ns0:sp>
      <ns0:sp>
        <ns0:nvSpPr>
          <ns0:cNvPr id="19" name="trace:D07:title.primary.3">
            <ns1:extLst>
              <ns1:ext uri="{FF2B5EF4-FFF2-40B4-BE49-F238E27FC236}">
                <ns3:creationId id="{1E7F209A-97A4-407B-B4B8-0BBA16BF4D3A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1952625"/>
            <ns1:ext cx="2857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72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成果創出を加速します。</ns1:t>
            </ns1:r>
          </ns1:p>
        </ns0:txBody>
      </ns0:sp>
      <ns0:sp>
        <ns0:nvSpPr>
          <ns0:cNvPr id="20" name="trace:D07:content.auto.11">
            <ns1:extLst>
              <ns1:ext uri="{FF2B5EF4-FFF2-40B4-BE49-F238E27FC236}">
                <ns3:creationId id="{D2E488F3-3991-4C49-A507-114E7A16A467}"/>
              </ns1:ext>
            </ns1:extLst>
          </ns0:cNvPr>
          <ns0:cNvSpPr>
            <ns1:spLocks noGrp="1"/>
          </ns0:cNvSpPr>
          <ns0:nvPr/>
        </ns0:nvSpPr>
        <ns0:spPr>
          <ns1:xfrm>
            <ns1:off x="333375" y="2447925"/>
            <ns1:ext cx="4657725" cy="4419600"/>
          </ns1:xfrm>
          <ns1:prstGeom prst="roundRect">
            <ns1:avLst>
              <ns1:gd name="adj" fmla="val 2586"/>
            </ns1:avLst>
          </ns1:prstGeom>
          <ns1:solidFill>
            <ns1:srgbClr val="F7FBFE"/>
          </ns1:solidFill>
          <ns1:ln w="0">
            <ns1:noFill/>
            <ns1:prstDash val="solid"/>
          </ns1:ln>
        </ns0:spPr>
      </ns0:sp>
      <ns0:sp>
        <ns0:nvSpPr>
          <ns0:cNvPr id="21" name="trace:D07:content.auto.12">
            <ns1:extLst>
              <ns1:ext uri="{FF2B5EF4-FFF2-40B4-BE49-F238E27FC236}">
                <ns3:creationId id="{56CBBCFA-9491-4535-BD96-76BB771F347E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2619375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22" name="trace:D07:title.primary.4">
            <ns1:extLst>
              <ns1:ext uri="{FF2B5EF4-FFF2-40B4-BE49-F238E27FC236}">
                <ns3:creationId id="{BBAE69EC-4893-450A-8102-85A44543B5D0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514600"/>
            <ns1:ext cx="23812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基本コンセプト</ns1:t>
            </ns1:r>
          </ns1:p>
        </ns0:txBody>
      </ns0:sp>
      <ns0:sp>
        <ns0:nvSpPr>
          <ns0:cNvPr id="23" name="trace:D07:content.auto.13">
            <ns1:extLst>
              <ns1:ext uri="{FF2B5EF4-FFF2-40B4-BE49-F238E27FC236}">
                <ns3:creationId id="{AEE8FDDF-220E-42FF-A629-51E5303CAF0D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2876550"/>
            <ns1:ext cx="4400550" cy="3790950"/>
          </ns1:xfrm>
          <ns1:prstGeom prst="roundRect">
            <ns1:avLst>
              <ns1:gd name="adj" fmla="val 3015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24" name="trace:D07:content.auto.14">
            <ns1:extLst>
              <ns1:ext uri="{FF2B5EF4-FFF2-40B4-BE49-F238E27FC236}">
                <ns3:creationId id="{2FFA9BF9-BDF9-4E9A-BD38-B9C60C27B177}"/>
              </ns1:ext>
            </ns1:extLst>
          </ns0:cNvPr>
          <ns0:cNvSpPr>
            <ns1:spLocks noGrp="1"/>
          </ns0:cNvSpPr>
          <ns0:nvPr/>
        </ns0:nvSpPr>
        <ns0:spPr>
          <ns1:xfrm>
            <ns1:off x="647700" y="3057525"/>
            <ns1:ext cx="238125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23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「人の強み × </ns1:t>
            </ns1:r>
          </ns1:p>
        </ns0:txBody>
      </ns0:sp>
      <ns0:sp>
        <ns0:nvSpPr>
          <ns0:cNvPr id="25" name="trace:D07:content.auto.15">
            <ns1:extLst>
              <ns1:ext uri="{FF2B5EF4-FFF2-40B4-BE49-F238E27FC236}">
                <ns3:creationId id="{1B515E68-1DF7-4D2B-AF02-0B4F44A6FEB7}"/>
              </ns1:ext>
            </ns1:extLst>
          </ns0:cNvPr>
          <ns0:cNvSpPr>
            <ns1:spLocks noGrp="1"/>
          </ns0:cNvSpPr>
          <ns0:nvPr/>
        </ns0:nvSpPr>
        <ns0:spPr>
          <ns1:xfrm>
            <ns1:off x="2724150" y="3057525"/>
            <ns1:ext cx="1905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23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AIの効率」</ns1:t>
            </ns1:r>
          </ns1:p>
        </ns0:txBody>
      </ns0:sp>
      <ns0:sp>
        <ns0:nvSpPr>
          <ns0:cNvPr id="26" name="trace:D07:title.primary.5">
            <ns1:extLst>
              <ns1:ext uri="{FF2B5EF4-FFF2-40B4-BE49-F238E27FC236}">
                <ns3:creationId id="{D9230874-1187-46F4-ABD4-2626E1B95F47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3590925"/>
            <ns1:ext cx="3810000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5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AIを“代替”ではなく“パートナー”として活用し、</ns1:t>
            </ns1:r>
          </ns1:p>
        </ns0:txBody>
      </ns0:sp>
      <ns0:sp>
        <ns0:nvSpPr>
          <ns0:cNvPr id="27" name="trace:D07:lead">
            <ns1:extLst>
              <ns1:ext uri="{FF2B5EF4-FFF2-40B4-BE49-F238E27FC236}">
                <ns3:creationId id="{33BB1DE8-7294-442E-A3FA-7A9641CD7144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3867150"/>
            <ns1:ext cx="3905250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5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人にしかできない提案の価値創造に集中できる</ns1:t>
            </ns1:r>
          </ns1:p>
        </ns0:txBody>
      </ns0:sp>
      <ns0:sp>
        <ns0:nvSpPr>
          <ns0:cNvPr id="28" name="trace:D07:content.auto.16">
            <ns1:extLst>
              <ns1:ext uri="{FF2B5EF4-FFF2-40B4-BE49-F238E27FC236}">
                <ns3:creationId id="{A24848E0-2696-41E8-8115-02B10A0EFBEB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4143375"/>
            <ns1:ext cx="2857500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5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環境を実現します。</ns1:t>
            </ns1:r>
          </ns1:p>
        </ns0:txBody>
      </ns0:sp>
      <ns0:sp>
        <ns0:nvSpPr>
          <ns0:cNvPr id="29" name="trace:D07:content.auto.17">
            <ns1:extLst>
              <ns1:ext uri="{FF2B5EF4-FFF2-40B4-BE49-F238E27FC236}">
                <ns3:creationId id="{9E24BB2B-2ECD-4A89-8EDE-AC05A3FD823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362450"/>
            <ns1:ext cx="2343150" cy="188595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30" name="trace:D07:content.auto.18">
            <ns1:extLst>
              <ns1:ext uri="{FF2B5EF4-FFF2-40B4-BE49-F238E27FC236}">
                <ns3:creationId id="{EE384258-B76E-4A2E-9F22-F703C52DBEDF}"/>
              </ns1:ext>
            </ns1:extLst>
          </ns0:cNvPr>
          <ns0:cNvSpPr>
            <ns1:spLocks noGrp="1"/>
          </ns0:cNvSpPr>
          <ns0:nvPr/>
        </ns0:nvSpPr>
        <ns0:spPr>
          <ns1:xfrm>
            <ns1:off x="1466469" y="4730877"/>
            <ns1:ext cx="210312" cy="210312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31" name="trace:D07:content.auto.19">
            <ns1:extLst>
              <ns1:ext uri="{FF2B5EF4-FFF2-40B4-BE49-F238E27FC236}">
                <ns3:creationId id="{687545E6-9F52-40D2-9D8E-2C0E020AD368}"/>
              </ns1:ext>
            </ns1:extLst>
          </ns0:cNvPr>
          <ns0:cNvSpPr>
            <ns1:spLocks noGrp="1"/>
          </ns0:cNvSpPr>
          <ns0:nvPr/>
        </ns0:nvSpPr>
        <ns0:spPr>
          <ns1:xfrm>
            <ns1:off x="1308735" y="5098923"/>
            <ns1:ext cx="525780" cy="297942"/>
          </ns1:xfrm>
          <ns1:custGeom>
            <ns1:pathLst>
              <ns1:path w="525780" h="297942">
                <ns1:moveTo>
                  <ns1:pt x="0" y="297942"/>
                </ns1:moveTo>
                <ns1:lnTo>
                  <ns1:pt x="61341" y="70104"/>
                </ns1:lnTo>
                <ns1:lnTo>
                  <ns1:pt x="192786" y="0"/>
                </ns1:lnTo>
                <ns1:lnTo>
                  <ns1:pt x="332994" y="0"/>
                </ns1:lnTo>
                <ns1:lnTo>
                  <ns1:pt x="464439" y="70104"/>
                </ns1:lnTo>
                <ns1:lnTo>
                  <ns1:pt x="525780" y="297942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32" name="trace:D07:content.auto.20">
            <ns1:extLst>
              <ns1:ext uri="{FF2B5EF4-FFF2-40B4-BE49-F238E27FC236}">
                <ns3:creationId id="{EC4D416E-EBBD-4753-B960-AB4988526A0B}"/>
              </ns1:ext>
            </ns1:extLst>
          </ns0:cNvPr>
          <ns0:cNvSpPr>
            <ns1:spLocks noGrp="1"/>
          </ns0:cNvSpPr>
          <ns0:nvPr/>
        </ns0:nvSpPr>
        <ns0:spPr>
          <ns1:xfrm>
            <ns1:off x="1370076" y="5396865"/>
            <ns1:ext cx="403098" cy="95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33" name="trace:D07:content.auto.21">
            <ns1:extLst>
              <ns1:ext uri="{FF2B5EF4-FFF2-40B4-BE49-F238E27FC236}">
                <ns3:creationId id="{D09DAB03-3B51-49BA-8A84-DEED2094E90E}"/>
              </ns1:ext>
            </ns1:extLst>
          </ns0:cNvPr>
          <ns0:cNvSpPr>
            <ns1:spLocks noGrp="1"/>
          </ns0:cNvSpPr>
          <ns0:nvPr/>
        </ns0:nvSpPr>
        <ns0:spPr>
          <ns1:xfrm>
            <ns1:off x="1019175" y="5334000"/>
            <ns1:ext cx="1524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人の強み</ns1:t>
            </ns1:r>
          </ns1:p>
        </ns0:txBody>
      </ns0:sp>
      <ns0:sp>
        <ns0:nvSpPr>
          <ns0:cNvPr id="34" name="trace:D07:content.auto.22">
            <ns1:extLst>
              <ns1:ext uri="{FF2B5EF4-FFF2-40B4-BE49-F238E27FC236}">
                <ns3:creationId id="{B5B320D6-F649-4D90-9B84-2D57A590D793}"/>
              </ns1:ext>
            </ns1:extLst>
          </ns0:cNvPr>
          <ns0:cNvSpPr>
            <ns1:spLocks noGrp="1"/>
          </ns0:cNvSpPr>
          <ns0:nvPr/>
        </ns0:nvSpPr>
        <ns0:spPr>
          <ns1:xfrm>
            <ns1:off x="866775" y="5715000"/>
            <ns1:ext cx="190500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・顧客理解</ns1:t>
            </ns1:r>
          </ns1:p>
          <ns1:p>
            <ns1:pPr algn="l">
              <ns1:buNone/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・関係構築</ns1:t>
            </ns1:r>
          </ns1:p>
          <ns1:p>
            <ns1:pPr algn="l">
              <ns1:buNone/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・提案の最終判断</ns1:t>
            </ns1:r>
          </ns1:p>
        </ns0:txBody>
      </ns0:sp>
      <ns0:sp>
        <ns0:nvSpPr>
          <ns0:cNvPr id="35" name="trace:D07:content.auto.23">
            <ns1:extLst>
              <ns1:ext uri="{FF2B5EF4-FFF2-40B4-BE49-F238E27FC236}">
                <ns3:creationId id="{D5DF7A67-1A49-4C28-AED8-22D67A0E6DFF}"/>
              </ns1:ext>
            </ns1:extLst>
          </ns0:cNvPr>
          <ns0:cNvSpPr>
            <ns1:spLocks noGrp="1"/>
          </ns0:cNvSpPr>
          <ns0:nvPr/>
        </ns0:nvSpPr>
        <ns0:spPr>
          <ns1:xfrm>
            <ns1:off x="2590800" y="4362450"/>
            <ns1:ext cx="2343150" cy="1885950"/>
          </ns1:xfrm>
          <ns1:prstGeom prst="ellipse">
            <ns1:avLst/>
          </ns1:pr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41" name="trace:D07:content.auto.24">
            <ns1:extLst>
              <ns1:ext uri="{FF2B5EF4-FFF2-40B4-BE49-F238E27FC236}">
                <ns3:creationId id="{958612AD-8029-40C6-8130-BCA257FB3AB7}"/>
              </ns1:ext>
            </ns1:extLst>
          </ns0:cNvPr>
          <ns0:cNvSpPr>
            <ns1:spLocks noGrp="1"/>
          </ns0:cNvSpPr>
          <ns0:nvPr/>
        </ns0:nvSpPr>
        <ns0:spPr>
          <ns1:xfrm>
            <ns1:off x="3105150" y="5334000"/>
            <ns1:ext cx="1524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6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AIの効率</ns1:t>
            </ns1:r>
          </ns1:p>
        </ns0:txBody>
      </ns0:sp>
      <ns0:sp>
        <ns0:nvSpPr>
          <ns0:cNvPr id="42" name="trace:D07:content.auto.25">
            <ns1:extLst>
              <ns1:ext uri="{FF2B5EF4-FFF2-40B4-BE49-F238E27FC236}">
                <ns3:creationId id="{A7D88AFA-B547-45A4-B69D-F778A953FE59}"/>
              </ns1:ext>
            </ns1:extLst>
          </ns0:cNvPr>
          <ns0:cNvSpPr>
            <ns1:spLocks noGrp="1"/>
          </ns0:cNvSpPr>
          <ns0:nvPr/>
        </ns0:nvSpPr>
        <ns0:spPr>
          <ns1:xfrm>
            <ns1:off x="2790825" y="5715000"/>
            <ns1:ext cx="20002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・情報収集・分析</ns1:t>
            </ns1:r>
          </ns1:p>
          <ns1:p>
            <ns1:pPr algn="l">
              <ns1:buNone/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・資料・見積書の自動生成</ns1:t>
            </ns1:r>
          </ns1:p>
          <ns1:p>
            <ns1:pPr algn="l">
              <ns1:buNone/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・提案ストーリーの整理</ns1:t>
            </ns1:r>
          </ns1:p>
        </ns0:txBody>
      </ns0:sp>
      <ns0:sp>
        <ns0:nvSpPr>
          <ns0:cNvPr id="43" name="trace:D07:content.auto.26">
            <ns1:extLst>
              <ns1:ext uri="{FF2B5EF4-FFF2-40B4-BE49-F238E27FC236}">
                <ns3:creationId id="{A8049740-F0D1-4AC9-9891-96D9AC2C768C}"/>
              </ns1:ext>
            </ns1:extLst>
          </ns0:cNvPr>
          <ns0:cNvSpPr>
            <ns1:spLocks noGrp="1"/>
          </ns0:cNvSpPr>
          <ns0:nvPr/>
        </ns0:nvSpPr>
        <ns0:spPr>
          <ns1:xfrm>
            <ns1:off x="2486025" y="5143500"/>
            <ns1:ext cx="4000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2325" b="1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2325" b="1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×</ns1:t>
            </ns1:r>
          </ns1:p>
        </ns0:txBody>
      </ns0:sp>
      <ns0:sp>
        <ns0:nvSpPr>
          <ns0:cNvPr id="44" name="trace:D07:content.auto.27">
            <ns1:extLst>
              <ns1:ext uri="{FF2B5EF4-FFF2-40B4-BE49-F238E27FC236}">
                <ns3:creationId id="{EBA0C640-1B38-446E-8F3C-4B991F1CE6FC}"/>
              </ns1:ext>
            </ns1:extLst>
          </ns0:cNvPr>
          <ns0:cNvSpPr>
            <ns1:spLocks noGrp="1"/>
          </ns0:cNvSpPr>
          <ns0:nvPr/>
        </ns0:nvSpPr>
        <ns0:spPr>
          <ns1:xfrm>
            <ns1:off x="2461260" y="6279261"/>
            <ns1:ext cx="240030" cy="144018"/>
          </ns1:xfrm>
          <ns1:custGeom>
            <ns1:pathLst>
              <ns1:path w="240030" h="144018">
                <ns1:moveTo>
                  <ns1:pt x="0" y="0"/>
                </ns1:moveTo>
                <ns1:lnTo>
                  <ns1:pt x="240030" y="0"/>
                </ns1:lnTo>
                <ns1:lnTo>
                  <ns1:pt x="120015" y="144018"/>
                </ns1:lnTo>
                <ns1:close/>
              </ns1:path>
            </ns1:pathLst>
          </ns1:custGeom>
          <ns1:solidFill>
            <ns1:srgbClr val="9BAABD"/>
          </ns1:solidFill>
          <ns1:ln w="0">
            <ns1:noFill/>
            <ns1:prstDash val="solid"/>
          </ns1:ln>
        </ns0:spPr>
      </ns0:sp>
      <ns0:sp>
        <ns0:nvSpPr>
          <ns0:cNvPr id="45" name="trace:D07:content.auto.28">
            <ns1:extLst>
              <ns1:ext uri="{FF2B5EF4-FFF2-40B4-BE49-F238E27FC236}">
                <ns3:creationId id="{7A77BD2C-9281-4781-A38E-3A8C93845CD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296025"/>
            <ns1:ext cx="4095750" cy="371475"/>
          </ns1:xfrm>
          <ns1:prstGeom prst="roundRect">
            <ns1:avLst>
              <ns1:gd name="adj" fmla="val 30769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6" name="trace:D07:content.auto.29">
            <ns1:extLst>
              <ns1:ext uri="{FF2B5EF4-FFF2-40B4-BE49-F238E27FC236}">
                <ns3:creationId id="{2C10B604-9830-4407-84B4-72FA34E341CD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6381750"/>
            <ns1:ext cx="38290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より多くの提案機会を、より高い成果で</ns1:t>
            </ns1:r>
          </ns1:p>
        </ns0:txBody>
      </ns0:sp>
      <ns0:sp>
        <ns0:nvSpPr>
          <ns0:cNvPr id="47" name="trace:D07:content.auto.30">
            <ns1:extLst>
              <ns1:ext uri="{FF2B5EF4-FFF2-40B4-BE49-F238E27FC236}">
                <ns3:creationId id="{BA375393-D4B1-46BF-9ABC-C8E0C9C77865}"/>
              </ns1:ext>
            </ns1:extLst>
          </ns0:cNvPr>
          <ns0:cNvSpPr>
            <ns1:spLocks noGrp="1"/>
          </ns0:cNvSpPr>
          <ns0:nvPr/>
        </ns0:nvSpPr>
        <ns0:spPr>
          <ns1:xfrm>
            <ns1:off x="5095875" y="2447925"/>
            <ns1:ext cx="6419850" cy="4419600"/>
          </ns1:xfrm>
          <ns1:prstGeom prst="roundRect">
            <ns1:avLst>
              <ns1:gd name="adj" fmla="val 2586"/>
            </ns1:avLst>
          </ns1:prstGeom>
          <ns1:solidFill>
            <ns1:srgbClr val="F7FBFE"/>
          </ns1:solidFill>
          <ns1:ln w="0">
            <ns1:noFill/>
            <ns1:prstDash val="solid"/>
          </ns1:ln>
        </ns0:spPr>
      </ns0:sp>
      <ns0:sp>
        <ns0:nvSpPr>
          <ns0:cNvPr id="48" name="trace:D07:content.auto.31">
            <ns1:extLst>
              <ns1:ext uri="{FF2B5EF4-FFF2-40B4-BE49-F238E27FC236}">
                <ns3:creationId id="{5AC8C54F-EC16-4593-A56A-AF2D4772D45F}"/>
              </ns1:ext>
            </ns1:extLst>
          </ns0:cNvPr>
          <ns0:cNvSpPr>
            <ns1:spLocks noGrp="1"/>
          </ns0:cNvSpPr>
          <ns0:nvPr/>
        </ns0:nvSpPr>
        <ns0:spPr>
          <ns1:xfrm>
            <ns1:off x="5219700" y="2619375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49" name="trace:D07:title.primary.6">
            <ns1:extLst>
              <ns1:ext uri="{FF2B5EF4-FFF2-40B4-BE49-F238E27FC236}">
                <ns3:creationId id="{7564CAA5-011A-4187-B550-E951039008AA}"/>
              </ns1:ext>
            </ns1:extLst>
          </ns0:cNvPr>
          <ns0:cNvSpPr>
            <ns1:spLocks noGrp="1"/>
          </ns0:cNvSpPr>
          <ns0:nvPr/>
        </ns0:nvSpPr>
        <ns0:spPr>
          <ns1:xfrm>
            <ns1:off x="5543550" y="2514600"/>
            <ns1:ext cx="2476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提案方針の全体像</ns1:t>
            </ns1:r>
          </ns1:p>
        </ns0:txBody>
      </ns0:sp>
      <ns0:sp>
        <ns0:nvSpPr>
          <ns0:cNvPr id="50" name="trace:D07:content.auto.32">
            <ns1:extLst>
              <ns1:ext uri="{FF2B5EF4-FFF2-40B4-BE49-F238E27FC236}">
                <ns3:creationId id="{C59774EB-4FF5-445A-B30B-949BEE0739F7}"/>
              </ns1:ext>
            </ns1:extLst>
          </ns0:cNvPr>
          <ns0:cNvSpPr>
            <ns1:spLocks noGrp="1"/>
          </ns0:cNvSpPr>
          <ns0:nvPr/>
        </ns0:nvSpPr>
        <ns0:spPr>
          <ns1:xfrm>
            <ns1:off x="5219700" y="2876550"/>
            <ns1:ext cx="6172200" cy="495300"/>
          </ns1:xfrm>
          <ns1:prstGeom prst="roundRect">
            <ns1:avLst>
              <ns1:gd name="adj" fmla="val 23077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51" name="trace:D07:title.primary.7">
            <ns1:extLst>
              <ns1:ext uri="{FF2B5EF4-FFF2-40B4-BE49-F238E27FC236}">
                <ns3:creationId id="{80235400-E912-44F3-8B1F-35A5B0D099DA}"/>
              </ns1:ext>
            </ns1:extLst>
          </ns0:cNvPr>
          <ns0:cNvSpPr>
            <ns1:spLocks noGrp="1"/>
          </ns0:cNvSpPr>
          <ns0:nvPr/>
        </ns0:nvSpPr>
        <ns0:spPr>
          <ns1:xfrm>
            <ns1:off x="5343525" y="2933700"/>
            <ns1:ext cx="409575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3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業務の全工程をカバーする一気通貫の支援で、</ns1:t>
            </ns1:r>
          </ns1:p>
        </ns0:txBody>
      </ns0:sp>
      <ns0:sp>
        <ns0:nvSpPr>
          <ns0:cNvPr id="52" name="trace:D07:title.primary.8">
            <ns1:extLst>
              <ns1:ext uri="{FF2B5EF4-FFF2-40B4-BE49-F238E27FC236}">
                <ns3:creationId id="{6D2BC19E-3DFC-4E14-9A67-7E47117B0D9D}"/>
              </ns1:ext>
            </ns1:extLst>
          </ns0:cNvPr>
          <ns0:cNvSpPr>
            <ns1:spLocks noGrp="1"/>
          </ns0:cNvSpPr>
          <ns0:nvPr/>
        </ns0:nvSpPr>
        <ns0:spPr>
          <ns1:xfrm>
            <ns1:off x="5343525" y="3162300"/>
            <ns1:ext cx="466725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3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提案業務の効率化と品質向上を同時に実現します。</ns1:t>
            </ns1:r>
          </ns1:p>
        </ns0:txBody>
      </ns0:sp>
      <ns0:sp>
        <ns0:nvSpPr>
          <ns0:cNvPr id="53" name="trace:D07:content.auto.33">
            <ns1:extLst>
              <ns1:ext uri="{FF2B5EF4-FFF2-40B4-BE49-F238E27FC236}">
                <ns3:creationId id="{504D5AF1-AFA4-4C62-88B5-BF89A72DEEE1}"/>
              </ns1:ext>
            </ns1:extLst>
          </ns0:cNvPr>
          <ns0:cNvSpPr>
            <ns1:spLocks noGrp="1"/>
          </ns0:cNvSpPr>
          <ns0:nvPr/>
        </ns0:nvSpPr>
        <ns0:spPr>
          <ns1:xfrm>
            <ns1:off x="5219700" y="3486150"/>
            <ns1:ext cx="1504950" cy="1009650"/>
          </ns1:xfrm>
          <ns1:custGeom>
            <ns1:pathLst>
              <ns1:path w="1504950" h="1009650">
                <ns1:moveTo>
                  <ns1:pt x="0" y="0"/>
                </ns1:moveTo>
                <ns1:lnTo>
                  <ns1:pt x="1333500" y="0"/>
                </ns1:lnTo>
                <ns1:lnTo>
                  <ns1:pt x="1504950" y="504825"/>
                </ns1:lnTo>
                <ns1:lnTo>
                  <ns1:pt x="1333500" y="1009650"/>
                </ns1:lnTo>
                <ns1:lnTo>
                  <ns1:pt x="0" y="1009650"/>
                </ns1:lnTo>
                <ns1:close/>
              </ns1:path>
            </ns1:pathLst>
          </ns1:cu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54" name="trace:D07:content.auto.34">
            <ns1:extLst>
              <ns1:ext uri="{FF2B5EF4-FFF2-40B4-BE49-F238E27FC236}">
                <ns3:creationId id="{D8571DCD-361C-4F44-B320-F95BAAE514C7}"/>
              </ns1:ext>
            </ns1:extLst>
          </ns0:cNvPr>
          <ns0:cNvSpPr>
            <ns1:spLocks noGrp="1"/>
          </ns0:cNvSpPr>
          <ns0:nvPr/>
        </ns0:nvSpPr>
        <ns0:spPr>
          <ns1:xfrm>
            <ns1:off x="5410200" y="3676650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2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インプット</ns1:t>
            </ns1:r>
          </ns1:p>
        </ns0:txBody>
      </ns0:sp>
      <ns0:sp>
        <ns0:nvSpPr>
          <ns0:cNvPr id="55" name="trace:D07:content.auto.35">
            <ns1:extLst>
              <ns1:ext uri="{FF2B5EF4-FFF2-40B4-BE49-F238E27FC236}">
                <ns3:creationId id="{2C6E7E47-E573-42BB-A932-8F68155E287C}"/>
              </ns1:ext>
            </ns1:extLst>
          </ns0:cNvPr>
          <ns0:cNvSpPr>
            <ns1:spLocks noGrp="1"/>
          </ns0:cNvSpPr>
          <ns0:nvPr/>
        </ns0:nvSpPr>
        <ns0:spPr>
          <ns1:xfrm>
            <ns1:off x="5391150" y="3924300"/>
            <ns1:ext cx="11620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12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情報収集</ns1:t>
            </ns1:r>
          </ns1:p>
        </ns0:txBody>
      </ns0:sp>
      <ns0:sp>
        <ns0:nvSpPr>
          <ns0:cNvPr id="56" name="trace:D07:content.auto.36">
            <ns1:extLst>
              <ns1:ext uri="{FF2B5EF4-FFF2-40B4-BE49-F238E27FC236}">
                <ns3:creationId id="{97343456-3C0E-4E16-B5E8-165524E9D8F9}"/>
              </ns1:ext>
            </ns1:extLst>
          </ns0:cNvPr>
          <ns0:cNvSpPr>
            <ns1:spLocks noGrp="1"/>
          </ns0:cNvSpPr>
          <ns0:nvPr/>
        </ns0:nvSpPr>
        <ns0:spPr>
          <ns1:xfrm>
            <ns1:off x="5791581" y="4165854"/>
            <ns1:ext cx="304038" cy="80010"/>
          </ns1:xfrm>
          <ns1:prstGeom prst="ellipse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57" name="trace:D07:content.auto.37">
            <ns1:extLst>
              <ns1:ext uri="{FF2B5EF4-FFF2-40B4-BE49-F238E27FC236}">
                <ns3:creationId id="{54F6DB63-7A5E-43C5-B67D-E7B0A2C06842}"/>
              </ns1:ext>
            </ns1:extLst>
          </ns0:cNvPr>
          <ns0:cNvSpPr>
            <ns1:spLocks noGrp="1"/>
          </ns0:cNvSpPr>
          <ns0:nvPr/>
        </ns0:nvSpPr>
        <ns0:spPr>
          <ns1:xfrm>
            <ns1:off x="5791581" y="4205859"/>
            <ns1:ext cx="9525" cy="216027"/>
          </ns1:xfrm>
          <ns1:prstGeom prst="line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58" name="trace:D07:content.auto.38">
            <ns1:extLst>
              <ns1:ext uri="{FF2B5EF4-FFF2-40B4-BE49-F238E27FC236}">
                <ns3:creationId id="{A31EC708-91AE-4E6E-BB3B-D9EFB80FABA0}"/>
              </ns1:ext>
            </ns1:extLst>
          </ns0:cNvPr>
          <ns0:cNvSpPr>
            <ns1:spLocks noGrp="1"/>
          </ns0:cNvSpPr>
          <ns0:nvPr/>
        </ns0:nvSpPr>
        <ns0:spPr>
          <ns1:xfrm>
            <ns1:off x="6095619" y="4205859"/>
            <ns1:ext cx="9525" cy="216027"/>
          </ns1:xfrm>
          <ns1:prstGeom prst="line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59" name="trace:D07:content.auto.39">
            <ns1:extLst>
              <ns1:ext uri="{FF2B5EF4-FFF2-40B4-BE49-F238E27FC236}">
                <ns3:creationId id="{510A0696-B333-42FF-9EC3-0AF276D2E5FC}"/>
              </ns1:ext>
            </ns1:extLst>
          </ns0:cNvPr>
          <ns0:cNvSpPr>
            <ns1:spLocks noGrp="1"/>
          </ns0:cNvSpPr>
          <ns0:nvPr/>
        </ns0:nvSpPr>
        <ns0:spPr>
          <ns1:xfrm>
            <ns1:off x="5791581" y="4381881"/>
            <ns1:ext cx="304038" cy="80010"/>
          </ns1:xfrm>
          <ns1:prstGeom prst="ellipse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60" name="trace:D07:content.auto.40">
            <ns1:extLst>
              <ns1:ext uri="{FF2B5EF4-FFF2-40B4-BE49-F238E27FC236}">
                <ns3:creationId id="{9D2C1BE4-83C9-4361-B030-5FCFD1D64753}"/>
              </ns1:ext>
            </ns1:extLst>
          </ns0:cNvPr>
          <ns0:cNvSpPr>
            <ns1:spLocks noGrp="1"/>
          </ns0:cNvSpPr>
          <ns0:nvPr/>
        </ns0:nvSpPr>
        <ns0:spPr>
          <ns1:xfrm>
            <ns1:off x="6724650" y="3486150"/>
            <ns1:ext cx="1504950" cy="1009650"/>
          </ns1:xfrm>
          <ns1:custGeom>
            <ns1:pathLst>
              <ns1:path w="1504950" h="1009650">
                <ns1:moveTo>
                  <ns1:pt x="0" y="0"/>
                </ns1:moveTo>
                <ns1:lnTo>
                  <ns1:pt x="1333500" y="0"/>
                </ns1:lnTo>
                <ns1:lnTo>
                  <ns1:pt x="1504950" y="504825"/>
                </ns1:lnTo>
                <ns1:lnTo>
                  <ns1:pt x="1333500" y="1009650"/>
                </ns1:lnTo>
                <ns1:lnTo>
                  <ns1:pt x="0" y="1009650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61" name="trace:D07:content.auto.41">
            <ns1:extLst>
              <ns1:ext uri="{FF2B5EF4-FFF2-40B4-BE49-F238E27FC236}">
                <ns3:creationId id="{A2ABEA47-91EE-4F36-A6DB-3B32E3C652A9}"/>
              </ns1:ext>
            </ns1:extLst>
          </ns0:cNvPr>
          <ns0:cNvSpPr>
            <ns1:spLocks noGrp="1"/>
          </ns0:cNvSpPr>
          <ns0:nvPr/>
        </ns0:nvSpPr>
        <ns0:spPr>
          <ns1:xfrm>
            <ns1:off x="6915150" y="3676650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分析・構成</ns1:t>
            </ns1:r>
          </ns1:p>
        </ns0:txBody>
      </ns0:sp>
      <ns0:sp>
        <ns0:nvSpPr>
          <ns0:cNvPr id="62" name="trace:D07:content.auto.42">
            <ns1:extLst>
              <ns1:ext uri="{FF2B5EF4-FFF2-40B4-BE49-F238E27FC236}">
                <ns3:creationId id="{8243601D-1EB2-4C5A-8277-AC899163DCA7}"/>
              </ns1:ext>
            </ns1:extLst>
          </ns0:cNvPr>
          <ns0:cNvSpPr>
            <ns1:spLocks noGrp="1"/>
          </ns0:cNvSpPr>
          <ns0:nvPr/>
        </ns0:nvSpPr>
        <ns0:spPr>
          <ns1:xfrm>
            <ns1:off x="6896100" y="3924300"/>
            <ns1:ext cx="11620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1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AIによる整理</ns1:t>
            </ns1:r>
          </ns1:p>
        </ns0:txBody>
      </ns0:sp>
      <ns0:sp>
        <ns0:nvSpPr>
          <ns0:cNvPr id="63" name="trace:D07:content.auto.43">
            <ns1:extLst>
              <ns1:ext uri="{FF2B5EF4-FFF2-40B4-BE49-F238E27FC236}">
                <ns3:creationId id="{A624AB16-1DC9-408E-8F57-AE6F436202E5}"/>
              </ns1:ext>
            </ns1:extLst>
          </ns0:cNvPr>
          <ns0:cNvSpPr>
            <ns1:spLocks noGrp="1"/>
          </ns0:cNvSpPr>
          <ns0:nvPr/>
        </ns0:nvSpPr>
        <ns0:spPr>
          <ns1:xfrm>
            <ns1:off x="7254240" y="4150043"/>
            <ns1:ext cx="222885" cy="222885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64" name="trace:D07:content.auto.44">
            <ns1:extLst>
              <ns1:ext uri="{FF2B5EF4-FFF2-40B4-BE49-F238E27FC236}">
                <ns3:creationId id="{D9A1DEF9-D655-4F2E-89DD-CAACBA964B81}"/>
              </ns1:ext>
            </ns1:extLst>
          </ns0:cNvPr>
          <ns0:cNvSpPr>
            <ns1:spLocks noGrp="1"/>
          </ns0:cNvSpPr>
          <ns0:nvPr/>
        </ns0:nvSpPr>
        <ns0:spPr>
          <ns1:xfrm>
            <ns1:off x="7438549" y="4338638"/>
            <ns1:ext cx="141446" cy="145733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65" name="trace:D07:content.auto.45">
            <ns1:extLst>
              <ns1:ext uri="{FF2B5EF4-FFF2-40B4-BE49-F238E27FC236}">
                <ns3:creationId id="{8AAF61CC-007E-44F7-AD58-012026D39A9F}"/>
              </ns1:ext>
            </ns1:extLst>
          </ns0:cNvPr>
          <ns0:cNvSpPr>
            <ns1:spLocks noGrp="1"/>
          </ns0:cNvSpPr>
          <ns0:nvPr/>
        </ns0:nvSpPr>
        <ns0:spPr>
          <ns1:xfrm>
            <ns1:off x="8229600" y="3486150"/>
            <ns1:ext cx="1504950" cy="1009650"/>
          </ns1:xfrm>
          <ns1:custGeom>
            <ns1:pathLst>
              <ns1:path w="1504950" h="1009650">
                <ns1:moveTo>
                  <ns1:pt x="0" y="0"/>
                </ns1:moveTo>
                <ns1:lnTo>
                  <ns1:pt x="1333500" y="0"/>
                </ns1:lnTo>
                <ns1:lnTo>
                  <ns1:pt x="1504950" y="504825"/>
                </ns1:lnTo>
                <ns1:lnTo>
                  <ns1:pt x="1333500" y="1009650"/>
                </ns1:lnTo>
                <ns1:lnTo>
                  <ns1:pt x="0" y="1009650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66" name="trace:D07:content.auto.46">
            <ns1:extLst>
              <ns1:ext uri="{FF2B5EF4-FFF2-40B4-BE49-F238E27FC236}">
                <ns3:creationId id="{2727E603-5C0B-4E33-9EE2-4338D72FD416}"/>
              </ns1:ext>
            </ns1:extLst>
          </ns0:cNvPr>
          <ns0:cNvSpPr>
            <ns1:spLocks noGrp="1"/>
          </ns0:cNvSpPr>
          <ns0:nvPr/>
        </ns0:nvSpPr>
        <ns0:spPr>
          <ns1:xfrm>
            <ns1:off x="8420100" y="3676650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資料生成</ns1:t>
            </ns1:r>
          </ns1:p>
        </ns0:txBody>
      </ns0:sp>
      <ns0:sp>
        <ns0:nvSpPr>
          <ns0:cNvPr id="67" name="trace:D07:content.auto.47">
            <ns1:extLst>
              <ns1:ext uri="{FF2B5EF4-FFF2-40B4-BE49-F238E27FC236}">
                <ns3:creationId id="{A9B5CA91-463F-4AAB-9F05-CD5215997BC4}"/>
              </ns1:ext>
            </ns1:extLst>
          </ns0:cNvPr>
          <ns0:cNvSpPr>
            <ns1:spLocks noGrp="1"/>
          </ns0:cNvSpPr>
          <ns0:nvPr/>
        </ns0:nvSpPr>
        <ns0:spPr>
          <ns1:xfrm>
            <ns1:off x="8401050" y="3924300"/>
            <ns1:ext cx="11620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1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自動作成</ns1:t>
            </ns1:r>
          </ns1:p>
        </ns0:txBody>
      </ns0:sp>
      <ns0:sp>
        <ns0:nvSpPr>
          <ns0:cNvPr id="68" name="trace:D07:content.auto.48">
            <ns1:extLst>
              <ns1:ext uri="{FF2B5EF4-FFF2-40B4-BE49-F238E27FC236}">
                <ns3:creationId id="{ED43ABFF-9BD9-4F86-AC7E-652482854A6F}"/>
              </ns1:ext>
            </ns1:extLst>
          </ns0:cNvPr>
          <ns0:cNvSpPr>
            <ns1:spLocks noGrp="1"/>
          </ns0:cNvSpPr>
          <ns0:nvPr/>
        </ns0:nvSpPr>
        <ns0:spPr>
          <ns1:xfrm>
            <ns1:off x="8793480" y="4158615"/>
            <ns1:ext cx="257175" cy="334328"/>
          </ns1:xfrm>
          <ns1:prstGeom prst="rect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69" name="trace:D07:content.auto.49">
            <ns1:extLst>
              <ns1:ext uri="{FF2B5EF4-FFF2-40B4-BE49-F238E27FC236}">
                <ns3:creationId id="{4671726B-FC85-4BBB-BABC-E23727EE3C80}"/>
              </ns1:ext>
            </ns1:extLst>
          </ns0:cNvPr>
          <ns0:cNvSpPr>
            <ns1:spLocks noGrp="1"/>
          </ns0:cNvSpPr>
          <ns0:nvPr/>
        </ns0:nvSpPr>
        <ns0:spPr>
          <ns1:xfrm>
            <ns1:off x="8973503" y="4158615"/>
            <ns1:ext cx="77153" cy="77152"/>
          </ns1:xfrm>
          <ns1:custGeom>
            <ns1:pathLst>
              <ns1:path w="77153" h="77152">
                <ns1:moveTo>
                  <ns1:pt x="0" y="0"/>
                </ns1:moveTo>
                <ns1:lnTo>
                  <ns1:pt x="77153" y="77152"/>
                </ns1:lnTo>
                <ns1:lnTo>
                  <ns1:pt x="0" y="77152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70" name="trace:D07:content.auto.50">
            <ns1:extLst>
              <ns1:ext uri="{FF2B5EF4-FFF2-40B4-BE49-F238E27FC236}">
                <ns3:creationId id="{E8C65BC6-21C7-403E-83A1-5E2D3D434EE7}"/>
              </ns1:ext>
            </ns1:extLst>
          </ns0:cNvPr>
          <ns0:cNvSpPr>
            <ns1:spLocks noGrp="1"/>
          </ns0:cNvSpPr>
          <ns0:nvPr/>
        </ns0:nvSpPr>
        <ns0:spPr>
          <ns1:xfrm>
            <ns1:off x="8849201" y="4308634"/>
            <ns1:ext cx="145733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71" name="trace:D07:content.auto.51">
            <ns1:extLst>
              <ns1:ext uri="{FF2B5EF4-FFF2-40B4-BE49-F238E27FC236}">
                <ns3:creationId id="{63212B8C-A89A-4825-9B90-39CEC7556FD8}"/>
              </ns1:ext>
            </ns1:extLst>
          </ns0:cNvPr>
          <ns0:cNvSpPr>
            <ns1:spLocks noGrp="1"/>
          </ns0:cNvSpPr>
          <ns0:nvPr/>
        </ns0:nvSpPr>
        <ns0:spPr>
          <ns1:xfrm>
            <ns1:off x="8849201" y="4364355"/>
            <ns1:ext cx="145733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72" name="trace:D07:content.auto.52">
            <ns1:extLst>
              <ns1:ext uri="{FF2B5EF4-FFF2-40B4-BE49-F238E27FC236}">
                <ns3:creationId id="{ED1EF742-8BB2-4338-85D6-B8FAC9238AEB}"/>
              </ns1:ext>
            </ns1:extLst>
          </ns0:cNvPr>
          <ns0:cNvSpPr>
            <ns1:spLocks noGrp="1"/>
          </ns0:cNvSpPr>
          <ns0:nvPr/>
        </ns0:nvSpPr>
        <ns0:spPr>
          <ns1:xfrm>
            <ns1:off x="9734550" y="3486150"/>
            <ns1:ext cx="1504950" cy="1009650"/>
          </ns1:xfrm>
          <ns1:custGeom>
            <ns1:pathLst>
              <ns1:path w="1504950" h="1009650">
                <ns1:moveTo>
                  <ns1:pt x="0" y="0"/>
                </ns1:moveTo>
                <ns1:lnTo>
                  <ns1:pt x="1333500" y="0"/>
                </ns1:lnTo>
                <ns1:lnTo>
                  <ns1:pt x="1504950" y="504825"/>
                </ns1:lnTo>
                <ns1:lnTo>
                  <ns1:pt x="1333500" y="1009650"/>
                </ns1:lnTo>
                <ns1:lnTo>
                  <ns1:pt x="0" y="1009650"/>
                </ns1:lnTo>
                <ns1:close/>
              </ns1:path>
            </ns1:pathLst>
          </ns1:cu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73" name="trace:D07:content.auto.53">
            <ns1:extLst>
              <ns1:ext uri="{FF2B5EF4-FFF2-40B4-BE49-F238E27FC236}">
                <ns3:creationId id="{8B1C914B-263B-4F97-B4C2-C3BEA52ABF3D}"/>
              </ns1:ext>
            </ns1:extLst>
          </ns0:cNvPr>
          <ns0:cNvSpPr>
            <ns1:spLocks noGrp="1"/>
          </ns0:cNvSpPr>
          <ns0:nvPr/>
        </ns0:nvSpPr>
        <ns0:spPr>
          <ns1:xfrm>
            <ns1:off x="9925050" y="3676650"/>
            <ns1:ext cx="1123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2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推敲・提出</ns1:t>
            </ns1:r>
          </ns1:p>
        </ns0:txBody>
      </ns0:sp>
      <ns0:sp>
        <ns0:nvSpPr>
          <ns0:cNvPr id="74" name="trace:D07:content.auto.54">
            <ns1:extLst>
              <ns1:ext uri="{FF2B5EF4-FFF2-40B4-BE49-F238E27FC236}">
                <ns3:creationId id="{3C8F7F91-8825-45AB-8184-AAE81B109A82}"/>
              </ns1:ext>
            </ns1:extLst>
          </ns0:cNvPr>
          <ns0:cNvSpPr>
            <ns1:spLocks noGrp="1"/>
          </ns0:cNvSpPr>
          <ns0:nvPr/>
        </ns0:nvSpPr>
        <ns0:spPr>
          <ns1:xfrm>
            <ns1:off x="9906000" y="3924300"/>
            <ns1:ext cx="11620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12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人による仕上げ</ns1:t>
            </ns1:r>
          </ns1:p>
        </ns0:txBody>
      </ns0:sp>
      <ns0:sp>
        <ns0:nvSpPr>
          <ns0:cNvPr id="75" name="trace:D07:content.auto.55">
            <ns1:extLst>
              <ns1:ext uri="{FF2B5EF4-FFF2-40B4-BE49-F238E27FC236}">
                <ns3:creationId id="{C5605062-D9DC-4648-9926-535DFEBC0C71}"/>
              </ns1:ext>
            </ns1:extLst>
          </ns0:cNvPr>
          <ns0:cNvSpPr>
            <ns1:spLocks noGrp="1"/>
          </ns0:cNvSpPr>
          <ns0:nvPr/>
        </ns0:nvSpPr>
        <ns0:spPr>
          <ns1:xfrm>
            <ns1:off x="10383203" y="4141470"/>
            <ns1:ext cx="102870" cy="102870"/>
          </ns1:xfrm>
          <ns1:prstGeom prst="ellipse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76" name="trace:D07:content.auto.56">
            <ns1:extLst>
              <ns1:ext uri="{FF2B5EF4-FFF2-40B4-BE49-F238E27FC236}">
                <ns3:creationId id="{B1ABB049-FBF8-4EA5-A695-9A32D216DD02}"/>
              </ns1:ext>
            </ns1:extLst>
          </ns0:cNvPr>
          <ns0:cNvSpPr>
            <ns1:spLocks noGrp="1"/>
          </ns0:cNvSpPr>
          <ns0:nvPr/>
        </ns0:nvSpPr>
        <ns0:spPr>
          <ns1:xfrm>
            <ns1:off x="10306050" y="4321493"/>
            <ns1:ext cx="257175" cy="145733"/>
          </ns1:xfrm>
          <ns1:custGeom>
            <ns1:pathLst>
              <ns1:path w="257175" h="145733">
                <ns1:moveTo>
                  <ns1:pt x="0" y="145733"/>
                </ns1:moveTo>
                <ns1:lnTo>
                  <ns1:pt x="30004" y="34290"/>
                </ns1:lnTo>
                <ns1:lnTo>
                  <ns1:pt x="94298" y="0"/>
                </ns1:lnTo>
                <ns1:lnTo>
                  <ns1:pt x="162877" y="0"/>
                </ns1:lnTo>
                <ns1:lnTo>
                  <ns1:pt x="227171" y="34290"/>
                </ns1:lnTo>
                <ns1:lnTo>
                  <ns1:pt x="257175" y="145733"/>
                </ns1:lnTo>
                <ns1:close/>
              </ns1:path>
            </ns1:pathLst>
          </ns1:cu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77" name="trace:D07:content.auto.57">
            <ns1:extLst>
              <ns1:ext uri="{FF2B5EF4-FFF2-40B4-BE49-F238E27FC236}">
                <ns3:creationId id="{D699024C-BB19-4115-82BD-6114F3F7D31C}"/>
              </ns1:ext>
            </ns1:extLst>
          </ns0:cNvPr>
          <ns0:cNvSpPr>
            <ns1:spLocks noGrp="1"/>
          </ns0:cNvSpPr>
          <ns0:nvPr/>
        </ns0:nvSpPr>
        <ns0:spPr>
          <ns1:xfrm>
            <ns1:off x="10336054" y="4467225"/>
            <ns1:ext cx="197167" cy="9525"/>
          </ns1:xfrm>
          <ns1:prstGeom prst="line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78" name="trace:D07:lead.2">
            <ns1:extLst>
              <ns1:ext uri="{FF2B5EF4-FFF2-40B4-BE49-F238E27FC236}">
                <ns3:creationId id="{A0C9AC3C-B40C-4F8C-BB06-C6BFA7B6E3A4}"/>
              </ns1:ext>
            </ns1:extLst>
          </ns0:cNvPr>
          <ns0:cNvSpPr>
            <ns1:spLocks noGrp="1"/>
          </ns0:cNvSpPr>
          <ns0:nvPr/>
        </ns0:nvSpPr>
        <ns0:spPr>
          <ns1:xfrm>
            <ns1:off x="5305425" y="4714875"/>
            <ns1:ext cx="1333500" cy="1000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・案件情報の整理</ns1:t>
            </ns1:r>
          </ns1:p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・市場／競合調査</ns1:t>
            </ns1:r>
          </ns1:p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・社内ナレッジ活用</ns1:t>
            </ns1:r>
          </ns1:p>
        </ns0:txBody>
      </ns0:sp>
      <ns0:sp>
        <ns0:nvSpPr>
          <ns0:cNvPr id="79" name="trace:D07:content.auto.58">
            <ns1:extLst>
              <ns1:ext uri="{FF2B5EF4-FFF2-40B4-BE49-F238E27FC236}">
                <ns3:creationId id="{B78E89AB-E95C-4ACC-A9C0-69CF1DB97804}"/>
              </ns1:ext>
            </ns1:extLst>
          </ns0:cNvPr>
          <ns0:cNvSpPr>
            <ns1:spLocks noGrp="1"/>
          </ns0:cNvSpPr>
          <ns0:nvPr/>
        </ns0:nvSpPr>
        <ns0:spPr>
          <ns1:xfrm>
            <ns1:off x="6715125" y="4629150"/>
            <ns1:ext cx="9525" cy="1085850"/>
          </ns1:xfrm>
          <ns1:prstGeom prst="line">
            <ns1:avLst/>
          </ns1:prstGeom>
          <ns1:noFill/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80" name="trace:D07:lead.3">
            <ns1:extLst>
              <ns1:ext uri="{FF2B5EF4-FFF2-40B4-BE49-F238E27FC236}">
                <ns3:creationId id="{86C7BAB9-0040-4075-ACA5-27C1A90C7C93}"/>
              </ns1:ext>
            </ns1:extLst>
          </ns0:cNvPr>
          <ns0:cNvSpPr>
            <ns1:spLocks noGrp="1"/>
          </ns0:cNvSpPr>
          <ns0:nvPr/>
        </ns0:nvSpPr>
        <ns0:spPr>
          <ns1:xfrm>
            <ns1:off x="6810375" y="4714875"/>
            <ns1:ext cx="1333500" cy="1000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・課題の構造化</ns1:t>
            </ns1:r>
          </ns1:p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・提案ストーリー作成</ns1:t>
            </ns1:r>
          </ns1:p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・最適な構成の提案</ns1:t>
            </ns1:r>
          </ns1:p>
        </ns0:txBody>
      </ns0:sp>
      <ns0:sp>
        <ns0:nvSpPr>
          <ns0:cNvPr id="81" name="trace:D07:content.auto.59">
            <ns1:extLst>
              <ns1:ext uri="{FF2B5EF4-FFF2-40B4-BE49-F238E27FC236}">
                <ns3:creationId id="{00DDF4E1-812B-4C70-B9AD-5017F247C8C8}"/>
              </ns1:ext>
            </ns1:extLst>
          </ns0:cNvPr>
          <ns0:cNvSpPr>
            <ns1:spLocks noGrp="1"/>
          </ns0:cNvSpPr>
          <ns0:nvPr/>
        </ns0:nvSpPr>
        <ns0:spPr>
          <ns1:xfrm>
            <ns1:off x="8220075" y="4629150"/>
            <ns1:ext cx="9525" cy="1085850"/>
          </ns1:xfrm>
          <ns1:prstGeom prst="line">
            <ns1:avLst/>
          </ns1:prstGeom>
          <ns1:noFill/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82" name="trace:D07:lead.4">
            <ns1:extLst>
              <ns1:ext uri="{FF2B5EF4-FFF2-40B4-BE49-F238E27FC236}">
                <ns3:creationId id="{10406E91-72A6-49E4-86F3-9B17A0C94E4C}"/>
              </ns1:ext>
            </ns1:extLst>
          </ns0:cNvPr>
          <ns0:cNvSpPr>
            <ns1:spLocks noGrp="1"/>
          </ns0:cNvSpPr>
          <ns0:nvPr/>
        </ns0:nvSpPr>
        <ns0:spPr>
          <ns1:xfrm>
            <ns1:off x="8315325" y="4714875"/>
            <ns1:ext cx="1333500" cy="1000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・提案資料（PPTX）</ns1:t>
            </ns1:r>
          </ns1:p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・見積書（PDF）</ns1:t>
            </ns1:r>
          </ns1:p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・提案カンペ生成</ns1:t>
            </ns1:r>
          </ns1:p>
        </ns0:txBody>
      </ns0:sp>
      <ns0:sp>
        <ns0:nvSpPr>
          <ns0:cNvPr id="83" name="trace:D07:content.auto.60">
            <ns1:extLst>
              <ns1:ext uri="{FF2B5EF4-FFF2-40B4-BE49-F238E27FC236}">
                <ns3:creationId id="{EC5B3C42-FB53-49BD-AC79-C265E5264699}"/>
              </ns1:ext>
            </ns1:extLst>
          </ns0:cNvPr>
          <ns0:cNvSpPr>
            <ns1:spLocks noGrp="1"/>
          </ns0:cNvSpPr>
          <ns0:nvPr/>
        </ns0:nvSpPr>
        <ns0:spPr>
          <ns1:xfrm>
            <ns1:off x="9725025" y="4629150"/>
            <ns1:ext cx="9525" cy="1085850"/>
          </ns1:xfrm>
          <ns1:prstGeom prst="line">
            <ns1:avLst/>
          </ns1:prstGeom>
          <ns1:noFill/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84" name="trace:D07:lead.5">
            <ns1:extLst>
              <ns1:ext uri="{FF2B5EF4-FFF2-40B4-BE49-F238E27FC236}">
                <ns3:creationId id="{A2941421-321C-49C3-A3EA-AC22948DA800}"/>
              </ns1:ext>
            </ns1:extLst>
          </ns0:cNvPr>
          <ns0:cNvSpPr>
            <ns1:spLocks noGrp="1"/>
          </ns0:cNvSpPr>
          <ns0:nvPr/>
        </ns0:nvSpPr>
        <ns0:spPr>
          <ns1:xfrm>
            <ns1:off x="9820275" y="4714875"/>
            <ns1:ext cx="1333500" cy="1000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・内容の確認・調整</ns1:t>
            </ns1:r>
          </ns1:p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・顧客に合わせた</ns1:t>
            </ns1:r>
          </ns1:p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　カスタマイズ</ns1:t>
            </ns1:r>
          </ns1:p>
          <ns1:p>
            <ns1:pPr algn="l">
              <ns1:buNone/>
              <ns1:def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・提案実施</ns1:t>
            </ns1:r>
          </ns1:p>
        </ns0:txBody>
      </ns0:sp>
      <ns0:sp>
        <ns0:nvSpPr>
          <ns0:cNvPr id="85" name="trace:D07:content.auto.61">
            <ns1:extLst>
              <ns1:ext uri="{FF2B5EF4-FFF2-40B4-BE49-F238E27FC236}">
                <ns3:creationId id="{E749D9E2-DE31-4D76-B76A-D31FD33CC104}"/>
              </ns1:ext>
            </ns1:extLst>
          </ns0:cNvPr>
          <ns0:cNvSpPr>
            <ns1:spLocks noGrp="1"/>
          </ns0:cNvSpPr>
          <ns0:nvPr/>
        </ns0:nvSpPr>
        <ns0:spPr>
          <ns1:xfrm>
            <ns1:off x="5219700" y="5848350"/>
            <ns1:ext cx="6172200" cy="895350"/>
          </ns1:xfrm>
          <ns1:prstGeom prst="roundRect">
            <ns1:avLst>
              <ns1:gd name="adj" fmla="val 12766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86" name="trace:D07:content.auto.62">
            <ns1:extLst>
              <ns1:ext uri="{FF2B5EF4-FFF2-40B4-BE49-F238E27FC236}">
                <ns3:creationId id="{2F6B8B51-240F-44CC-B417-97C64850FFC4}"/>
              </ns1:ext>
            </ns1:extLst>
          </ns0:cNvPr>
          <ns0:cNvSpPr>
            <ns1:spLocks noGrp="1"/>
          </ns0:cNvSpPr>
          <ns0:nvPr/>
        </ns0:nvSpPr>
        <ns0:spPr>
          <ns1:xfrm>
            <ns1:off x="5495544" y="6067044"/>
            <ns1:ext cx="375666" cy="375666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7" name="trace:D07:content.auto.63">
            <ns1:extLst>
              <ns1:ext uri="{FF2B5EF4-FFF2-40B4-BE49-F238E27FC236}">
                <ns3:creationId id="{62C67A1A-18F3-430C-A3CC-821233C42610}"/>
              </ns1:ext>
            </ns1:extLst>
          </ns0:cNvPr>
          <ns0:cNvSpPr>
            <ns1:spLocks noGrp="1"/>
          </ns0:cNvSpPr>
          <ns0:nvPr/>
        </ns0:nvSpPr>
        <ns0:spPr>
          <ns1:xfrm>
            <ns1:off x="5594985" y="6166485"/>
            <ns1:ext cx="176784" cy="176784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8" name="trace:D07:content.auto.64">
            <ns1:extLst>
              <ns1:ext uri="{FF2B5EF4-FFF2-40B4-BE49-F238E27FC236}">
                <ns3:creationId id="{16A82B68-BA2F-4261-9C89-BBCC69AFAF9D}"/>
              </ns1:ext>
            </ns1:extLst>
          </ns0:cNvPr>
          <ns0:cNvSpPr>
            <ns1:spLocks noGrp="1"/>
          </ns0:cNvSpPr>
          <ns0:nvPr/>
        </ns0:nvSpPr>
        <ns0:spPr>
          <ns1:xfrm>
            <ns1:off x="5694426" y="6067044"/>
            <ns1:ext cx="232029" cy="198882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9" name="trace:D07:content.auto.65">
            <ns1:extLst>
              <ns1:ext uri="{FF2B5EF4-FFF2-40B4-BE49-F238E27FC236}">
                <ns3:creationId id="{5341250B-BDD5-4531-BF47-BD047466D110}"/>
              </ns1:ext>
            </ns1:extLst>
          </ns0:cNvPr>
          <ns0:cNvSpPr>
            <ns1:spLocks noGrp="1"/>
          </ns0:cNvSpPr>
          <ns0:nvPr/>
        </ns0:nvSpPr>
        <ns0:spPr>
          <ns1:xfrm>
            <ns1:off x="5827014" y="6067044"/>
            <ns1:ext cx="99441" cy="99441"/>
          </ns1:xfrm>
          <ns1:custGeom>
            <ns1:pathLst>
              <ns1:path w="99441" h="99441">
                <ns1:moveTo>
                  <ns1:pt x="99441" y="0"/>
                </ns1:moveTo>
                <ns1:lnTo>
                  <ns1:pt x="0" y="0"/>
                </ns1:lnTo>
                <ns1:lnTo>
                  <ns1:pt x="99441" y="99441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0" name="trace:D07:content.auto.66">
            <ns1:extLst>
              <ns1:ext uri="{FF2B5EF4-FFF2-40B4-BE49-F238E27FC236}">
                <ns3:creationId id="{CFCD2A17-B4CD-4860-91D3-A21619C58E5E}"/>
              </ns1:ext>
            </ns1:extLst>
          </ns0:cNvPr>
          <ns0:cNvSpPr>
            <ns1:spLocks noGrp="1"/>
          </ns0:cNvSpPr>
          <ns0:nvPr/>
        </ns0:nvSpPr>
        <ns0:spPr>
          <ns1:xfrm>
            <ns1:off x="6267450" y="5981700"/>
            <ns1:ext cx="12382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目指す姿</ns1:t>
            </ns1:r>
          </ns1:p>
        </ns0:txBody>
      </ns0:sp>
      <ns0:sp>
        <ns0:nvSpPr>
          <ns0:cNvPr id="91" name="trace:D07:content.auto.67">
            <ns1:extLst>
              <ns1:ext uri="{FF2B5EF4-FFF2-40B4-BE49-F238E27FC236}">
                <ns3:creationId id="{DCF5225A-4904-4104-8882-06252B3D2FB1}"/>
              </ns1:ext>
            </ns1:extLst>
          </ns0:cNvPr>
          <ns0:cNvSpPr>
            <ns1:spLocks noGrp="1"/>
          </ns0:cNvSpPr>
          <ns0:nvPr/>
        </ns0:nvSpPr>
        <ns0:spPr>
          <ns1:xfrm>
            <ns1:off x="6267450" y="6257925"/>
            <ns1:ext cx="4572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3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提案準備にかかる時間を大幅に削減し、</ns1:t>
            </ns1:r>
          </ns1:p>
        </ns0:txBody>
      </ns0:sp>
      <ns0:sp>
        <ns0:nvSpPr>
          <ns0:cNvPr id="92" name="trace:D07:content.auto.68">
            <ns1:extLst>
              <ns1:ext uri="{FF2B5EF4-FFF2-40B4-BE49-F238E27FC236}">
                <ns3:creationId id="{8E420B70-7781-4BC1-8F72-D6B06853FEE3}"/>
              </ns1:ext>
            </ns1:extLst>
          </ns0:cNvPr>
          <ns0:cNvSpPr>
            <ns1:spLocks noGrp="1"/>
          </ns0:cNvSpPr>
          <ns0:nvPr/>
        </ns0:nvSpPr>
        <ns0:spPr>
          <ns1:xfrm>
            <ns1:off x="6267450" y="6496050"/>
            <ns1:ext cx="48577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3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より多く・より質の高い提案で、受注機会の最大化を実現します。</ns1:t>
            </ns1:r>
          </ns1:p>
        </ns0:txBody>
      </ns0:sp>
      <ns0:sp>
        <ns0:nvSpPr>
          <ns0:cNvPr id="93" name="trace:D07:content.auto.69">
            <ns1:extLst>
              <ns1:ext uri="{FF2B5EF4-FFF2-40B4-BE49-F238E27FC236}">
                <ns3:creationId id="{45BE04C1-92A9-4D26-8101-89C10100035A}"/>
              </ns1:ext>
            </ns1:extLst>
          </ns0:cNvPr>
          <ns0:cNvSpPr>
            <ns1:spLocks noGrp="1"/>
          </ns0:cNvSpPr>
          <ns0:nvPr/>
        </ns0:nvSpPr>
        <ns0:spPr>
          <ns1:xfrm>
            <ns1:off x="11601450" y="2447925"/>
            <ns1:ext cx="4000500" cy="4419600"/>
          </ns1:xfrm>
          <ns1:prstGeom prst="roundRect">
            <ns1:avLst>
              <ns1:gd name="adj" fmla="val 2857"/>
            </ns1:avLst>
          </ns1:prstGeom>
          <ns1:solidFill>
            <ns1:srgbClr val="F7FBFE"/>
          </ns1:solidFill>
          <ns1:ln w="0">
            <ns1:noFill/>
            <ns1:prstDash val="solid"/>
          </ns1:ln>
        </ns0:spPr>
      </ns0:sp>
      <ns0:sp>
        <ns0:nvSpPr>
          <ns0:cNvPr id="94" name="trace:D07:content.auto.70">
            <ns1:extLst>
              <ns1:ext uri="{FF2B5EF4-FFF2-40B4-BE49-F238E27FC236}">
                <ns3:creationId id="{83AFDD64-D25F-46A7-89CD-A22E589E2423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2619375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95" name="trace:D07:title.primary.9">
            <ns1:extLst>
              <ns1:ext uri="{FF2B5EF4-FFF2-40B4-BE49-F238E27FC236}">
                <ns3:creationId id="{B8F6BAA5-01A4-4BF7-A61A-BA7CDE55BE46}"/>
              </ns1:ext>
            </ns1:extLst>
          </ns0:cNvPr>
          <ns0:cNvSpPr>
            <ns1:spLocks noGrp="1"/>
          </ns0:cNvSpPr>
          <ns0:nvPr/>
        </ns0:nvSpPr>
        <ns0:spPr>
          <ns1:xfrm>
            <ns1:off x="12049125" y="2514600"/>
            <ns1:ext cx="2476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差別化のポイント</ns1:t>
            </ns1:r>
          </ns1:p>
        </ns0:txBody>
      </ns0:sp>
      <ns0:sp>
        <ns0:nvSpPr>
          <ns0:cNvPr id="96" name="trace:D07:content.auto.71">
            <ns1:extLst>
              <ns1:ext uri="{FF2B5EF4-FFF2-40B4-BE49-F238E27FC236}">
                <ns3:creationId id="{849EBA8A-6C11-4404-8B00-1EC50C77FBEC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2952750"/>
            <ns1:ext cx="3752850" cy="819150"/>
          </ns1:xfrm>
          <ns1:prstGeom prst="roundRect">
            <ns1:avLst>
              <ns1:gd name="adj" fmla="val 13953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97" name="trace:D07:content.auto.72">
            <ns1:extLst>
              <ns1:ext uri="{FF2B5EF4-FFF2-40B4-BE49-F238E27FC236}">
                <ns3:creationId id="{8C1E01A6-5857-4932-A802-77AE5027430D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3019425"/>
            <ns1:ext cx="571500" cy="685800"/>
          </ns1:xfrm>
          <ns1:prstGeom prst="roundRect">
            <ns1:avLst>
              <ns1:gd name="adj" fmla="val 2000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98" name="trace:D07:content.auto.73">
            <ns1:extLst>
              <ns1:ext uri="{FF2B5EF4-FFF2-40B4-BE49-F238E27FC236}">
                <ns3:creationId id="{B9535219-0524-410C-ABE2-7FB1A429A9C8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3219450"/>
            <ns1:ext cx="571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99" name="trace:D07:content.auto.74">
            <ns1:extLst>
              <ns1:ext uri="{FF2B5EF4-FFF2-40B4-BE49-F238E27FC236}">
                <ns3:creationId id="{8080017E-6E04-4448-807C-B242D716FD21}"/>
              </ns1:ext>
            </ns1:extLst>
          </ns0:cNvPr>
          <ns0:cNvSpPr>
            <ns1:spLocks noGrp="1"/>
          </ns0:cNvSpPr>
          <ns0:nvPr/>
        </ns0:nvSpPr>
        <ns0:spPr>
          <ns1:xfrm>
            <ns1:off x="12627102" y="3170301"/>
            <ns1:ext cx="274320" cy="356616"/>
          </ns1:xfrm>
          <ns1:prstGeom prst="rect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00" name="trace:D07:content.auto.75">
            <ns1:extLst>
              <ns1:ext uri="{FF2B5EF4-FFF2-40B4-BE49-F238E27FC236}">
                <ns3:creationId id="{693E5B3D-9C8A-4461-9019-6BAC40B52ABE}"/>
              </ns1:ext>
            </ns1:extLst>
          </ns0:cNvPr>
          <ns0:cNvSpPr>
            <ns1:spLocks noGrp="1"/>
          </ns0:cNvSpPr>
          <ns0:nvPr/>
        </ns0:nvSpPr>
        <ns0:spPr>
          <ns1:xfrm>
            <ns1:off x="12819126" y="3170301"/>
            <ns1:ext cx="82296" cy="82296"/>
          </ns1:xfrm>
          <ns1:custGeom>
            <ns1:pathLst>
              <ns1:path w="82296" h="82296">
                <ns1:moveTo>
                  <ns1:pt x="0" y="0"/>
                </ns1:moveTo>
                <ns1:lnTo>
                  <ns1:pt x="82296" y="82296"/>
                </ns1:lnTo>
                <ns1:lnTo>
                  <ns1:pt x="0" y="82296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01" name="trace:D07:content.auto.76">
            <ns1:extLst>
              <ns1:ext uri="{FF2B5EF4-FFF2-40B4-BE49-F238E27FC236}">
                <ns3:creationId id="{DDE2D3BE-B934-4F2D-9506-E62C31B05379}"/>
              </ns1:ext>
            </ns1:extLst>
          </ns0:cNvPr>
          <ns0:cNvSpPr>
            <ns1:spLocks noGrp="1"/>
          </ns0:cNvSpPr>
          <ns0:nvPr/>
        </ns0:nvSpPr>
        <ns0:spPr>
          <ns1:xfrm>
            <ns1:off x="12686538" y="3330321"/>
            <ns1:ext cx="155448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02" name="trace:D07:content.auto.77">
            <ns1:extLst>
              <ns1:ext uri="{FF2B5EF4-FFF2-40B4-BE49-F238E27FC236}">
                <ns3:creationId id="{D219AC7B-0F22-41FE-B648-8CAD8F2123A7}"/>
              </ns1:ext>
            </ns1:extLst>
          </ns0:cNvPr>
          <ns0:cNvSpPr>
            <ns1:spLocks noGrp="1"/>
          </ns0:cNvSpPr>
          <ns0:nvPr/>
        </ns0:nvSpPr>
        <ns0:spPr>
          <ns1:xfrm>
            <ns1:off x="12686538" y="3389757"/>
            <ns1:ext cx="155448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03" name="trace:D07:title.primary.10">
            <ns1:extLst>
              <ns1:ext uri="{FF2B5EF4-FFF2-40B4-BE49-F238E27FC236}">
                <ns3:creationId id="{AF13FD04-A34B-4A84-ADE9-0494467836BA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3067050"/>
            <ns1:ext cx="21431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提案業務の全工程を支援</ns1:t>
            </ns1:r>
          </ns1:p>
        </ns0:txBody>
      </ns0:sp>
      <ns0:sp>
        <ns0:nvSpPr>
          <ns0:cNvPr id="104" name="trace:D07:title.primary.11">
            <ns1:extLst>
              <ns1:ext uri="{FF2B5EF4-FFF2-40B4-BE49-F238E27FC236}">
                <ns3:creationId id="{FF6F0DBE-C14E-4F16-89C8-8AC5DAC83D7D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3352800"/>
            <ns1:ext cx="21431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情報収集から資料・見積書・カンペ</ns1:t>
            </ns1:r>
          </ns1:p>
          <ns1:p>
            <ns1:pPr algn="l">
              <ns1:buNone/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まで一気通貫で対応。</ns1:t>
            </ns1:r>
          </ns1:p>
        </ns0:txBody>
      </ns0:sp>
      <ns0:sp>
        <ns0:nvSpPr>
          <ns0:cNvPr id="105" name="trace:D07:content.auto.78">
            <ns1:extLst>
              <ns1:ext uri="{FF2B5EF4-FFF2-40B4-BE49-F238E27FC236}">
                <ns3:creationId id="{C66AA8A7-8807-4FBE-AE7F-8B710F58C8F7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3886200"/>
            <ns1:ext cx="3752850" cy="819150"/>
          </ns1:xfrm>
          <ns1:prstGeom prst="roundRect">
            <ns1:avLst>
              <ns1:gd name="adj" fmla="val 13953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06" name="trace:D07:content.auto.79">
            <ns1:extLst>
              <ns1:ext uri="{FF2B5EF4-FFF2-40B4-BE49-F238E27FC236}">
                <ns3:creationId id="{A86EAE92-998A-4E39-80C2-AE3861FA2DA5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3952875"/>
            <ns1:ext cx="571500" cy="685800"/>
          </ns1:xfrm>
          <ns1:prstGeom prst="roundRect">
            <ns1:avLst>
              <ns1:gd name="adj" fmla="val 2000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07" name="trace:D07:content.auto.80">
            <ns1:extLst>
              <ns1:ext uri="{FF2B5EF4-FFF2-40B4-BE49-F238E27FC236}">
                <ns3:creationId id="{CA3DEF16-05D9-45EB-B1A4-43025C048CDD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4152900"/>
            <ns1:ext cx="571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113" name="trace:D07:content.auto.81">
            <ns1:extLst>
              <ns1:ext uri="{FF2B5EF4-FFF2-40B4-BE49-F238E27FC236}">
                <ns3:creationId id="{593F979A-C445-4B54-BADB-FDCE0EF7B00B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4000500"/>
            <ns1:ext cx="21431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最新AI技術の活用</ns1:t>
            </ns1:r>
          </ns1:p>
        </ns0:txBody>
      </ns0:sp>
      <ns0:sp>
        <ns0:nvSpPr>
          <ns0:cNvPr id="114" name="trace:D07:lead.6">
            <ns1:extLst>
              <ns1:ext uri="{FF2B5EF4-FFF2-40B4-BE49-F238E27FC236}">
                <ns3:creationId id="{CDCDB1D2-0CE9-4922-A836-2CA9482BA001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4286250"/>
            <ns1:ext cx="21431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ChatGPTをはじめとした生成AIに</ns1:t>
            </ns1:r>
          </ns1:p>
          <ns1:p>
            <ns1:pPr algn="l">
              <ns1:buNone/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よる高品質な提案資料の自動生成。</ns1:t>
            </ns1:r>
          </ns1:p>
        </ns0:txBody>
      </ns0:sp>
      <ns0:sp>
        <ns0:nvSpPr>
          <ns0:cNvPr id="115" name="trace:D07:content.auto.82">
            <ns1:extLst>
              <ns1:ext uri="{FF2B5EF4-FFF2-40B4-BE49-F238E27FC236}">
                <ns3:creationId id="{379F2813-A2F3-48AA-8BC8-CB5D1FF928CD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4819650"/>
            <ns1:ext cx="3752850" cy="819150"/>
          </ns1:xfrm>
          <ns1:prstGeom prst="roundRect">
            <ns1:avLst>
              <ns1:gd name="adj" fmla="val 13953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16" name="trace:D07:content.auto.83">
            <ns1:extLst>
              <ns1:ext uri="{FF2B5EF4-FFF2-40B4-BE49-F238E27FC236}">
                <ns3:creationId id="{0C415495-8F5E-4FC1-8A13-FC70AF453653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4886325"/>
            <ns1:ext cx="571500" cy="685800"/>
          </ns1:xfrm>
          <ns1:prstGeom prst="roundRect">
            <ns1:avLst>
              <ns1:gd name="adj" fmla="val 2000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17" name="trace:D07:content.auto.84">
            <ns1:extLst>
              <ns1:ext uri="{FF2B5EF4-FFF2-40B4-BE49-F238E27FC236}">
                <ns3:creationId id="{E7064C6D-EED8-4E81-B0A9-A0D35843D8E6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5086350"/>
            <ns1:ext cx="571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128" name="trace:D07:content.auto.85">
            <ns1:extLst>
              <ns1:ext uri="{FF2B5EF4-FFF2-40B4-BE49-F238E27FC236}">
                <ns3:creationId id="{6E19B337-F744-4813-82C8-A2D5D9B511FB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4933950"/>
            <ns1:ext cx="21431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貴社業務に合わせた最適化</ns1:t>
            </ns1:r>
          </ns1:p>
        </ns0:txBody>
      </ns0:sp>
      <ns0:sp>
        <ns0:nvSpPr>
          <ns0:cNvPr id="129" name="trace:D07:content.auto.86">
            <ns1:extLst>
              <ns1:ext uri="{FF2B5EF4-FFF2-40B4-BE49-F238E27FC236}">
                <ns3:creationId id="{6A91C460-7E79-455C-8D21-2A81068EC1E9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5219700"/>
            <ns1:ext cx="21431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業界・顧客・提案スタイルに応じた</ns1:t>
            </ns1:r>
          </ns1:p>
          <ns1:p>
            <ns1:pPr algn="l">
              <ns1:buNone/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カスタマイズが可能。</ns1:t>
            </ns1:r>
          </ns1:p>
        </ns0:txBody>
      </ns0:sp>
      <ns0:sp>
        <ns0:nvSpPr>
          <ns0:cNvPr id="130" name="trace:D07:content.auto.87">
            <ns1:extLst>
              <ns1:ext uri="{FF2B5EF4-FFF2-40B4-BE49-F238E27FC236}">
                <ns3:creationId id="{0C92DAA3-E500-4A7F-AF86-8D821ED5CE29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5753100"/>
            <ns1:ext cx="3752850" cy="819150"/>
          </ns1:xfrm>
          <ns1:prstGeom prst="roundRect">
            <ns1:avLst>
              <ns1:gd name="adj" fmla="val 13953"/>
            </ns1:avLst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31" name="trace:D07:content.auto.88">
            <ns1:extLst>
              <ns1:ext uri="{FF2B5EF4-FFF2-40B4-BE49-F238E27FC236}">
                <ns3:creationId id="{20E8B7CE-CC61-4AEC-9DD2-9D19970B1D6D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5819775"/>
            <ns1:ext cx="571500" cy="685800"/>
          </ns1:xfrm>
          <ns1:prstGeom prst="roundRect">
            <ns1:avLst>
              <ns1:gd name="adj" fmla="val 2000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32" name="trace:D07:content.auto.89">
            <ns1:extLst>
              <ns1:ext uri="{FF2B5EF4-FFF2-40B4-BE49-F238E27FC236}">
                <ns3:creationId id="{EB21DAEF-6D3D-4D6E-AA10-5D8DA473775C}"/>
              </ns1:ext>
            </ns1:extLst>
          </ns0:cNvPr>
          <ns0:cNvSpPr>
            <ns1:spLocks noGrp="1"/>
          </ns0:cNvSpPr>
          <ns0:nvPr/>
        </ns0:nvSpPr>
        <ns0:spPr>
          <ns1:xfrm>
            <ns1:off x="11849100" y="6019800"/>
            <ns1:ext cx="571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ctr">
              <ns1:buNone/>
              <ns1:def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133" name="trace:D07:content.auto.90">
            <ns1:extLst>
              <ns1:ext uri="{FF2B5EF4-FFF2-40B4-BE49-F238E27FC236}">
                <ns3:creationId id="{CBFBBAA3-B3B4-4F2A-BF2D-45BB218B6DA3}"/>
              </ns1:ext>
            </ns1:extLst>
          </ns0:cNvPr>
          <ns0:cNvSpPr>
            <ns1:spLocks noGrp="1"/>
          </ns0:cNvSpPr>
          <ns0:nvPr/>
        </ns0:nvSpPr>
        <ns0:spPr>
          <ns1:xfrm>
            <ns1:off x="12601575" y="6315075"/>
            <ns1:ext cx="361950" cy="9525"/>
          </ns1:xfrm>
          <ns1:prstGeom prst="line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134" name="trace:D07:content.auto.91">
            <ns1:extLst>
              <ns1:ext uri="{FF2B5EF4-FFF2-40B4-BE49-F238E27FC236}">
                <ns3:creationId id="{5948AD8B-857E-4392-8D95-FC903CCEA4C4}"/>
              </ns1:ext>
            </ns1:extLst>
          </ns0:cNvPr>
          <ns0:cNvSpPr>
            <ns1:spLocks noGrp="1"/>
          </ns0:cNvSpPr>
          <ns0:nvPr/>
        </ns0:nvSpPr>
        <ns0:spPr>
          <ns1:xfrm>
            <ns1:off x="12630150" y="6010275"/>
            <ns1:ext cx="9525" cy="304800"/>
          </ns1:xfrm>
          <ns1:prstGeom prst="line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135" name="trace:D07:content.auto.92">
            <ns1:extLst>
              <ns1:ext uri="{FF2B5EF4-FFF2-40B4-BE49-F238E27FC236}">
                <ns3:creationId id="{99868DCB-A7B5-4950-9AA2-55220F7EAF90}"/>
              </ns1:ext>
            </ns1:extLst>
          </ns0:cNvPr>
          <ns0:cNvSpPr>
            <ns1:spLocks noGrp="1"/>
          </ns0:cNvSpPr>
          <ns0:nvPr/>
        </ns0:nvSpPr>
        <ns0:spPr>
          <ns1:xfrm>
            <ns1:off x="12677775" y="6181725"/>
            <ns1:ext cx="57150" cy="133350"/>
          </ns1:xfrm>
          <ns1:prstGeom prst="rect">
            <ns1:avLst/>
          </ns1:prstGeom>
          <ns1:solidFill>
            <ns1:srgbClr val="20324B"/>
          </ns1:solidFill>
          <ns1:ln w="0">
            <ns1:noFill/>
            <ns1:prstDash val="solid"/>
          </ns1:ln>
        </ns0:spPr>
      </ns0:sp>
      <ns0:sp>
        <ns0:nvSpPr>
          <ns0:cNvPr id="136" name="trace:D07:content.auto.93">
            <ns1:extLst>
              <ns1:ext uri="{FF2B5EF4-FFF2-40B4-BE49-F238E27FC236}">
                <ns3:creationId id="{BE90014F-4840-410A-A1CC-826F81482012}"/>
              </ns1:ext>
            </ns1:extLst>
          </ns0:cNvPr>
          <ns0:cNvSpPr>
            <ns1:spLocks noGrp="1"/>
          </ns0:cNvSpPr>
          <ns0:nvPr/>
        </ns0:nvSpPr>
        <ns0:spPr>
          <ns1:xfrm>
            <ns1:off x="12768263" y="6105525"/>
            <ns1:ext cx="57150" cy="209550"/>
          </ns1:xfrm>
          <ns1:prstGeom prst="rect">
            <ns1:avLst/>
          </ns1:prstGeom>
          <ns1:solidFill>
            <ns1:srgbClr val="20324B"/>
          </ns1:solidFill>
          <ns1:ln w="0">
            <ns1:noFill/>
            <ns1:prstDash val="solid"/>
          </ns1:ln>
        </ns0:spPr>
      </ns0:sp>
      <ns0:sp>
        <ns0:nvSpPr>
          <ns0:cNvPr id="137" name="trace:D07:content.auto.94">
            <ns1:extLst>
              <ns1:ext uri="{FF2B5EF4-FFF2-40B4-BE49-F238E27FC236}">
                <ns3:creationId id="{8F2CD549-F6F7-462B-B954-4833BB624EAA}"/>
              </ns1:ext>
            </ns1:extLst>
          </ns0:cNvPr>
          <ns0:cNvSpPr>
            <ns1:spLocks noGrp="1"/>
          </ns0:cNvSpPr>
          <ns0:nvPr/>
        </ns0:nvSpPr>
        <ns0:spPr>
          <ns1:xfrm>
            <ns1:off x="12858750" y="6038850"/>
            <ns1:ext cx="57150" cy="276225"/>
          </ns1:xfrm>
          <ns1:prstGeom prst="rect">
            <ns1:avLst/>
          </ns1:prstGeom>
          <ns1:solidFill>
            <ns1:srgbClr val="20324B"/>
          </ns1:solidFill>
          <ns1:ln w="0">
            <ns1:noFill/>
            <ns1:prstDash val="solid"/>
          </ns1:ln>
        </ns0:spPr>
      </ns0:sp>
      <ns0:sp>
        <ns0:nvSpPr>
          <ns0:cNvPr id="138" name="trace:D07:content.auto.95">
            <ns1:extLst>
              <ns1:ext uri="{FF2B5EF4-FFF2-40B4-BE49-F238E27FC236}">
                <ns3:creationId id="{9D08DDB3-AB6A-43E4-A4F2-A1819931CA6B}"/>
              </ns1:ext>
            </ns1:extLst>
          </ns0:cNvPr>
          <ns0:cNvSpPr>
            <ns1:spLocks noGrp="1"/>
          </ns0:cNvSpPr>
          <ns0:nvPr/>
        </ns0:nvSpPr>
        <ns0:spPr>
          <ns1:xfrm>
            <ns1:off x="12639675" y="6048375"/>
            <ns1:ext cx="133350" cy="90488"/>
          </ns1:xfrm>
          <ns1:prstGeom prst="line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139" name="trace:D07:content.auto.96">
            <ns1:extLst>
              <ns1:ext uri="{FF2B5EF4-FFF2-40B4-BE49-F238E27FC236}">
                <ns3:creationId id="{46C1002C-D3A0-4746-9351-27E7733AD058}"/>
              </ns1:ext>
            </ns1:extLst>
          </ns0:cNvPr>
          <ns0:cNvSpPr>
            <ns1:spLocks noGrp="1"/>
          </ns0:cNvSpPr>
          <ns0:nvPr/>
        </ns0:nvSpPr>
        <ns0:spPr>
          <ns1:xfrm>
            <ns1:off x="12773025" y="5962650"/>
            <ns1:ext cx="161925" cy="85725"/>
          </ns1:xfrm>
          <ns1:prstGeom prst="line">
            <ns1:avLst/>
          </ns1:prstGeom>
          <ns1:noFill/>
          <ns1:ln w="28575">
            <ns1:solidFill>
              <ns1:srgbClr val="20324B"/>
            </ns1:solidFill>
            <ns1:prstDash val="solid"/>
          </ns1:ln>
        </ns0:spPr>
      </ns0:sp>
      <ns0:sp>
        <ns0:nvSpPr>
          <ns0:cNvPr id="140" name="trace:D07:content.auto.97">
            <ns1:extLst>
              <ns1:ext uri="{FF2B5EF4-FFF2-40B4-BE49-F238E27FC236}">
                <ns3:creationId id="{7B93030D-50AE-4FAA-BA62-7968C80462BC}"/>
              </ns1:ext>
            </ns1:extLst>
          </ns0:cNvPr>
          <ns0:cNvSpPr>
            <ns1:spLocks noGrp="1"/>
          </ns0:cNvSpPr>
          <ns0:nvPr/>
        </ns0:nvSpPr>
        <ns0:spPr>
          <ns1:xfrm>
            <ns1:off x="12877800" y="5962650"/>
            <ns1:ext cx="57150" cy="57150"/>
          </ns1:xfrm>
          <ns1:custGeom>
            <ns1:pathLst>
              <ns1:path w="57150" h="57150">
                <ns1:moveTo>
                  <ns1:pt x="57150" y="0"/>
                </ns1:moveTo>
                <ns1:lnTo>
                  <ns1:pt x="0" y="9525"/>
                </ns1:lnTo>
                <ns1:lnTo>
                  <ns1:pt x="42863" y="57150"/>
                </ns1:lnTo>
                <ns1:close/>
              </ns1:path>
            </ns1:pathLst>
          </ns1:custGeom>
          <ns1:solidFill>
            <ns1:srgbClr val="20324B"/>
          </ns1:solidFill>
          <ns1:ln w="0">
            <ns1:noFill/>
            <ns1:prstDash val="solid"/>
          </ns1:ln>
        </ns0:spPr>
      </ns0:sp>
      <ns0:sp>
        <ns0:nvSpPr>
          <ns0:cNvPr id="141" name="trace:D07:content.auto.98">
            <ns1:extLst>
              <ns1:ext uri="{FF2B5EF4-FFF2-40B4-BE49-F238E27FC236}">
                <ns3:creationId id="{1980A39F-3D58-4658-B89F-97485D7CE87C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5867400"/>
            <ns1:ext cx="21431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継続的な改善</ns1:t>
            </ns1:r>
          </ns1:p>
        </ns0:txBody>
      </ns0:sp>
      <ns0:sp>
        <ns0:nvSpPr>
          <ns0:cNvPr id="142" name="trace:D07:content.auto.99">
            <ns1:extLst>
              <ns1:ext uri="{FF2B5EF4-FFF2-40B4-BE49-F238E27FC236}">
                <ns3:creationId id="{D8F83A91-5819-4E7A-8020-E47C6FB9BFAB}"/>
              </ns1:ext>
            </ns1:extLst>
          </ns0:cNvPr>
          <ns0:cNvSpPr>
            <ns1:spLocks noGrp="1"/>
          </ns0:cNvSpPr>
          <ns0:nvPr/>
        </ns0:nvSpPr>
        <ns0:spPr>
          <ns1:xfrm>
            <ns1:off x="13182600" y="6153150"/>
            <ns1:ext cx="21431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利用状況や成果を分析し、</ns1:t>
            </ns1:r>
          </ns1:p>
          <ns1:p>
            <ns1:pPr algn="l">
              <ns1:buNone/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提案精度を継続的に向上。</ns1:t>
            </ns1:r>
          </ns1:p>
        </ns0:txBody>
      </ns0:sp>
      <ns0:sp>
        <ns0:nvSpPr>
          <ns0:cNvPr id="143" name="trace:D07:content.auto.100">
            <ns1:extLst>
              <ns1:ext uri="{FF2B5EF4-FFF2-40B4-BE49-F238E27FC236}">
                <ns3:creationId id="{07ADDF5F-FFE1-4F24-82AF-7C69ED082FB2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7038975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144" name="trace:D07:content.auto.101">
            <ns1:extLst>
              <ns1:ext uri="{FF2B5EF4-FFF2-40B4-BE49-F238E27FC236}">
                <ns3:creationId id="{C4ED439D-003C-45AA-9B5A-34B6372FD219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6934200"/>
            <ns1:ext cx="3143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提案方針からの提供価値</ns1:t>
            </ns1:r>
          </ns1:p>
        </ns0:txBody>
      </ns0:sp>
      <ns0:sp>
        <ns0:nvSpPr>
          <ns0:cNvPr id="145" name="trace:D07:content.auto.102">
            <ns1:extLst>
              <ns1:ext uri="{FF2B5EF4-FFF2-40B4-BE49-F238E27FC236}">
                <ns3:creationId id="{52198E4F-4312-4EB2-A03A-E6CDC3C49124}"/>
              </ns1:ext>
            </ns1:extLst>
          </ns0:cNvPr>
          <ns0:cNvSpPr>
            <ns1:spLocks noGrp="1"/>
          </ns0:cNvSpPr>
          <ns0:nvPr/>
        </ns0:nvSpPr>
        <ns0:spPr>
          <ns1:xfrm>
            <ns1:off x="333375" y="7267575"/>
            <ns1:ext cx="5029200" cy="885825"/>
          </ns1:xfrm>
          <ns1:custGeom>
            <ns1:pathLst>
              <ns1:path w="5029200" h="885825">
                <ns1:moveTo>
                  <ns1:pt x="0" y="0"/>
                </ns1:moveTo>
                <ns1:lnTo>
                  <ns1:pt x="4629150" y="0"/>
                </ns1:lnTo>
                <ns1:lnTo>
                  <ns1:pt x="5029200" y="447675"/>
                </ns1:lnTo>
                <ns1:lnTo>
                  <ns1:pt x="4629150" y="885825"/>
                </ns1:lnTo>
                <ns1:lnTo>
                  <ns1:pt x="0" y="885825"/>
                </ns1:lnTo>
                <ns1:lnTo>
                  <ns1:pt x="333375" y="447675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46" name="trace:D07:content.auto.103">
            <ns1:extLst>
              <ns1:ext uri="{FF2B5EF4-FFF2-40B4-BE49-F238E27FC236}">
                <ns3:creationId id="{4F1E90F2-267F-4A6A-9301-5D77010719DF}"/>
              </ns1:ext>
            </ns1:extLst>
          </ns0:cNvPr>
          <ns0:cNvSpPr>
            <ns1:spLocks noGrp="1"/>
          </ns0:cNvSpPr>
          <ns0:nvPr/>
        </ns0:nvSpPr>
        <ns0:spPr>
          <ns1:xfrm>
            <ns1:off x="960120" y="7484745"/>
            <ns1:ext cx="466344" cy="466344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7" name="trace:D07:content.auto.104">
            <ns1:extLst>
              <ns1:ext uri="{FF2B5EF4-FFF2-40B4-BE49-F238E27FC236}">
                <ns3:creationId id="{F6A64FBC-20E8-4F7C-8198-48A0C901A96F}"/>
              </ns1:ext>
            </ns1:extLst>
          </ns0:cNvPr>
          <ns0:cNvSpPr>
            <ns1:spLocks noGrp="1"/>
          </ns0:cNvSpPr>
          <ns0:nvPr/>
        </ns0:nvSpPr>
        <ns0:spPr>
          <ns1:xfrm>
            <ns1:off x="1193292" y="7581900"/>
            <ns1:ext cx="9525" cy="136017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8" name="trace:D07:content.auto.105">
            <ns1:extLst>
              <ns1:ext uri="{FF2B5EF4-FFF2-40B4-BE49-F238E27FC236}">
                <ns3:creationId id="{AA8A7A33-1C6E-4AD9-B32C-3013C50F46AB}"/>
              </ns1:ext>
            </ns1:extLst>
          </ns0:cNvPr>
          <ns0:cNvSpPr>
            <ns1:spLocks noGrp="1"/>
          </ns0:cNvSpPr>
          <ns0:nvPr/>
        </ns0:nvSpPr>
        <ns0:spPr>
          <ns1:xfrm>
            <ns1:off x="1193292" y="7717917"/>
            <ns1:ext cx="116586" cy="77724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9" name="trace:D07:content.auto.106">
            <ns1:extLst>
              <ns1:ext uri="{FF2B5EF4-FFF2-40B4-BE49-F238E27FC236}">
                <ns3:creationId id="{75EE6043-1DDE-4BE1-944C-242DFB7C8BBB}"/>
              </ns1:ext>
            </ns1:extLst>
          </ns0:cNvPr>
          <ns0:cNvSpPr>
            <ns1:spLocks noGrp="1"/>
          </ns0:cNvSpPr>
          <ns0:nvPr/>
        </ns0:nvSpPr>
        <ns0:spPr>
          <ns1:xfrm>
            <ns1:off x="1809750" y="7410450"/>
            <ns1:ext cx="2667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時間の創出</ns1:t>
            </ns1:r>
          </ns1:p>
        </ns0:txBody>
      </ns0:sp>
      <ns0:sp>
        <ns0:nvSpPr>
          <ns0:cNvPr id="150" name="trace:D07:content.auto.107">
            <ns1:extLst>
              <ns1:ext uri="{FF2B5EF4-FFF2-40B4-BE49-F238E27FC236}">
                <ns3:creationId id="{C2C82AD5-E3FB-455D-B8D8-6262FA132420}"/>
              </ns1:ext>
            </ns1:extLst>
          </ns0:cNvPr>
          <ns0:cNvSpPr>
            <ns1:spLocks noGrp="1"/>
          </ns0:cNvSpPr>
          <ns0:nvPr/>
        </ns0:nvSpPr>
        <ns0:spPr>
          <ns1:xfrm>
            <ns1:off x="1809750" y="7696200"/>
            <ns1:ext cx="31432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資料作成時間を最大で70%削減。</ns1:t>
            </ns1:r>
          </ns1:p>
          <ns1:p>
            <ns1:pPr algn="l">
              <ns1:buNone/>
              <ns1:def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より多くの顧客対応が可能に。</ns1:t>
            </ns1:r>
          </ns1:p>
        </ns0:txBody>
      </ns0:sp>
      <ns0:sp>
        <ns0:nvSpPr>
          <ns0:cNvPr id="151" name="trace:D07:content.auto.108">
            <ns1:extLst>
              <ns1:ext uri="{FF2B5EF4-FFF2-40B4-BE49-F238E27FC236}">
                <ns3:creationId id="{512BDBFA-82E9-4BC3-AB84-E771DC4E48FC}"/>
              </ns1:ext>
            </ns1:extLst>
          </ns0:cNvPr>
          <ns0:cNvSpPr>
            <ns1:spLocks noGrp="1"/>
          </ns0:cNvSpPr>
          <ns0:nvPr/>
        </ns0:nvSpPr>
        <ns0:spPr>
          <ns1:xfrm>
            <ns1:off x="5372100" y="7267575"/>
            <ns1:ext cx="5029200" cy="885825"/>
          </ns1:xfrm>
          <ns1:custGeom>
            <ns1:pathLst>
              <ns1:path w="5029200" h="885825">
                <ns1:moveTo>
                  <ns1:pt x="0" y="0"/>
                </ns1:moveTo>
                <ns1:lnTo>
                  <ns1:pt x="4629150" y="0"/>
                </ns1:lnTo>
                <ns1:lnTo>
                  <ns1:pt x="5029200" y="447675"/>
                </ns1:lnTo>
                <ns1:lnTo>
                  <ns1:pt x="4629150" y="885825"/>
                </ns1:lnTo>
                <ns1:lnTo>
                  <ns1:pt x="0" y="885825"/>
                </ns1:lnTo>
                <ns1:lnTo>
                  <ns1:pt x="333375" y="447675"/>
                </ns1:lnTo>
                <ns1:close/>
              </ns1:path>
            </ns1:pathLst>
          </ns1:cu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152" name="trace:D07:content.auto.109">
            <ns1:extLst>
              <ns1:ext uri="{FF2B5EF4-FFF2-40B4-BE49-F238E27FC236}">
                <ns3:creationId id="{2B24790D-E4D3-4515-ABD6-910C5BF47E72}"/>
              </ns1:ext>
            </ns1:extLst>
          </ns0:cNvPr>
          <ns0:cNvSpPr>
            <ns1:spLocks noGrp="1"/>
          </ns0:cNvSpPr>
          <ns0:nvPr/>
        </ns0:nvSpPr>
        <ns0:spPr>
          <ns1:xfrm>
            <ns1:off x="6021324" y="7951089"/>
            <ns1:ext cx="492252" cy="95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3" name="trace:D07:content.auto.110">
            <ns1:extLst>
              <ns1:ext uri="{FF2B5EF4-FFF2-40B4-BE49-F238E27FC236}">
                <ns3:creationId id="{A61B95CB-2743-49EA-95F9-DA8C678F37DD}"/>
              </ns1:ext>
            </ns1:extLst>
          </ns0:cNvPr>
          <ns0:cNvSpPr>
            <ns1:spLocks noGrp="1"/>
          </ns0:cNvSpPr>
          <ns0:nvPr/>
        </ns0:nvSpPr>
        <ns0:spPr>
          <ns1:xfrm>
            <ns1:off x="6060186" y="7536561"/>
            <ns1:ext cx="9525" cy="414528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4" name="trace:D07:content.auto.111">
            <ns1:extLst>
              <ns1:ext uri="{FF2B5EF4-FFF2-40B4-BE49-F238E27FC236}">
                <ns3:creationId id="{1FECF3C1-E1CE-4963-AC2A-2113312C96E4}"/>
              </ns1:ext>
            </ns1:extLst>
          </ns0:cNvPr>
          <ns0:cNvSpPr>
            <ns1:spLocks noGrp="1"/>
          </ns0:cNvSpPr>
          <ns0:nvPr/>
        </ns0:nvSpPr>
        <ns0:spPr>
          <ns1:xfrm>
            <ns1:off x="6124956" y="7769733"/>
            <ns1:ext cx="77724" cy="181356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55" name="trace:D07:content.auto.112">
            <ns1:extLst>
              <ns1:ext uri="{FF2B5EF4-FFF2-40B4-BE49-F238E27FC236}">
                <ns3:creationId id="{256AD012-9DCE-42D4-B2CF-623959B8E1FC}"/>
              </ns1:ext>
            </ns1:extLst>
          </ns0:cNvPr>
          <ns0:cNvSpPr>
            <ns1:spLocks noGrp="1"/>
          </ns0:cNvSpPr>
          <ns0:nvPr/>
        </ns0:nvSpPr>
        <ns0:spPr>
          <ns1:xfrm>
            <ns1:off x="6248019" y="7666101"/>
            <ns1:ext cx="77724" cy="284988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56" name="trace:D07:content.auto.113">
            <ns1:extLst>
              <ns1:ext uri="{FF2B5EF4-FFF2-40B4-BE49-F238E27FC236}">
                <ns3:creationId id="{A1918849-88E3-448F-937F-215328972B0E}"/>
              </ns1:ext>
            </ns1:extLst>
          </ns0:cNvPr>
          <ns0:cNvSpPr>
            <ns1:spLocks noGrp="1"/>
          </ns0:cNvSpPr>
          <ns0:nvPr/>
        </ns0:nvSpPr>
        <ns0:spPr>
          <ns1:xfrm>
            <ns1:off x="6371082" y="7575423"/>
            <ns1:ext cx="77724" cy="375666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57" name="trace:D07:content.auto.114">
            <ns1:extLst>
              <ns1:ext uri="{FF2B5EF4-FFF2-40B4-BE49-F238E27FC236}">
                <ns3:creationId id="{9D766AB0-DC0E-4F1E-8E92-9D4DC61DEF5B}"/>
              </ns1:ext>
            </ns1:extLst>
          </ns0:cNvPr>
          <ns0:cNvSpPr>
            <ns1:spLocks noGrp="1"/>
          </ns0:cNvSpPr>
          <ns0:nvPr/>
        </ns0:nvSpPr>
        <ns0:spPr>
          <ns1:xfrm>
            <ns1:off x="6073140" y="7588377"/>
            <ns1:ext cx="181356" cy="123063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8" name="trace:D07:content.auto.115">
            <ns1:extLst>
              <ns1:ext uri="{FF2B5EF4-FFF2-40B4-BE49-F238E27FC236}">
                <ns3:creationId id="{92DAF9A9-10EF-4D07-9071-8FF0936BDD63}"/>
              </ns1:ext>
            </ns1:extLst>
          </ns0:cNvPr>
          <ns0:cNvSpPr>
            <ns1:spLocks noGrp="1"/>
          </ns0:cNvSpPr>
          <ns0:nvPr/>
        </ns0:nvSpPr>
        <ns0:spPr>
          <ns1:xfrm>
            <ns1:off x="6254496" y="7471791"/>
            <ns1:ext cx="220218" cy="116586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9" name="trace:D07:content.auto.116">
            <ns1:extLst>
              <ns1:ext uri="{FF2B5EF4-FFF2-40B4-BE49-F238E27FC236}">
                <ns3:creationId id="{292D2959-8D35-423B-9510-6733467EF9BA}"/>
              </ns1:ext>
            </ns1:extLst>
          </ns0:cNvPr>
          <ns0:cNvSpPr>
            <ns1:spLocks noGrp="1"/>
          </ns0:cNvSpPr>
          <ns0:nvPr/>
        </ns0:nvSpPr>
        <ns0:spPr>
          <ns1:xfrm>
            <ns1:off x="6396990" y="7471791"/>
            <ns1:ext cx="77724" cy="77724"/>
          </ns1:xfrm>
          <ns1:custGeom>
            <ns1:pathLst>
              <ns1:path w="77724" h="77724">
                <ns1:moveTo>
                  <ns1:pt x="77724" y="0"/>
                </ns1:moveTo>
                <ns1:lnTo>
                  <ns1:pt x="0" y="12954"/>
                </ns1:lnTo>
                <ns1:lnTo>
                  <ns1:pt x="58293" y="77724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60" name="trace:D07:content.auto.117">
            <ns1:extLst>
              <ns1:ext uri="{FF2B5EF4-FFF2-40B4-BE49-F238E27FC236}">
                <ns3:creationId id="{F0F0EFD3-1DB0-4B63-AA88-35BBA7E904A4}"/>
              </ns1:ext>
            </ns1:extLst>
          </ns0:cNvPr>
          <ns0:cNvSpPr>
            <ns1:spLocks noGrp="1"/>
          </ns0:cNvSpPr>
          <ns0:nvPr/>
        </ns0:nvSpPr>
        <ns0:spPr>
          <ns1:xfrm>
            <ns1:off x="6848475" y="7410450"/>
            <ns1:ext cx="2667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提案品質の向上</ns1:t>
            </ns1:r>
          </ns1:p>
        </ns0:txBody>
      </ns0:sp>
      <ns0:sp>
        <ns0:nvSpPr>
          <ns0:cNvPr id="161" name="trace:D07:content.auto.118">
            <ns1:extLst>
              <ns1:ext uri="{FF2B5EF4-FFF2-40B4-BE49-F238E27FC236}">
                <ns3:creationId id="{37409BD0-9549-4885-8A39-680E8FC5EF7B}"/>
              </ns1:ext>
            </ns1:extLst>
          </ns0:cNvPr>
          <ns0:cNvSpPr>
            <ns1:spLocks noGrp="1"/>
          </ns0:cNvSpPr>
          <ns0:nvPr/>
        </ns0:nvSpPr>
        <ns0:spPr>
          <ns1:xfrm>
            <ns1:off x="6848475" y="7696200"/>
            <ns1:ext cx="31432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データとAIの分析に基づく</ns1:t>
            </ns1:r>
          </ns1:p>
          <ns1:p>
            <ns1:pPr algn="l">
              <ns1:buNone/>
              <ns1:def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説得力のある提案が可能に。</ns1:t>
            </ns1:r>
          </ns1:p>
        </ns0:txBody>
      </ns0:sp>
      <ns0:sp>
        <ns0:nvSpPr>
          <ns0:cNvPr id="162" name="trace:D07:content.auto.119">
            <ns1:extLst>
              <ns1:ext uri="{FF2B5EF4-FFF2-40B4-BE49-F238E27FC236}">
                <ns3:creationId id="{665A04A7-4984-4A8B-9B49-220F354A4C5E}"/>
              </ns1:ext>
            </ns1:extLst>
          </ns0:cNvPr>
          <ns0:cNvSpPr>
            <ns1:spLocks noGrp="1"/>
          </ns0:cNvSpPr>
          <ns0:nvPr/>
        </ns0:nvSpPr>
        <ns0:spPr>
          <ns1:xfrm>
            <ns1:off x="10410825" y="7267575"/>
            <ns1:ext cx="5029200" cy="885825"/>
          </ns1:xfrm>
          <ns1:custGeom>
            <ns1:pathLst>
              <ns1:path w="5029200" h="885825">
                <ns1:moveTo>
                  <ns1:pt x="0" y="0"/>
                </ns1:moveTo>
                <ns1:lnTo>
                  <ns1:pt x="4629150" y="0"/>
                </ns1:lnTo>
                <ns1:lnTo>
                  <ns1:pt x="5029200" y="447675"/>
                </ns1:lnTo>
                <ns1:lnTo>
                  <ns1:pt x="4629150" y="885825"/>
                </ns1:lnTo>
                <ns1:lnTo>
                  <ns1:pt x="0" y="885825"/>
                </ns1:lnTo>
                <ns1:lnTo>
                  <ns1:pt x="333375" y="447675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63" name="trace:D07:content.auto.120">
            <ns1:extLst>
              <ns1:ext uri="{FF2B5EF4-FFF2-40B4-BE49-F238E27FC236}">
                <ns3:creationId id="{48A8CA92-4D5A-472E-A3BB-8BCEC5047DAD}"/>
              </ns1:ext>
            </ns1:extLst>
          </ns0:cNvPr>
          <ns0:cNvSpPr>
            <ns1:spLocks noGrp="1"/>
          </ns0:cNvSpPr>
          <ns0:nvPr/>
        </ns0:nvSpPr>
        <ns0:spPr>
          <ns1:xfrm>
            <ns1:off x="11000613" y="7549325"/>
            <ns1:ext cx="592074" cy="260794"/>
          </ns1:xfrm>
          <ns1:custGeom>
            <ns1:pathLst>
              <ns1:path w="592074" h="260794">
                <ns1:moveTo>
                  <ns1:pt x="0" y="119824"/>
                </ns1:moveTo>
                <ns1:lnTo>
                  <ns1:pt x="133921" y="0"/>
                </ns1:lnTo>
                <ns1:lnTo>
                  <ns1:pt x="274891" y="119824"/>
                </ns1:lnTo>
                <ns1:lnTo>
                  <ns1:pt x="317182" y="119824"/>
                </ns1:lnTo>
                <ns1:lnTo>
                  <ns1:pt x="458152" y="0"/>
                </ns1:lnTo>
                <ns1:lnTo>
                  <ns1:pt x="592074" y="119824"/>
                </ns1:lnTo>
                <ns1:lnTo>
                  <ns1:pt x="486346" y="232600"/>
                </ns1:lnTo>
                <ns1:lnTo>
                  <ns1:pt x="345376" y="176213"/>
                </ns1:lnTo>
                <ns1:lnTo>
                  <ns1:pt x="296037" y="260794"/>
                </ns1:lnTo>
                <ns1:lnTo>
                  <ns1:pt x="246697" y="176213"/>
                </ns1:lnTo>
                <ns1:lnTo>
                  <ns1:pt x="105727" y="232600"/>
                </ns1:lnTo>
                <ns1:close/>
              </ns1:path>
            </ns1:pathLst>
          </ns1:cu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64" name="trace:D07:content.auto.121">
            <ns1:extLst>
              <ns1:ext uri="{FF2B5EF4-FFF2-40B4-BE49-F238E27FC236}">
                <ns3:creationId id="{388FDFF8-0391-4E7F-8187-E2A72766C814}"/>
              </ns1:ext>
            </ns1:extLst>
          </ns0:cNvPr>
          <ns0:cNvSpPr>
            <ns1:spLocks noGrp="1"/>
          </ns0:cNvSpPr>
          <ns0:nvPr/>
        </ns0:nvSpPr>
        <ns0:spPr>
          <ns1:xfrm>
            <ns1:off x="11000613" y="7669149"/>
            <ns1:ext cx="98679" cy="204407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65" name="trace:D07:content.auto.122">
            <ns1:extLst>
              <ns1:ext uri="{FF2B5EF4-FFF2-40B4-BE49-F238E27FC236}">
                <ns3:creationId id="{20C0091B-4841-4167-9597-520CFBAB334F}"/>
              </ns1:ext>
            </ns1:extLst>
          </ns0:cNvPr>
          <ns0:cNvSpPr>
            <ns1:spLocks noGrp="1"/>
          </ns0:cNvSpPr>
          <ns0:nvPr/>
        </ns0:nvSpPr>
        <ns0:spPr>
          <ns1:xfrm>
            <ns1:off x="11494008" y="7669149"/>
            <ns1:ext cx="98679" cy="204407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66" name="trace:D07:content.auto.123">
            <ns1:extLst>
              <ns1:ext uri="{FF2B5EF4-FFF2-40B4-BE49-F238E27FC236}">
                <ns3:creationId id="{81E2E4DB-8A3B-4473-BCEB-87194BA63EFF}"/>
              </ns1:ext>
            </ns1:extLst>
          </ns0:cNvPr>
          <ns0:cNvSpPr>
            <ns1:spLocks noGrp="1"/>
          </ns0:cNvSpPr>
          <ns0:nvPr/>
        </ns0:nvSpPr>
        <ns0:spPr>
          <ns1:xfrm>
            <ns1:off x="11099292" y="7873556"/>
            <ns1:ext cx="98679" cy="91631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67" name="trace:D07:content.auto.124">
            <ns1:extLst>
              <ns1:ext uri="{FF2B5EF4-FFF2-40B4-BE49-F238E27FC236}">
                <ns3:creationId id="{D5802AF3-3F43-4729-BC29-D6BC72683368}"/>
              </ns1:ext>
            </ns1:extLst>
          </ns0:cNvPr>
          <ns0:cNvSpPr>
            <ns1:spLocks noGrp="1"/>
          </ns0:cNvSpPr>
          <ns0:nvPr/>
        </ns0:nvSpPr>
        <ns0:spPr>
          <ns1:xfrm>
            <ns1:off x="11395329" y="7873556"/>
            <ns1:ext cx="98679" cy="91631"/>
          </ns1:xfrm>
          <ns1:prstGeom prst="line">
            <ns1:avLst/>
          </ns1:prstGeom>
          <ns1:noFill/>
          <ns1:ln w="38100">
            <ns1:solidFill>
              <ns1:srgbClr val="E71926"/>
            </ns1:solidFill>
            <ns1:prstDash val="solid"/>
          </ns1:ln>
        </ns0:spPr>
      </ns0:sp>
      <ns0:sp>
        <ns0:nvSpPr>
          <ns0:cNvPr id="168" name="trace:D07:content.auto.125">
            <ns1:extLst>
              <ns1:ext uri="{FF2B5EF4-FFF2-40B4-BE49-F238E27FC236}">
                <ns3:creationId id="{59F3F89A-245B-48C2-8571-108AE58A4D76}"/>
              </ns1:ext>
            </ns1:extLst>
          </ns0:cNvPr>
          <ns0:cNvSpPr>
            <ns1:spLocks noGrp="1"/>
          </ns0:cNvSpPr>
          <ns0:nvPr/>
        </ns0:nvSpPr>
        <ns0:spPr>
          <ns1:xfrm>
            <ns1:off x="11887200" y="7410450"/>
            <ns1:ext cx="2667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受注機会の最大化</ns1:t>
            </ns1:r>
          </ns1:p>
        </ns0:txBody>
      </ns0:sp>
      <ns0:sp>
        <ns0:nvSpPr>
          <ns0:cNvPr id="169" name="trace:D07:content.auto.126">
            <ns1:extLst>
              <ns1:ext uri="{FF2B5EF4-FFF2-40B4-BE49-F238E27FC236}">
                <ns3:creationId id="{C2B33552-002E-4FF1-B72B-C553D811AB71}"/>
              </ns1:ext>
            </ns1:extLst>
          </ns0:cNvPr>
          <ns0:cNvSpPr>
            <ns1:spLocks noGrp="1"/>
          </ns0:cNvSpPr>
          <ns0:nvPr/>
        </ns0:nvSpPr>
        <ns0:spPr>
          <ns1:xfrm>
            <ns1:off x="11887200" y="7696200"/>
            <ns1:ext cx="314325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提案数の増加と品質向上により、</ns1:t>
            </ns1:r>
          </ns1:p>
          <ns1:p>
            <ns1:pPr algn="l">
              <ns1:buNone/>
              <ns1:def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中長期的な売上成長を実現。</ns1:t>
            </ns1:r>
          </ns1:p>
        </ns0:txBody>
      </ns0:sp>
      <ns0:sp>
        <ns0:nvSpPr>
          <ns0:cNvPr id="173" name="trace:D07:footer.brand">
            <ns1:extLst>
              <ns1:ext uri="{FF2B5EF4-FFF2-40B4-BE49-F238E27FC236}">
                <ns3:creationId id="{10C37B98-A30D-4652-AE7C-C3B6C71C5DB9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8334375"/>
            <ns1:ext cx="16573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174" name="trace:D07:content.auto.127">
            <ns1:extLst>
              <ns1:ext uri="{FF2B5EF4-FFF2-40B4-BE49-F238E27FC236}">
                <ns3:creationId id="{1ED53077-0C55-48D5-9E40-D5E6085EC1D3}"/>
              </ns1:ext>
            </ns1:extLst>
          </ns0:cNvPr>
          <ns0:cNvSpPr>
            <ns1:spLocks noGrp="1"/>
          </ns0:cNvSpPr>
          <ns0:nvPr/>
        </ns0:nvSpPr>
        <ns0:spPr>
          <ns1:xfrm>
            <ns1:off x="2619375" y="8267700"/>
            <ns1:ext cx="9525" cy="438150"/>
          </ns1:xfrm>
          <ns1:prstGeom prst="line">
            <ns1:avLst/>
          </ns1:prstGeom>
          <ns1:noFill/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75" name="trace:D07:footer.tagline.jp">
            <ns1:extLst>
              <ns1:ext uri="{FF2B5EF4-FFF2-40B4-BE49-F238E27FC236}">
                <ns3:creationId id="{21C222AF-532B-4E89-B751-B1B4367F3707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258175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176" name="trace:D07:footer.tagline.en">
            <ns1:extLst>
              <ns1:ext uri="{FF2B5EF4-FFF2-40B4-BE49-F238E27FC236}">
                <ns3:creationId id="{5DFC61F3-2183-4526-B631-7B178923831D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477250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l">
              <ns1:buNone/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77" name="trace:D07:footer.date">
            <ns1:extLst>
              <ns1:ext uri="{FF2B5EF4-FFF2-40B4-BE49-F238E27FC236}">
                <ns3:creationId id="{4A299351-E5EF-4C6D-A0A8-D57CC44939F2}"/>
              </ns1:ext>
            </ns1:extLst>
          </ns0:cNvPr>
          <ns0:cNvSpPr>
            <ns1:spLocks noGrp="1"/>
          </ns0:cNvSpPr>
          <ns0:nvPr/>
        </ns0:nvSpPr>
        <ns0:spPr>
          <ns1:xfrm>
            <ns1:off x="14268450" y="8334375"/>
            <ns1:ext cx="1143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lIns="0" tIns="0" rIns="0" bIns="0" anchor="t"/>
          <ns1:lstStyle/>
          <ns1:p>
            <ns1:pPr algn="r">
              <ns1:buNone/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178" name="trace:D07:content.auto.128">
            <ns1:extLst>
              <ns1:ext uri="{FF2B5EF4-FFF2-40B4-BE49-F238E27FC236}">
                <ns3:creationId id="{0A03D193-999E-46A1-B43C-091C7F464587}"/>
              </ns1:ext>
            </ns1:extLst>
          </ns0:cNvPr>
          <ns0:cNvSpPr>
            <ns1:spLocks noGrp="1"/>
          </ns0:cNvSpPr>
          <ns0:nvPr/>
        </ns0:nvSpPr>
        <ns0:spPr>
          <ns1:xfrm>
            <ns1:off x="15497175" y="8410575"/>
            <ns1:ext cx="333375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206" name="trace:D07:content.auto.129">
            <ns1:extLst>
              <ns1:ext uri="{FF2B5EF4-FFF2-40B4-BE49-F238E27FC236}">
                <ns3:creationId id="{49FCEB40-B5A8-46E4-9842-A76F8B1982DE}"/>
              </ns1:ext>
            </ns1:extLst>
          </ns0:cNvPr>
          <ns0:cNvSpPr>
            <ns1:spLocks noGrp="1"/>
          </ns0:cNvSpPr>
          <ns0:nvPr/>
        </ns0:nvSpPr>
        <ns0:spPr>
          <ns1:xfrm>
            <ns1:off x="3552825" y="4819650"/>
            <ns1:ext cx="457200" cy="523875"/>
          </ns1:xfrm>
          <ns1:custGeom>
            <ns1:pathLst>
              <ns1:path w="457200" h="523875">
                <ns1:moveTo>
                  <ns1:pt x="228600" y="9525"/>
                </ns1:moveTo>
                <ns1:lnTo>
                  <ns1:pt x="295275" y="9525"/>
                </ns1:lnTo>
                <ns1:lnTo>
                  <ns1:pt x="342900" y="47625"/>
                </ns1:lnTo>
                <ns1:lnTo>
                  <ns1:pt x="352425" y="95250"/>
                </ns1:lnTo>
                <ns1:lnTo>
                  <ns1:pt x="419100" y="114300"/>
                </ns1:lnTo>
                <ns1:lnTo>
                  <ns1:pt x="447675" y="171450"/>
                </ns1:lnTo>
                <ns1:lnTo>
                  <ns1:pt x="419100" y="228600"/>
                </ns1:lnTo>
                <ns1:lnTo>
                  <ns1:pt x="457200" y="285750"/>
                </ns1:lnTo>
                <ns1:lnTo>
                  <ns1:pt x="428625" y="342900"/>
                </ns1:lnTo>
                <ns1:lnTo>
                  <ns1:pt x="438150" y="400050"/>
                </ns1:lnTo>
                <ns1:lnTo>
                  <ns1:pt x="390525" y="457200"/>
                </ns1:lnTo>
                <ns1:lnTo>
                  <ns1:pt x="333375" y="447675"/>
                </ns1:lnTo>
                <ns1:lnTo>
                  <ns1:pt x="304800" y="514350"/>
                </ns1:lnTo>
                <ns1:lnTo>
                  <ns1:pt x="228600" y="523875"/>
                </ns1:lnTo>
                <ns1:lnTo>
                  <ns1:pt x="152400" y="514350"/>
                </ns1:lnTo>
                <ns1:lnTo>
                  <ns1:pt x="123825" y="447675"/>
                </ns1:lnTo>
                <ns1:lnTo>
                  <ns1:pt x="66675" y="457200"/>
                </ns1:lnTo>
                <ns1:lnTo>
                  <ns1:pt x="19050" y="400050"/>
                </ns1:lnTo>
                <ns1:lnTo>
                  <ns1:pt x="28575" y="342900"/>
                </ns1:lnTo>
                <ns1:lnTo>
                  <ns1:pt x="0" y="285750"/>
                </ns1:lnTo>
                <ns1:lnTo>
                  <ns1:pt x="38100" y="228600"/>
                </ns1:lnTo>
                <ns1:lnTo>
                  <ns1:pt x="9525" y="171450"/>
                </ns1:lnTo>
                <ns1:lnTo>
                  <ns1:pt x="38100" y="114300"/>
                </ns1:lnTo>
                <ns1:lnTo>
                  <ns1:pt x="104775" y="95250"/>
                </ns1:lnTo>
                <ns1:lnTo>
                  <ns1:pt x="114300" y="47625"/>
                </ns1:lnTo>
                <ns1:lnTo>
                  <ns1:pt x="161925" y="9525"/>
                </ns1:lnTo>
                <ns1:lnTo>
                  <ns1:pt x="228600" y="9525"/>
                </ns1:lnTo>
                <ns1:close/>
              </ns1:path>
            </ns1:pathLst>
          </ns1:custGeom>
          <ns1:noFill/>
          <ns1:ln w="20003">
            <ns1:solidFill>
              <ns1:srgbClr val="142742"/>
            </ns1:solidFill>
            <ns1:prstDash val="solid"/>
          </ns1:ln>
        </ns0:spPr>
      </ns0:sp>
      <ns0:sp>
        <ns0:nvSpPr>
          <ns0:cNvPr id="207" name="trace:D07:content.auto.130">
            <ns1:extLst>
              <ns1:ext uri="{FF2B5EF4-FFF2-40B4-BE49-F238E27FC236}">
                <ns3:creationId id="{D2549E76-448E-4AE5-9BFD-D130A5DE7BC4}"/>
              </ns1:ext>
            </ns1:extLst>
          </ns0:cNvPr>
          <ns0:cNvSpPr>
            <ns1:spLocks noGrp="1"/>
          </ns0:cNvSpPr>
          <ns0:nvPr/>
        </ns0:nvSpPr>
        <ns0:spPr>
          <ns1:xfrm>
            <ns1:off x="3781425" y="4838700"/>
            <ns1:ext cx="9525" cy="485775"/>
          </ns1:xfrm>
          <ns1:prstGeom prst="line">
            <ns1:avLst/>
          </ns1:prstGeom>
          <ns1:noFill/>
          <ns1:ln w="15240">
            <ns1:solidFill>
              <ns1:srgbClr val="142742"/>
            </ns1:solidFill>
            <ns1:prstDash val="solid"/>
          </ns1:ln>
        </ns0:spPr>
      </ns0:sp>
      <ns0:sp>
        <ns0:nvSpPr>
          <ns0:cNvPr id="208" name="trace:D07:content.auto.131">
            <ns1:extLst>
              <ns1:ext uri="{FF2B5EF4-FFF2-40B4-BE49-F238E27FC236}">
                <ns3:creationId id="{B517D04C-3760-4091-9C45-714587842923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4991100"/>
            <ns1:ext cx="142875" cy="4763"/>
          </ns1:xfrm>
          <ns1:prstGeom prst="line">
            <ns1:avLst/>
          </ns1:prstGeom>
          <ns1:noFill/>
          <ns1:ln w="12859">
            <ns1:solidFill>
              <ns1:srgbClr val="142742"/>
            </ns1:solidFill>
            <ns1:prstDash val="solid"/>
          </ns1:ln>
        </ns0:spPr>
      </ns0:sp>
      <ns0:sp>
        <ns0:nvSpPr>
          <ns0:cNvPr id="209" name="trace:D07:content.auto.132">
            <ns1:extLst>
              <ns1:ext uri="{FF2B5EF4-FFF2-40B4-BE49-F238E27FC236}">
                <ns3:creationId id="{C27B8077-CCFC-4EA5-ABE9-47E05E960EFE}"/>
              </ns1:ext>
            </ns1:extLst>
          </ns0:cNvPr>
          <ns0:cNvSpPr>
            <ns1:spLocks noGrp="1"/>
          </ns0:cNvSpPr>
          <ns0:nvPr/>
        </ns0:nvSpPr>
        <ns0:spPr>
          <ns1:xfrm>
            <ns1:off x="3590925" y="5114925"/>
            <ns1:ext cx="152400" cy="4763"/>
          </ns1:xfrm>
          <ns1:prstGeom prst="line">
            <ns1:avLst/>
          </ns1:prstGeom>
          <ns1:noFill/>
          <ns1:ln w="12859">
            <ns1:solidFill>
              <ns1:srgbClr val="142742"/>
            </ns1:solidFill>
            <ns1:prstDash val="solid"/>
          </ns1:ln>
        </ns0:spPr>
      </ns0:sp>
      <ns0:sp>
        <ns0:nvSpPr>
          <ns0:cNvPr id="210" name="trace:D07:content.auto.133">
            <ns1:extLst>
              <ns1:ext uri="{FF2B5EF4-FFF2-40B4-BE49-F238E27FC236}">
                <ns3:creationId id="{4C769C87-58F1-40F6-9351-404E8BCD8B49}"/>
              </ns1:ext>
            </ns1:extLst>
          </ns0:cNvPr>
          <ns0:cNvSpPr>
            <ns1:spLocks noGrp="1"/>
          </ns0:cNvSpPr>
          <ns0:nvPr/>
        </ns0:nvSpPr>
        <ns0:spPr>
          <ns1:xfrm>
            <ns1:off x="3819525" y="4991100"/>
            <ns1:ext cx="142875" cy="4763"/>
          </ns1:xfrm>
          <ns1:prstGeom prst="line">
            <ns1:avLst/>
          </ns1:prstGeom>
          <ns1:noFill/>
          <ns1:ln w="12859">
            <ns1:solidFill>
              <ns1:srgbClr val="142742"/>
            </ns1:solidFill>
            <ns1:prstDash val="solid"/>
          </ns1:ln>
        </ns0:spPr>
      </ns0:sp>
      <ns0:sp>
        <ns0:nvSpPr>
          <ns0:cNvPr id="211" name="trace:D07:content.auto.134">
            <ns1:extLst>
              <ns1:ext uri="{FF2B5EF4-FFF2-40B4-BE49-F238E27FC236}">
                <ns3:creationId id="{1C336510-63DA-4FAF-BFC1-888C394B9BD4}"/>
              </ns1:ext>
            </ns1:extLst>
          </ns0:cNvPr>
          <ns0:cNvSpPr>
            <ns1:spLocks noGrp="1"/>
          </ns0:cNvSpPr>
          <ns0:nvPr/>
        </ns0:nvSpPr>
        <ns0:spPr>
          <ns1:xfrm>
            <ns1:off x="3819525" y="5114925"/>
            <ns1:ext cx="152400" cy="4763"/>
          </ns1:xfrm>
          <ns1:prstGeom prst="line">
            <ns1:avLst/>
          </ns1:prstGeom>
          <ns1:noFill/>
          <ns1:ln w="12859">
            <ns1:solidFill>
              <ns1:srgbClr val="142742"/>
            </ns1:solidFill>
            <ns1:prstDash val="solid"/>
          </ns1:ln>
        </ns0:spPr>
      </ns0:sp>
      <ns0:sp>
        <ns0:nvSpPr>
          <ns0:cNvPr id="212" name="trace:D07:content.auto.135">
            <ns1:extLst>
              <ns1:ext uri="{FF2B5EF4-FFF2-40B4-BE49-F238E27FC236}">
                <ns3:creationId id="{9752B6D8-5D5F-4CBC-A228-DCD97161358F}"/>
              </ns1:ext>
            </ns1:extLst>
          </ns0:cNvPr>
          <ns0:cNvSpPr>
            <ns1:spLocks noGrp="1"/>
          </ns0:cNvSpPr>
          <ns0:nvPr/>
        </ns0:nvSpPr>
        <ns0:spPr>
          <ns1:xfrm>
            <ns1:off x="3648075" y="4933950"/>
            <ns1:ext cx="38100" cy="38100"/>
          </ns1:xfrm>
          <ns1:prstGeom prst="ellipse">
            <ns1:avLst/>
          </ns1:prstGeom>
          <ns1:solidFill>
            <ns1:srgbClr val="142742"/>
          </ns1:solidFill>
          <ns1:ln w="0">
            <ns1:noFill/>
            <ns1:prstDash val="solid"/>
          </ns1:ln>
        </ns0:spPr>
      </ns0:sp>
      <ns0:sp>
        <ns0:nvSpPr>
          <ns0:cNvPr id="213" name="trace:D07:content.auto.136">
            <ns1:extLst>
              <ns1:ext uri="{FF2B5EF4-FFF2-40B4-BE49-F238E27FC236}">
                <ns3:creationId id="{3FF281D2-080F-4172-8F1A-074ABAEA8724}"/>
              </ns1:ext>
            </ns1:extLst>
          </ns0:cNvPr>
          <ns0:cNvSpPr>
            <ns1:spLocks noGrp="1"/>
          </ns0:cNvSpPr>
          <ns0:nvPr/>
        </ns0:nvSpPr>
        <ns0:spPr>
          <ns1:xfrm>
            <ns1:off x="3876675" y="4933950"/>
            <ns1:ext cx="38100" cy="38100"/>
          </ns1:xfrm>
          <ns1:prstGeom prst="ellipse">
            <ns1:avLst/>
          </ns1:prstGeom>
          <ns1:solidFill>
            <ns1:srgbClr val="142742"/>
          </ns1:solidFill>
          <ns1:ln w="0">
            <ns1:noFill/>
            <ns1:prstDash val="solid"/>
          </ns1:ln>
        </ns0:spPr>
      </ns0:sp>
      <ns0:sp>
        <ns0:nvSpPr>
          <ns0:cNvPr id="214" name="trace:D07:content.auto.137">
            <ns1:extLst>
              <ns1:ext uri="{FF2B5EF4-FFF2-40B4-BE49-F238E27FC236}">
                <ns3:creationId id="{DE49D33C-1E17-448B-88D4-CF3A878FE089}"/>
              </ns1:ext>
            </ns1:extLst>
          </ns0:cNvPr>
          <ns0:cNvSpPr>
            <ns1:spLocks noGrp="1"/>
          </ns0:cNvSpPr>
          <ns0:nvPr/>
        </ns0:nvSpPr>
        <ns0:spPr>
          <ns1:xfrm>
            <ns1:off x="12592050" y="4095750"/>
            <ns1:ext cx="457200" cy="523875"/>
          </ns1:xfrm>
          <ns1:custGeom>
            <ns1:pathLst>
              <ns1:path w="457200" h="523875">
                <ns1:moveTo>
                  <ns1:pt x="228600" y="9525"/>
                </ns1:moveTo>
                <ns1:lnTo>
                  <ns1:pt x="295275" y="9525"/>
                </ns1:lnTo>
                <ns1:lnTo>
                  <ns1:pt x="342900" y="47625"/>
                </ns1:lnTo>
                <ns1:lnTo>
                  <ns1:pt x="352425" y="95250"/>
                </ns1:lnTo>
                <ns1:lnTo>
                  <ns1:pt x="419100" y="114300"/>
                </ns1:lnTo>
                <ns1:lnTo>
                  <ns1:pt x="447675" y="171450"/>
                </ns1:lnTo>
                <ns1:lnTo>
                  <ns1:pt x="419100" y="228600"/>
                </ns1:lnTo>
                <ns1:lnTo>
                  <ns1:pt x="457200" y="285750"/>
                </ns1:lnTo>
                <ns1:lnTo>
                  <ns1:pt x="428625" y="342900"/>
                </ns1:lnTo>
                <ns1:lnTo>
                  <ns1:pt x="438150" y="400050"/>
                </ns1:lnTo>
                <ns1:lnTo>
                  <ns1:pt x="390525" y="457200"/>
                </ns1:lnTo>
                <ns1:lnTo>
                  <ns1:pt x="333375" y="447675"/>
                </ns1:lnTo>
                <ns1:lnTo>
                  <ns1:pt x="304800" y="514350"/>
                </ns1:lnTo>
                <ns1:lnTo>
                  <ns1:pt x="228600" y="523875"/>
                </ns1:lnTo>
                <ns1:lnTo>
                  <ns1:pt x="152400" y="514350"/>
                </ns1:lnTo>
                <ns1:lnTo>
                  <ns1:pt x="123825" y="447675"/>
                </ns1:lnTo>
                <ns1:lnTo>
                  <ns1:pt x="66675" y="457200"/>
                </ns1:lnTo>
                <ns1:lnTo>
                  <ns1:pt x="19050" y="400050"/>
                </ns1:lnTo>
                <ns1:lnTo>
                  <ns1:pt x="28575" y="342900"/>
                </ns1:lnTo>
                <ns1:lnTo>
                  <ns1:pt x="0" y="285750"/>
                </ns1:lnTo>
                <ns1:lnTo>
                  <ns1:pt x="38100" y="228600"/>
                </ns1:lnTo>
                <ns1:lnTo>
                  <ns1:pt x="9525" y="171450"/>
                </ns1:lnTo>
                <ns1:lnTo>
                  <ns1:pt x="38100" y="114300"/>
                </ns1:lnTo>
                <ns1:lnTo>
                  <ns1:pt x="104775" y="95250"/>
                </ns1:lnTo>
                <ns1:lnTo>
                  <ns1:pt x="114300" y="47625"/>
                </ns1:lnTo>
                <ns1:lnTo>
                  <ns1:pt x="161925" y="9525"/>
                </ns1:lnTo>
                <ns1:lnTo>
                  <ns1:pt x="228600" y="9525"/>
                </ns1:lnTo>
                <ns1:close/>
              </ns1:path>
            </ns1:pathLst>
          </ns1:custGeom>
          <ns1:noFill/>
          <ns1:ln w="20003">
            <ns1:solidFill>
              <ns1:srgbClr val="E71926"/>
            </ns1:solidFill>
            <ns1:prstDash val="solid"/>
          </ns1:ln>
        </ns0:spPr>
      </ns0:sp>
      <ns0:sp>
        <ns0:nvSpPr>
          <ns0:cNvPr id="215" name="trace:D07:content.auto.138">
            <ns1:extLst>
              <ns1:ext uri="{FF2B5EF4-FFF2-40B4-BE49-F238E27FC236}">
                <ns3:creationId id="{F163FA81-5F42-4A6B-B8F2-D439422BEF05}"/>
              </ns1:ext>
            </ns1:extLst>
          </ns0:cNvPr>
          <ns0:cNvSpPr>
            <ns1:spLocks noGrp="1"/>
          </ns0:cNvSpPr>
          <ns0:nvPr/>
        </ns0:nvSpPr>
        <ns0:spPr>
          <ns1:xfrm>
            <ns1:off x="12820650" y="4114800"/>
            <ns1:ext cx="9525" cy="485775"/>
          </ns1:xfrm>
          <ns1:prstGeom prst="line">
            <ns1:avLst/>
          </ns1:prstGeom>
          <ns1:noFill/>
          <ns1:ln w="15240">
            <ns1:solidFill>
              <ns1:srgbClr val="E71926"/>
            </ns1:solidFill>
            <ns1:prstDash val="solid"/>
          </ns1:ln>
        </ns0:spPr>
      </ns0:sp>
      <ns0:sp>
        <ns0:nvSpPr>
          <ns0:cNvPr id="216" name="trace:D07:content.auto.139">
            <ns1:extLst>
              <ns1:ext uri="{FF2B5EF4-FFF2-40B4-BE49-F238E27FC236}">
                <ns3:creationId id="{37703480-E232-4A00-B52C-4282F1246AD8}"/>
              </ns1:ext>
            </ns1:extLst>
          </ns0:cNvPr>
          <ns0:cNvSpPr>
            <ns1:spLocks noGrp="1"/>
          </ns0:cNvSpPr>
          <ns0:nvPr/>
        </ns0:nvSpPr>
        <ns0:spPr>
          <ns1:xfrm>
            <ns1:off x="12639675" y="4267200"/>
            <ns1:ext cx="142875" cy="4763"/>
          </ns1:xfrm>
          <ns1:prstGeom prst="line">
            <ns1:avLst/>
          </ns1:prstGeom>
          <ns1:noFill/>
          <ns1:ln w="12859">
            <ns1:solidFill>
              <ns1:srgbClr val="E71926"/>
            </ns1:solidFill>
            <ns1:prstDash val="solid"/>
          </ns1:ln>
        </ns0:spPr>
      </ns0:sp>
      <ns0:sp>
        <ns0:nvSpPr>
          <ns0:cNvPr id="217" name="trace:D07:content.auto.140">
            <ns1:extLst>
              <ns1:ext uri="{FF2B5EF4-FFF2-40B4-BE49-F238E27FC236}">
                <ns3:creationId id="{38B27FF1-B0F2-4487-B3CC-91B0379D21F5}"/>
              </ns1:ext>
            </ns1:extLst>
          </ns0:cNvPr>
          <ns0:cNvSpPr>
            <ns1:spLocks noGrp="1"/>
          </ns0:cNvSpPr>
          <ns0:nvPr/>
        </ns0:nvSpPr>
        <ns0:spPr>
          <ns1:xfrm>
            <ns1:off x="12630150" y="4391025"/>
            <ns1:ext cx="152400" cy="4763"/>
          </ns1:xfrm>
          <ns1:prstGeom prst="line">
            <ns1:avLst/>
          </ns1:prstGeom>
          <ns1:noFill/>
          <ns1:ln w="12859">
            <ns1:solidFill>
              <ns1:srgbClr val="E71926"/>
            </ns1:solidFill>
            <ns1:prstDash val="solid"/>
          </ns1:ln>
        </ns0:spPr>
      </ns0:sp>
      <ns0:sp>
        <ns0:nvSpPr>
          <ns0:cNvPr id="218" name="trace:D07:content.auto.141">
            <ns1:extLst>
              <ns1:ext uri="{FF2B5EF4-FFF2-40B4-BE49-F238E27FC236}">
                <ns3:creationId id="{5477A09E-1D34-46C0-8EED-AAE18FC500E5}"/>
              </ns1:ext>
            </ns1:extLst>
          </ns0:cNvPr>
          <ns0:cNvSpPr>
            <ns1:spLocks noGrp="1"/>
          </ns0:cNvSpPr>
          <ns0:nvPr/>
        </ns0:nvSpPr>
        <ns0:spPr>
          <ns1:xfrm>
            <ns1:off x="12858750" y="4267200"/>
            <ns1:ext cx="142875" cy="4763"/>
          </ns1:xfrm>
          <ns1:prstGeom prst="line">
            <ns1:avLst/>
          </ns1:prstGeom>
          <ns1:noFill/>
          <ns1:ln w="12859">
            <ns1:solidFill>
              <ns1:srgbClr val="E71926"/>
            </ns1:solidFill>
            <ns1:prstDash val="solid"/>
          </ns1:ln>
        </ns0:spPr>
      </ns0:sp>
      <ns0:sp>
        <ns0:nvSpPr>
          <ns0:cNvPr id="219" name="trace:D07:content.auto.142">
            <ns1:extLst>
              <ns1:ext uri="{FF2B5EF4-FFF2-40B4-BE49-F238E27FC236}">
                <ns3:creationId id="{CAFADA07-E49E-4AD2-82AB-238A1E6DC667}"/>
              </ns1:ext>
            </ns1:extLst>
          </ns0:cNvPr>
          <ns0:cNvSpPr>
            <ns1:spLocks noGrp="1"/>
          </ns0:cNvSpPr>
          <ns0:nvPr/>
        </ns0:nvSpPr>
        <ns0:spPr>
          <ns1:xfrm>
            <ns1:off x="12858750" y="4391025"/>
            <ns1:ext cx="152400" cy="4763"/>
          </ns1:xfrm>
          <ns1:prstGeom prst="line">
            <ns1:avLst/>
          </ns1:prstGeom>
          <ns1:noFill/>
          <ns1:ln w="12859">
            <ns1:solidFill>
              <ns1:srgbClr val="E71926"/>
            </ns1:solidFill>
            <ns1:prstDash val="solid"/>
          </ns1:ln>
        </ns0:spPr>
      </ns0:sp>
      <ns0:sp>
        <ns0:nvSpPr>
          <ns0:cNvPr id="220" name="trace:D07:content.auto.143">
            <ns1:extLst>
              <ns1:ext uri="{FF2B5EF4-FFF2-40B4-BE49-F238E27FC236}">
                <ns3:creationId id="{DDADF2A6-264C-47AE-BE44-5256313EF76A}"/>
              </ns1:ext>
            </ns1:extLst>
          </ns0:cNvPr>
          <ns0:cNvSpPr>
            <ns1:spLocks noGrp="1"/>
          </ns0:cNvSpPr>
          <ns0:nvPr/>
        </ns0:nvSpPr>
        <ns0:spPr>
          <ns1:xfrm>
            <ns1:off x="12687300" y="4210050"/>
            <ns1:ext cx="38100" cy="3810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21" name="trace:D07:content.auto.144">
            <ns1:extLst>
              <ns1:ext uri="{FF2B5EF4-FFF2-40B4-BE49-F238E27FC236}">
                <ns3:creationId id="{1B7C9B17-EEB5-4ABD-8097-7E17FC4F99BD}"/>
              </ns1:ext>
            </ns1:extLst>
          </ns0:cNvPr>
          <ns0:cNvSpPr>
            <ns1:spLocks noGrp="1"/>
          </ns0:cNvSpPr>
          <ns0:nvPr/>
        </ns0:nvSpPr>
        <ns0:spPr>
          <ns1:xfrm>
            <ns1:off x="12915900" y="4210050"/>
            <ns1:ext cx="38100" cy="38100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22" name="trace:D07:content.auto.145">
            <ns1:extLst>
              <ns1:ext uri="{FF2B5EF4-FFF2-40B4-BE49-F238E27FC236}">
                <ns3:creationId id="{F2D7C0A2-C5B4-4691-8F7E-5CD28C0A6D58}"/>
              </ns1:ext>
            </ns1:extLst>
          </ns0:cNvPr>
          <ns0:cNvSpPr>
            <ns1:spLocks noGrp="1"/>
          </ns0:cNvSpPr>
          <ns0:nvPr/>
        </ns0:nvSpPr>
        <ns0:spPr>
          <ns1:xfrm>
            <ns1:off x="12620625" y="5076825"/>
            <ns1:ext cx="304800" cy="304800"/>
          </ns1:xfrm>
          <ns1:custGeom>
            <ns1:pathLst>
              <ns1:path w="304800" h="304800">
                <ns1:moveTo>
                  <ns1:pt x="295275" y="152400"/>
                </ns1:moveTo>
                <ns1:lnTo>
                  <ns1:pt x="249199" y="192496"/>
                </ns1:lnTo>
                <ns1:lnTo>
                  <ns1:pt x="253428" y="253428"/>
                </ns1:lnTo>
                <ns1:lnTo>
                  <ns1:pt x="192496" y="249199"/>
                </ns1:lnTo>
                <ns1:lnTo>
                  <ns1:pt x="152400" y="295275"/>
                </ns1:lnTo>
                <ns1:lnTo>
                  <ns1:pt x="112304" y="249199"/>
                </ns1:lnTo>
                <ns1:lnTo>
                  <ns1:pt x="51372" y="253428"/>
                </ns1:lnTo>
                <ns1:lnTo>
                  <ns1:pt x="55601" y="192496"/>
                </ns1:lnTo>
                <ns1:lnTo>
                  <ns1:pt x="9525" y="152400"/>
                </ns1:lnTo>
                <ns1:lnTo>
                  <ns1:pt x="55601" y="112304"/>
                </ns1:lnTo>
                <ns1:lnTo>
                  <ns1:pt x="51372" y="51372"/>
                </ns1:lnTo>
                <ns1:lnTo>
                  <ns1:pt x="112304" y="55601"/>
                </ns1:lnTo>
                <ns1:lnTo>
                  <ns1:pt x="152400" y="9525"/>
                </ns1:lnTo>
                <ns1:lnTo>
                  <ns1:pt x="192496" y="55601"/>
                </ns1:lnTo>
                <ns1:lnTo>
                  <ns1:pt x="253428" y="51372"/>
                </ns1:lnTo>
                <ns1:lnTo>
                  <ns1:pt x="249199" y="112304"/>
                </ns1:lnTo>
                <ns1:lnTo>
                  <ns1:pt x="295275" y="152400"/>
                </ns1:lnTo>
                <ns1:close/>
              </ns1:path>
            </ns1:pathLst>
          </ns1:custGeom>
          <ns1:noFill/>
          <ns1:ln w="20955">
            <ns1:solidFill>
              <ns1:srgbClr val="E71926"/>
            </ns1:solidFill>
            <ns1:prstDash val="solid"/>
          </ns1:ln>
        </ns0:spPr>
      </ns0:sp>
      <ns0:sp>
        <ns0:nvSpPr>
          <ns0:cNvPr id="223" name="trace:D07:content.auto.146">
            <ns1:extLst>
              <ns1:ext uri="{FF2B5EF4-FFF2-40B4-BE49-F238E27FC236}">
                <ns3:creationId id="{071C9CC2-511D-4928-B281-79995A79C6A0}"/>
              </ns1:ext>
            </ns1:extLst>
          </ns0:cNvPr>
          <ns0:cNvSpPr>
            <ns1:spLocks noGrp="1"/>
          </ns0:cNvSpPr>
          <ns0:nvPr/>
        </ns0:nvSpPr>
        <ns0:spPr>
          <ns1:xfrm>
            <ns1:off x="12725400" y="5181600"/>
            <ns1:ext cx="95250" cy="95250"/>
          </ns1:xfrm>
          <ns1:prstGeom prst="ellips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224" name="trace:D07:content.auto.147">
            <ns1:extLst>
              <ns1:ext uri="{FF2B5EF4-FFF2-40B4-BE49-F238E27FC236}">
                <ns3:creationId id="{9E6A07BF-95B7-4211-9E29-639B694EBAD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353425"/>
            <ns1:ext cx="257175" cy="102870"/>
          </ns1:xfrm>
          <ns1:custGeom>
            <ns1:pathLst>
              <ns1:path w="257175" h="102870">
                <ns1:moveTo>
                  <ns1:pt x="0" y="42863"/>
                </ns1:moveTo>
                <ns1:lnTo>
                  <ns1:pt x="128588" y="0"/>
                </ns1:lnTo>
                <ns1:lnTo>
                  <ns1:pt x="257175" y="51435"/>
                </ns1:lnTo>
                <ns1:lnTo>
                  <ns1:pt x="128588" y="10287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25" name="trace:D07:content.auto.148">
            <ns1:extLst>
              <ns1:ext uri="{FF2B5EF4-FFF2-40B4-BE49-F238E27FC236}">
                <ns3:creationId id="{06E9BE9B-2631-4188-BD50-FE31EFC0D9C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404860"/>
            <ns1:ext cx="128588" cy="111443"/>
          </ns1:xfrm>
          <ns1:custGeom>
            <ns1:pathLst>
              <ns1:path w="128588" h="111443">
                <ns1:moveTo>
                  <ns1:pt x="0" y="51435"/>
                </ns1:moveTo>
                <ns1:lnTo>
                  <ns1:pt x="128588" y="0"/>
                </ns1:lnTo>
                <ns1:lnTo>
                  <ns1:pt x="128588" y="60008"/>
                </ns1:lnTo>
                <ns1:lnTo>
                  <ns1:pt x="0" y="111443"/>
                </ns1:lnTo>
                <ns1:close/>
              </ns1:path>
            </ns1:pathLst>
          </ns1:custGeom>
          <ns1:solidFill>
            <ns1:srgbClr val="6F7882"/>
          </ns1:solidFill>
          <ns1:ln w="0">
            <ns1:noFill/>
            <ns1:prstDash val="solid"/>
          </ns1:ln>
        </ns0:spPr>
      </ns0:sp>
      <ns0:sp>
        <ns0:nvSpPr>
          <ns0:cNvPr id="226" name="trace:D07:content.auto.149">
            <ns1:extLst>
              <ns1:ext uri="{FF2B5EF4-FFF2-40B4-BE49-F238E27FC236}">
                <ns3:creationId id="{92570C08-1FDA-4B2A-BF08-648E66A36533}"/>
              </ns1:ext>
            </ns1:extLst>
          </ns0:cNvPr>
          <ns0:cNvSpPr>
            <ns1:spLocks noGrp="1"/>
          </ns0:cNvSpPr>
          <ns0:nvPr/>
        </ns0:nvSpPr>
        <ns0:spPr>
          <ns1:xfrm>
            <ns1:off x="738188" y="8404860"/>
            <ns1:ext cx="128588" cy="60008"/>
          </ns1:xfrm>
          <ns1:custGeom>
            <ns1:pathLst>
              <ns1:path w="128588" h="60008">
                <ns1:moveTo>
                  <ns1:pt x="0" y="0"/>
                </ns1:moveTo>
                <ns1:lnTo>
                  <ns1:pt x="128588" y="0"/>
                </ns1:lnTo>
                <ns1:lnTo>
                  <ns1:pt x="128588" y="60008"/>
                </ns1:lnTo>
                <ns1:lnTo>
                  <ns1:pt x="0" y="60008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227" name="trace:D07:content.auto.150">
            <ns1:extLst>
              <ns1:ext uri="{FF2B5EF4-FFF2-40B4-BE49-F238E27FC236}">
                <ns3:creationId id="{B5766DDF-30C4-45C4-AE56-1A51C2B500B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464868"/>
            <ns1:ext cx="128588" cy="111443"/>
          </ns1:xfrm>
          <ns1:custGeom>
            <ns1:pathLst>
              <ns1:path w="128588" h="111443">
                <ns1:moveTo>
                  <ns1:pt x="0" y="51435"/>
                </ns1:moveTo>
                <ns1:lnTo>
                  <ns1:pt x="128588" y="0"/>
                </ns1:lnTo>
                <ns1:lnTo>
                  <ns1:pt x="128588" y="60008"/>
                </ns1:lnTo>
                <ns1:lnTo>
                  <ns1:pt x="0" y="111443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228" name="trace:D07:content.auto.151">
            <ns1:extLst>
              <ns1:ext uri="{FF2B5EF4-FFF2-40B4-BE49-F238E27FC236}">
                <ns3:creationId id="{B57863C3-8789-47AB-B730-5636315372BE}"/>
              </ns1:ext>
            </ns1:extLst>
          </ns0:cNvPr>
          <ns0:cNvSpPr>
            <ns1:spLocks noGrp="1"/>
          </ns0:cNvSpPr>
          <ns0:nvPr/>
        </ns0:nvSpPr>
        <ns0:spPr>
          <ns1:xfrm>
            <ns1:off x="738188" y="8464868"/>
            <ns1:ext cx="128588" cy="111443"/>
          </ns1:xfrm>
          <ns1:custGeom>
            <ns1:pathLst>
              <ns1:path w="128588" h="111443">
                <ns1:moveTo>
                  <ns1:pt x="0" y="0"/>
                </ns1:moveTo>
                <ns1:lnTo>
                  <ns1:pt x="128588" y="0"/>
                </ns1:lnTo>
                <ns1:lnTo>
                  <ns1:pt x="128588" y="60008"/>
                </ns1:lnTo>
                <ns1:lnTo>
                  <ns1:pt x="0" y="111443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</ns0:spTree>
    <ns0:extLst>
      <ns0:ext uri="{BB962C8B-B14F-4D97-AF65-F5344CB8AC3E}">
        <ns4:creationId val="1646183973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2026-09-20T23:46:09.1320000Z</dcterms:created>
  <dcterms:modified xsi:type="dcterms:W3CDTF">2026-09-20T23:46:09.1320000Z</dcterms:modified>
</coreProperties>
</file>