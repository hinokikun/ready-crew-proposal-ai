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bc239eaec4f22" /><Relationship Type="http://schemas.openxmlformats.org/officeDocument/2006/relationships/extended-properties" Target="/docProps/app.xml" Id="R8d3b4a0ae4164d8f" /><Relationship Type="http://schemas.openxmlformats.org/officeDocument/2006/relationships/officeDocument" Target="/ppt/presentation.xml" Id="Red52eddd006f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c9eca3cc740ea"/>
  </p:sldMasterIdLst>
  <p:notesMasterIdLst>
    <p:notesMasterId xmlns:r="http://schemas.openxmlformats.org/officeDocument/2006/relationships" r:id="R64b278b3f8f44456"/>
  </p:notesMasterIdLst>
  <p:sldIdLst>
    <p:sldId xmlns:r="http://schemas.openxmlformats.org/officeDocument/2006/relationships" id="256" r:id="Raccd40654472483b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de977409b4a44" /><Relationship Type="http://schemas.openxmlformats.org/officeDocument/2006/relationships/slideMaster" Target="/ppt/slideMasters/slideMaster1.xml" Id="R4f8c9eca3cc740ea" /><Relationship Type="http://schemas.openxmlformats.org/officeDocument/2006/relationships/notesMaster" Target="/ppt/notesMasters/notesMaster1.xml" Id="R64b278b3f8f44456" /><Relationship Type="http://schemas.openxmlformats.org/officeDocument/2006/relationships/presProps" Target="/ppt/presProps.xml" Id="R047d8a65d9894f1d" /><Relationship Type="http://schemas.openxmlformats.org/officeDocument/2006/relationships/tableStyles" Target="/ppt/tableStyles.xml" Id="R5b9c8e97e66b4c06" /><Relationship Type="http://schemas.openxmlformats.org/officeDocument/2006/relationships/slide" Target="/ppt/slides/slide1.xml" Id="Raccd4065447248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baf2eb2d17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1ba1fd195b45c5" /><Relationship Type="http://schemas.openxmlformats.org/officeDocument/2006/relationships/notesMaster" Target="/ppt/notesMasters/notesMaster1.xml" Id="R83512ab5ad77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D19 risk replacement native trace v2. Canonical is the sole visual authority. Left risk map, right R1-R5 horizontal risk cards, bottom four risk-management principle cards, geometric header treatment, icons, lines, and text are native/editable. No photo crop is used. Canonical sample content is trace-only and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e7c6d94bb4a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1233dde39c4239" /><Relationship Type="http://schemas.openxmlformats.org/officeDocument/2006/relationships/slideLayout" Target="/ppt/slideLayouts/slideLayout1.xml" Id="R22ea358c6354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a358c6354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2d02c79544bf9" /><Relationship Type="http://schemas.openxmlformats.org/officeDocument/2006/relationships/notesSlide" Target="/ppt/notesSlides/notesSlide1.xml" Id="Rabb8cbafc32c4516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" name="trace:D19:content.auto">
            <ns1:extLst>
              <ns1:ext uri="{FF2B5EF4-FFF2-40B4-BE49-F238E27FC236}">
                <ns2:creationId id="{11730309-05E3-4911-8093-8F7B261D0502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0"/>
            <ns1:ext cx="4000500" cy="2571750"/>
          </ns1:xfrm>
          <ns1:custGeom>
            <ns1:pathLst>
              <ns1:path w="4000500" h="2571750">
                <ns1:moveTo>
                  <ns1:pt x="0" y="0"/>
                </ns1:moveTo>
                <ns1:lnTo>
                  <ns1:pt x="4000500" y="0"/>
                </ns1:lnTo>
                <ns1:lnTo>
                  <ns1:pt x="2476500" y="2571750"/>
                </ns1:lnTo>
                <ns1:lnTo>
                  <ns1:pt x="0" y="257175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21" name="trace:D19:content.auto.2">
            <ns1:extLst>
              <ns1:ext uri="{FF2B5EF4-FFF2-40B4-BE49-F238E27FC236}">
                <ns2:creationId id="{061A0CEE-6404-4633-83A8-5C0588B93DA1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0"/>
            <ns1:ext cx="1714500" cy="2571750"/>
          </ns1:xfrm>
          <ns1:custGeom>
            <ns1:pathLst>
              <ns1:path w="1714500" h="2571750">
                <ns1:moveTo>
                  <ns1:pt x="1333500" y="0"/>
                </ns1:moveTo>
                <ns1:lnTo>
                  <ns1:pt x="1714500" y="0"/>
                </ns1:lnTo>
                <ns1:lnTo>
                  <ns1:pt x="381000" y="2571750"/>
                </ns1:lnTo>
                <ns1:lnTo>
                  <ns1:pt x="0" y="2571750"/>
                </ns1:lnTo>
                <ns1:close/>
              </ns1:path>
            </ns1:pathLst>
          </ns1:custGeom>
          <ns1:solidFill>
            <ns1:srgbClr val="F9E7E9"/>
          </ns1:solidFill>
          <ns1:ln w="0">
            <ns1:noFill/>
            <ns1:prstDash val="solid"/>
          </ns1:ln>
        </ns0:spPr>
      </ns0:sp>
      <ns0:sp>
        <ns0:nvSpPr>
          <ns0:cNvPr id="22" name="trace:D19:content.auto.3">
            <ns1:extLst>
              <ns1:ext uri="{FF2B5EF4-FFF2-40B4-BE49-F238E27FC236}">
                <ns2:creationId id="{BC4E5A99-B127-4318-AA7C-92DBFB0E7BC0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0"/>
            <ns1:ext cx="2095500" cy="2571750"/>
          </ns1:xfrm>
          <ns1:custGeom>
            <ns1:pathLst>
              <ns1:path w="2095500" h="2571750">
                <ns1:moveTo>
                  <ns1:pt x="1333500" y="0"/>
                </ns1:moveTo>
                <ns1:lnTo>
                  <ns1:pt x="2095500" y="0"/>
                </ns1:lnTo>
                <ns1:lnTo>
                  <ns1:pt x="762000" y="2571750"/>
                </ns1:lnTo>
                <ns1:lnTo>
                  <ns1:pt x="0" y="25717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3" name="trace:D19:content.auto.4">
            <ns1:extLst>
              <ns1:ext uri="{FF2B5EF4-FFF2-40B4-BE49-F238E27FC236}">
                <ns2:creationId id="{17EA7359-C2CB-4A2F-8224-410DDD6AEF6C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0"/>
            <ns1:ext cx="1619250" cy="2571750"/>
          </ns1:xfrm>
          <ns1:custGeom>
            <ns1:pathLst>
              <ns1:path w="1619250" h="2571750">
                <ns1:moveTo>
                  <ns1:pt x="1333500" y="0"/>
                </ns1:moveTo>
                <ns1:lnTo>
                  <ns1:pt x="1619250" y="0"/>
                </ns1:lnTo>
                <ns1:lnTo>
                  <ns1:pt x="285750" y="2571750"/>
                </ns1:lnTo>
                <ns1:lnTo>
                  <ns1:pt x="0" y="2571750"/>
                </ns1:lnTo>
                <ns1:close/>
              </ns1:path>
            </ns1:pathLst>
          </ns1:custGeom>
          <ns1:solidFill>
            <ns1:srgbClr val="EEF1F5"/>
          </ns1:solidFill>
          <ns1:ln w="0">
            <ns1:noFill/>
            <ns1:prstDash val="solid"/>
          </ns1:ln>
        </ns0:spPr>
      </ns0:sp>
      <ns0:sp>
        <ns0:nvSpPr>
          <ns0:cNvPr id="24" name="trace:D19:content.auto.5">
            <ns1:extLst>
              <ns1:ext uri="{FF2B5EF4-FFF2-40B4-BE49-F238E27FC236}">
                <ns2:creationId id="{157AF8BF-A9B8-46D1-8180-1318DE005B16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0" y="7334250"/>
            <ns1:ext cx="4114800" cy="1628775"/>
          </ns1:xfrm>
          <ns1:custGeom>
            <ns1:pathLst>
              <ns1:path w="4114800" h="1628775">
                <ns1:moveTo>
                  <ns1:pt x="0" y="1628775"/>
                </ns1:moveTo>
                <ns1:lnTo>
                  <ns1:pt x="4114800" y="0"/>
                </ns1:lnTo>
                <ns1:lnTo>
                  <ns1:pt x="4114800" y="16287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5" name="trace:D19:content.auto.6">
            <ns1:extLst>
              <ns1:ext uri="{FF2B5EF4-FFF2-40B4-BE49-F238E27FC236}">
                <ns2:creationId id="{91D5135A-1E1A-4880-B2CD-8E32527DF45C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943850"/>
            <ns1:ext cx="2305050" cy="1019175"/>
          </ns1:xfrm>
          <ns1:custGeom>
            <ns1:pathLst>
              <ns1:path w="2305050" h="1019175">
                <ns1:moveTo>
                  <ns1:pt x="0" y="1019175"/>
                </ns1:moveTo>
                <ns1:lnTo>
                  <ns1:pt x="2305050" y="0"/>
                </ns1:lnTo>
                <ns1:lnTo>
                  <ns1:pt x="2305050" y="1019175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26" name="trace:D19:content.auto.7">
            <ns1:extLst>
              <ns1:ext uri="{FF2B5EF4-FFF2-40B4-BE49-F238E27FC236}">
                <ns2:creationId id="{2D3F0953-499C-45C6-B001-B3087E7386EC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66700"/>
            <ns1:ext cx="6477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D19</ns1:t>
            </ns1:r>
          </ns1:p>
        </ns0:txBody>
      </ns0:sp>
      <ns0:sp>
        <ns0:nvSpPr>
          <ns0:cNvPr id="27" name="trace:D19:content.auto.8">
            <ns1:extLst>
              <ns1:ext uri="{FF2B5EF4-FFF2-40B4-BE49-F238E27FC236}">
                <ns2:creationId id="{725E0A19-3118-427D-AEC0-4C3CBD1C4C76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266700"/>
            <ns1:ext cx="2476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リスクと対策</ns1:t>
            </ns1:r>
          </ns1:p>
        </ns0:txBody>
      </ns0:sp>
      <ns0:sp>
        <ns0:nvSpPr>
          <ns0:cNvPr id="28" name="trace:D19:header.brand">
            <ns1:extLst>
              <ns1:ext uri="{FF2B5EF4-FFF2-40B4-BE49-F238E27FC236}">
                <ns2:creationId id="{BBB6A36F-D8D9-45A7-B1D2-C09ECCBDAE8E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238125"/>
            <ns1:ext cx="195262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E71926"/>
                </ns1:solidFill>
              </ns1:rPr>
              <ns1:t>提案</ns1:t>
            </ns1:r>
            <ns1:r>
              <ns1:t>クエスト</ns1:t>
            </ns1:r>
          </ns1:p>
        </ns0:txBody>
      </ns0:sp>
      <ns0:sp>
        <ns0:nvSpPr>
          <ns0:cNvPr id="29" name="trace:D19:header.tagline">
            <ns1:extLst>
              <ns1:ext uri="{FF2B5EF4-FFF2-40B4-BE49-F238E27FC236}">
                <ns2:creationId id="{98307D54-77AD-4ECA-8048-B1289FEF3820}"/>
              </ns1:ext>
            </ns1:extLst>
          </ns0:cNvPr>
          <ns0:cNvSpPr>
            <ns1:spLocks noGrp="1"/>
          </ns0:cNvSpPr>
          <ns0:nvPr/>
        </ns0:nvSpPr>
        <ns0:spPr>
          <ns1:xfrm>
            <ns1:off x="9925050" y="581025"/>
            <ns1:ext cx="219075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30" name="trace:D19:header.message">
            <ns1:extLst>
              <ns1:ext uri="{FF2B5EF4-FFF2-40B4-BE49-F238E27FC236}">
                <ns2:creationId id="{AA9D4DD6-E566-4899-9C6C-8DF15EA936B1}"/>
              </ns1:ext>
            </ns1:extLst>
          </ns0:cNvPr>
          <ns0:cNvSpPr>
            <ns1:spLocks noGrp="1"/>
          </ns0:cNvSpPr>
          <ns0:nvPr/>
        </ns0:nvSpPr>
        <ns0:spPr>
          <ns1:xfrm>
            <ns1:off x="14058900" y="400050"/>
            <ns1:ext cx="15240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31" name="trace:D19:content.auto.9">
            <ns1:extLst>
              <ns1:ext uri="{FF2B5EF4-FFF2-40B4-BE49-F238E27FC236}">
                <ns2:creationId id="{C5984259-81C0-4DB8-9D25-BBEB00A57767}"/>
              </ns1:ext>
            </ns1:extLst>
          </ns0:cNvPr>
          <ns0:cNvSpPr>
            <ns1:spLocks noGrp="1"/>
          </ns0:cNvSpPr>
          <ns0:nvPr/>
        </ns0:nvSpPr>
        <ns0:spPr>
          <ns1:xfrm>
            <ns1:off x="14058900" y="904875"/>
            <ns1:ext cx="12382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32" name="trace:D19:content.auto.10">
            <ns1:extLst>
              <ns1:ext uri="{FF2B5EF4-FFF2-40B4-BE49-F238E27FC236}">
                <ns2:creationId id="{D843CFA6-AFD8-4FE2-8542-BBBB9A2495BB}"/>
              </ns1:ext>
            </ns1:extLst>
          </ns0:cNvPr>
          <ns0:cNvSpPr>
            <ns1:spLocks noGrp="1"/>
          </ns0:cNvSpPr>
          <ns0:nvPr/>
        </ns0:nvSpPr>
        <ns0:spPr>
          <ns1:xfrm>
            <ns1:off x="14058900" y="904875"/>
            <ns1:ext cx="30480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33" name="trace:D19:title.primary">
            <ns1:extLst>
              <ns1:ext uri="{FF2B5EF4-FFF2-40B4-BE49-F238E27FC236}">
                <ns2:creationId id="{E238C643-B469-41F2-8833-61D9D1FA4BF9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800100"/>
            <ns1:ext cx="54292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4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34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主要リスクと対策</ns1:t>
            </ns1:r>
          </ns1:p>
        </ns0:txBody>
      </ns0:sp>
      <ns0:sp>
        <ns0:nvSpPr>
          <ns0:cNvPr id="36" name="trace:D19:content.auto.11">
            <ns1:extLst>
              <ns1:ext uri="{FF2B5EF4-FFF2-40B4-BE49-F238E27FC236}">
                <ns2:creationId id="{949311D5-67A7-47D0-8D24-7A05CA785765}"/>
              </ns1:ext>
            </ns1:extLst>
          </ns0:cNvPr>
          <ns0:cNvSpPr>
            <ns1:spLocks noGrp="1"/>
          </ns0:cNvSpPr>
          <ns0:nvPr/>
        </ns0:nvSpPr>
        <ns0:spPr>
          <ns1:xfrm>
            <ns1:off x="400050" y="1362075"/>
            <ns1:ext cx="10001250" cy="7810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7" name="trace:D19:title.primary.2">
            <ns1:extLst>
              <ns1:ext uri="{FF2B5EF4-FFF2-40B4-BE49-F238E27FC236}">
                <ns2:creationId id="{2533667C-D15B-428D-9DBE-F27A54A2F0F7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1562100"/>
            <ns1:ext cx="10953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導入前に想定リスクを整理し、予防策・発生時対応・責任者を明確にすることで、安全な運用を実現します。</ns1:t>
            </ns1:r>
          </ns1:p>
        </ns0:txBody>
      </ns0:sp>
      <ns0:sp>
        <ns0:nvSpPr>
          <ns0:cNvPr id="38" name="trace:D19:content.auto.12">
            <ns1:extLst>
              <ns1:ext uri="{FF2B5EF4-FFF2-40B4-BE49-F238E27FC236}">
                <ns2:creationId id="{7CFFC218-0BFF-495C-A890-2F66E58217DE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0"/>
            <ns1:ext cx="2095500" cy="2571750"/>
          </ns1:xfrm>
          <ns1:custGeom>
            <ns1:pathLst>
              <ns1:path w="2095500" h="2571750">
                <ns1:moveTo>
                  <ns1:pt x="1333500" y="0"/>
                </ns1:moveTo>
                <ns1:lnTo>
                  <ns1:pt x="2095500" y="0"/>
                </ns1:lnTo>
                <ns1:lnTo>
                  <ns1:pt x="762000" y="2571750"/>
                </ns1:lnTo>
                <ns1:lnTo>
                  <ns1:pt x="0" y="25717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1" name="trace:D19:content.auto.13">
            <ns1:extLst>
              <ns1:ext uri="{FF2B5EF4-FFF2-40B4-BE49-F238E27FC236}">
                <ns2:creationId id="{613EDDD7-D2EC-4F67-8004-41547E1016A0}"/>
              </ns1:ext>
            </ns1:extLst>
          </ns0:cNvPr>
          <ns0:cNvSpPr>
            <ns1:spLocks noGrp="1"/>
          </ns0:cNvSpPr>
          <ns0:nvPr/>
        </ns0:nvSpPr>
        <ns0:spPr>
          <ns1:xfrm>
            <ns1:off x="7191375" y="2314575"/>
            <ns1:ext cx="104775" cy="9525"/>
          </ns1:xfrm>
          <ns1:prstGeom prst="line">
            <ns1:avLst/>
          </ns1:prstGeom>
          <ns1:noFill/>
          <ns1:ln w="57150">
            <ns1:solidFill>
              <ns1:srgbClr val="E71926"/>
            </ns1:solidFill>
            <ns1:prstDash val="solid"/>
          </ns1:ln>
        </ns0:spPr>
      </ns0:sp>
      <ns0:sp>
        <ns0:nvSpPr>
          <ns0:cNvPr id="42" name="trace:D19:title.primary.3">
            <ns1:extLst>
              <ns1:ext uri="{FF2B5EF4-FFF2-40B4-BE49-F238E27FC236}">
                <ns2:creationId id="{5A5CFF0E-8CC7-4FE5-88D2-900C915BF857}"/>
              </ns1:ext>
            </ns1:extLst>
          </ns0:cNvPr>
          <ns0:cNvSpPr>
            <ns1:spLocks noGrp="1"/>
          </ns0:cNvSpPr>
          <ns0:nvPr/>
        </ns0:nvSpPr>
        <ns0:spPr>
          <ns1:xfrm>
            <ns1:off x="7419975" y="2247900"/>
            <ns1:ext cx="3714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7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主要リスクと対応方針</ns1:t>
            </ns1:r>
          </ns1:p>
        </ns0:txBody>
      </ns0:sp>
      <ns0:sp>
        <ns0:nvSpPr>
          <ns0:cNvPr id="85" name="trace:D19:content.auto.14">
            <ns1:extLst>
              <ns1:ext uri="{FF2B5EF4-FFF2-40B4-BE49-F238E27FC236}">
                <ns2:creationId id="{BB75BD83-D43F-4466-8036-C8CA34C1390D}"/>
              </ns1:ext>
            </ns1:extLst>
          </ns0:cNvPr>
          <ns0:cNvSpPr>
            <ns1:spLocks noGrp="1"/>
          </ns0:cNvSpPr>
          <ns0:nvPr/>
        </ns0:nvSpPr>
        <ns0:spPr>
          <ns1:xfrm>
            <ns1:off x="8034147" y="2811018"/>
            <ns1:ext cx="181356" cy="229362"/>
          </ns1:xfrm>
          <ns1:custGeom>
            <ns1:pathLst>
              <ns1:path w="181356" h="229362">
                <ns1:moveTo>
                  <ns1:pt x="90678" y="0"/>
                </ns1:moveTo>
                <ns1:lnTo>
                  <ns1:pt x="181356" y="32004"/>
                </ns1:lnTo>
                <ns1:lnTo>
                  <ns1:pt x="165354" y="154686"/>
                </ns1:lnTo>
                <ns1:lnTo>
                  <ns1:pt x="90678" y="229362"/>
                </ns1:lnTo>
                <ns1:lnTo>
                  <ns1:pt x="16002" y="154686"/>
                </ns1:lnTo>
                <ns1:lnTo>
                  <ns1:pt x="0" y="32004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6" name="trace:D19:content.auto.15">
            <ns1:extLst>
              <ns1:ext uri="{FF2B5EF4-FFF2-40B4-BE49-F238E27FC236}">
                <ns2:creationId id="{6F34DE1D-5B2B-4BB7-A221-31838CE2812B}"/>
              </ns1:ext>
            </ns1:extLst>
          </ns0:cNvPr>
          <ns0:cNvSpPr>
            <ns1:spLocks noGrp="1"/>
          </ns0:cNvSpPr>
          <ns0:nvPr/>
        </ns0:nvSpPr>
        <ns0:spPr>
          <ns1:xfrm>
            <ns1:off x="8074152" y="2928366"/>
            <ns1:ext cx="40005" cy="4000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7" name="trace:D19:content.auto.16">
            <ns1:extLst>
              <ns1:ext uri="{FF2B5EF4-FFF2-40B4-BE49-F238E27FC236}">
                <ns2:creationId id="{FCE2CC78-E7E3-4170-BD43-034426A657F7}"/>
              </ns1:ext>
            </ns1:extLst>
          </ns0:cNvPr>
          <ns0:cNvSpPr>
            <ns1:spLocks noGrp="1"/>
          </ns0:cNvSpPr>
          <ns0:nvPr/>
        </ns0:nvSpPr>
        <ns0:spPr>
          <ns1:xfrm>
            <ns1:off x="8114157" y="2888361"/>
            <ns1:ext cx="69342" cy="80010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7" name="trace:D19:content.auto.17">
            <ns1:extLst>
              <ns1:ext uri="{FF2B5EF4-FFF2-40B4-BE49-F238E27FC236}">
                <ns2:creationId id="{9F0DE79D-847A-497F-8BD4-2A7B16929C5C}"/>
              </ns1:ext>
            </ns1:extLst>
          </ns0:cNvPr>
          <ns0:cNvSpPr>
            <ns1:spLocks noGrp="1"/>
          </ns0:cNvSpPr>
          <ns0:nvPr/>
        </ns0:nvSpPr>
        <ns0:spPr>
          <ns1:xfrm>
            <ns1:off x="8007477" y="3530727"/>
            <ns1:ext cx="234696" cy="234696"/>
          </ns1:xfrm>
          <ns1:custGeom>
            <ns1:pathLst>
              <ns1:path w="234696" h="234696">
                <ns1:moveTo>
                  <ns1:pt x="117348" y="0"/>
                </ns1:moveTo>
                <ns1:lnTo>
                  <ns1:pt x="152049" y="33572"/>
                </ns1:lnTo>
                <ns1:lnTo>
                  <ns1:pt x="200326" y="34370"/>
                </ns1:lnTo>
                <ns1:lnTo>
                  <ns1:pt x="201124" y="82647"/>
                </ns1:lnTo>
                <ns1:lnTo>
                  <ns1:pt x="234696" y="117348"/>
                </ns1:lnTo>
                <ns1:lnTo>
                  <ns1:pt x="201124" y="152049"/>
                </ns1:lnTo>
                <ns1:lnTo>
                  <ns1:pt x="200326" y="200326"/>
                </ns1:lnTo>
                <ns1:lnTo>
                  <ns1:pt x="152049" y="201124"/>
                </ns1:lnTo>
                <ns1:lnTo>
                  <ns1:pt x="117348" y="234696"/>
                </ns1:lnTo>
                <ns1:lnTo>
                  <ns1:pt x="82647" y="201124"/>
                </ns1:lnTo>
                <ns1:lnTo>
                  <ns1:pt x="34370" y="200326"/>
                </ns1:lnTo>
                <ns1:lnTo>
                  <ns1:pt x="33572" y="152049"/>
                </ns1:lnTo>
                <ns1:lnTo>
                  <ns1:pt x="0" y="117348"/>
                </ns1:lnTo>
                <ns1:lnTo>
                  <ns1:pt x="33572" y="82647"/>
                </ns1:lnTo>
                <ns1:lnTo>
                  <ns1:pt x="34370" y="34370"/>
                </ns1:lnTo>
                <ns1:lnTo>
                  <ns1:pt x="82647" y="33572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8" name="trace:D19:content.auto.18">
            <ns1:extLst>
              <ns1:ext uri="{FF2B5EF4-FFF2-40B4-BE49-F238E27FC236}">
                <ns2:creationId id="{012E698F-920F-4F68-BA73-8A7D4E2CBFC4}"/>
              </ns1:ext>
            </ns1:extLst>
          </ns0:cNvPr>
          <ns0:cNvSpPr>
            <ns1:spLocks noGrp="1"/>
          </ns0:cNvSpPr>
          <ns0:nvPr/>
        </ns0:nvSpPr>
        <ns0:spPr>
          <ns1:xfrm>
            <ns1:off x="8079486" y="3602736"/>
            <ns1:ext cx="90678" cy="90678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99" name="trace:D19:content.auto.19">
            <ns1:extLst>
              <ns1:ext uri="{FF2B5EF4-FFF2-40B4-BE49-F238E27FC236}">
                <ns2:creationId id="{FF09F797-91B0-42BB-9B67-D24A1BF5A38B}"/>
              </ns1:ext>
            </ns1:extLst>
          </ns0:cNvPr>
          <ns0:cNvSpPr>
            <ns1:spLocks noGrp="1"/>
          </ns0:cNvSpPr>
          <ns0:nvPr/>
        </ns0:nvSpPr>
        <ns0:spPr>
          <ns1:xfrm>
            <ns1:off x="8111490" y="3634740"/>
            <ns1:ext cx="26670" cy="2667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9" name="trace:D19:content.auto.20">
            <ns1:extLst>
              <ns1:ext uri="{FF2B5EF4-FFF2-40B4-BE49-F238E27FC236}">
                <ns2:creationId id="{F918A329-B3C8-4C12-82A9-B44BAD945500}"/>
              </ns1:ext>
            </ns1:extLst>
          </ns0:cNvPr>
          <ns0:cNvSpPr>
            <ns1:spLocks noGrp="1"/>
          </ns0:cNvSpPr>
          <ns0:nvPr/>
        </ns0:nvSpPr>
        <ns0:spPr>
          <ns1:xfrm>
            <ns1:off x="8027289" y="4255770"/>
            <ns1:ext cx="53340" cy="5334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10" name="trace:D19:content.auto.21">
            <ns1:extLst>
              <ns1:ext uri="{FF2B5EF4-FFF2-40B4-BE49-F238E27FC236}">
                <ns2:creationId id="{42D4823C-E1C6-45D0-8C33-3F25BA23EBD1}"/>
              </ns1:ext>
            </ns1:extLst>
          </ns0:cNvPr>
          <ns0:cNvSpPr>
            <ns1:spLocks noGrp="1"/>
          </ns0:cNvSpPr>
          <ns0:nvPr/>
        </ns0:nvSpPr>
        <ns0:spPr>
          <ns1:xfrm>
            <ns1:off x="8088630" y="4237101"/>
            <ns1:ext cx="53340" cy="5334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11" name="trace:D19:content.auto.22">
            <ns1:extLst>
              <ns1:ext uri="{FF2B5EF4-FFF2-40B4-BE49-F238E27FC236}">
                <ns2:creationId id="{157FD6AE-35F7-4C49-8554-5FDFE16189E7}"/>
              </ns1:ext>
            </ns1:extLst>
          </ns0:cNvPr>
          <ns0:cNvSpPr>
            <ns1:spLocks noGrp="1"/>
          </ns0:cNvSpPr>
          <ns0:nvPr/>
        </ns0:nvSpPr>
        <ns0:spPr>
          <ns1:xfrm>
            <ns1:off x="8149971" y="4255770"/>
            <ns1:ext cx="53340" cy="5334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12" name="trace:D19:content.auto.23">
            <ns1:extLst>
              <ns1:ext uri="{FF2B5EF4-FFF2-40B4-BE49-F238E27FC236}">
                <ns2:creationId id="{6C00DE31-A550-490D-B957-BB7EF68425D4}"/>
              </ns1:ext>
            </ns1:extLst>
          </ns0:cNvPr>
          <ns0:cNvSpPr>
            <ns1:spLocks noGrp="1"/>
          </ns0:cNvSpPr>
          <ns0:nvPr/>
        </ns0:nvSpPr>
        <ns0:spPr>
          <ns1:xfrm>
            <ns1:off x="7997952" y="4351782"/>
            <ns1:ext cx="98679" cy="101346"/>
          </ns1:xfrm>
          <ns1:custGeom>
            <ns1:pathLst>
              <ns1:path w="98679" h="101346">
                <ns1:moveTo>
                  <ns1:pt x="0" y="101346"/>
                </ns1:moveTo>
                <ns1:lnTo>
                  <ns1:pt x="16002" y="26670"/>
                </ns1:lnTo>
                <ns1:lnTo>
                  <ns1:pt x="50673" y="0"/>
                </ns1:lnTo>
                <ns1:lnTo>
                  <ns1:pt x="85344" y="26670"/>
                </ns1:lnTo>
                <ns1:lnTo>
                  <ns1:pt x="98679" y="101346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13" name="trace:D19:content.auto.24">
            <ns1:extLst>
              <ns1:ext uri="{FF2B5EF4-FFF2-40B4-BE49-F238E27FC236}">
                <ns2:creationId id="{106B410A-0139-44C3-8525-9BF1AA45C197}"/>
              </ns1:ext>
            </ns1:extLst>
          </ns0:cNvPr>
          <ns0:cNvSpPr>
            <ns1:spLocks noGrp="1"/>
          </ns0:cNvSpPr>
          <ns0:nvPr/>
        </ns0:nvSpPr>
        <ns0:spPr>
          <ns1:xfrm>
            <ns1:off x="8056626" y="4335780"/>
            <ns1:ext cx="117348" cy="117348"/>
          </ns1:xfrm>
          <ns1:custGeom>
            <ns1:pathLst>
              <ns1:path w="117348" h="117348">
                <ns1:moveTo>
                  <ns1:pt x="0" y="117348"/>
                </ns1:moveTo>
                <ns1:lnTo>
                  <ns1:pt x="16002" y="26670"/>
                </ns1:lnTo>
                <ns1:lnTo>
                  <ns1:pt x="58674" y="0"/>
                </ns1:lnTo>
                <ns1:lnTo>
                  <ns1:pt x="101346" y="26670"/>
                </ns1:lnTo>
                <ns1:lnTo>
                  <ns1:pt x="117348" y="117348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14" name="trace:D19:content.auto.25">
            <ns1:extLst>
              <ns1:ext uri="{FF2B5EF4-FFF2-40B4-BE49-F238E27FC236}">
                <ns2:creationId id="{C45AC3AD-C9C2-4713-8A86-5AA575ED1BBA}"/>
              </ns1:ext>
            </ns1:extLst>
          </ns0:cNvPr>
          <ns0:cNvSpPr>
            <ns1:spLocks noGrp="1"/>
          </ns0:cNvSpPr>
          <ns0:nvPr/>
        </ns0:nvSpPr>
        <ns0:spPr>
          <ns1:xfrm>
            <ns1:off x="8133969" y="4351782"/>
            <ns1:ext cx="98679" cy="101346"/>
          </ns1:xfrm>
          <ns1:custGeom>
            <ns1:pathLst>
              <ns1:path w="98679" h="101346">
                <ns1:moveTo>
                  <ns1:pt x="0" y="101346"/>
                </ns1:moveTo>
                <ns1:lnTo>
                  <ns1:pt x="16002" y="26670"/>
                </ns1:lnTo>
                <ns1:lnTo>
                  <ns1:pt x="50673" y="0"/>
                </ns1:lnTo>
                <ns1:lnTo>
                  <ns1:pt x="85344" y="26670"/>
                </ns1:lnTo>
                <ns1:lnTo>
                  <ns1:pt x="98679" y="101346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24" name="trace:D19:content.auto.26">
            <ns1:extLst>
              <ns1:ext uri="{FF2B5EF4-FFF2-40B4-BE49-F238E27FC236}">
                <ns2:creationId id="{B1CE4C7D-B361-492C-A546-6F5882E79252}"/>
              </ns1:ext>
            </ns1:extLst>
          </ns0:cNvPr>
          <ns0:cNvSpPr>
            <ns1:spLocks noGrp="1"/>
          </ns0:cNvSpPr>
          <ns0:nvPr/>
        </ns0:nvSpPr>
        <ns0:spPr>
          <ns1:xfrm>
            <ns1:off x="8028813" y="4959477"/>
            <ns1:ext cx="192024" cy="64008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25" name="trace:D19:content.auto.27">
            <ns1:extLst>
              <ns1:ext uri="{FF2B5EF4-FFF2-40B4-BE49-F238E27FC236}">
                <ns2:creationId id="{15B496AF-AB24-43F4-91DA-3255C8E15618}"/>
              </ns1:ext>
            </ns1:extLst>
          </ns0:cNvPr>
          <ns0:cNvSpPr>
            <ns1:spLocks noGrp="1"/>
          </ns0:cNvSpPr>
          <ns0:nvPr/>
        </ns0:nvSpPr>
        <ns0:spPr>
          <ns1:xfrm>
            <ns1:off x="8028813" y="4991481"/>
            <ns1:ext cx="192024" cy="144018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26" name="trace:D19:content.auto.28">
            <ns1:extLst>
              <ns1:ext uri="{FF2B5EF4-FFF2-40B4-BE49-F238E27FC236}">
                <ns2:creationId id="{D4928C34-BFE2-4323-B189-4EBDA899A6C6}"/>
              </ns1:ext>
            </ns1:extLst>
          </ns0:cNvPr>
          <ns0:cNvSpPr>
            <ns1:spLocks noGrp="1"/>
          </ns0:cNvSpPr>
          <ns0:nvPr/>
        </ns0:nvSpPr>
        <ns0:spPr>
          <ns1:xfrm>
            <ns1:off x="8028813" y="5098161"/>
            <ns1:ext cx="192024" cy="64008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6" name="trace:D19:content.auto.29">
            <ns1:extLst>
              <ns1:ext uri="{FF2B5EF4-FFF2-40B4-BE49-F238E27FC236}">
                <ns2:creationId id="{81EEFE54-9E26-44DF-A80A-F904ABC69878}"/>
              </ns1:ext>
            </ns1:extLst>
          </ns0:cNvPr>
          <ns0:cNvSpPr>
            <ns1:spLocks noGrp="1"/>
          </ns0:cNvSpPr>
          <ns0:nvPr/>
        </ns0:nvSpPr>
        <ns0:spPr>
          <ns1:xfrm>
            <ns1:off x="8044815" y="5684520"/>
            <ns1:ext cx="154686" cy="202692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7" name="trace:D19:content.auto.30">
            <ns1:extLst>
              <ns1:ext uri="{FF2B5EF4-FFF2-40B4-BE49-F238E27FC236}">
                <ns2:creationId id="{3DEBE778-2A1F-4695-BB42-FEC92A2BE91E}"/>
              </ns1:ext>
            </ns1:extLst>
          </ns0:cNvPr>
          <ns0:cNvSpPr>
            <ns1:spLocks noGrp="1"/>
          </ns0:cNvSpPr>
          <ns0:nvPr/>
        </ns0:nvSpPr>
        <ns0:spPr>
          <ns1:xfrm>
            <ns1:off x="8151495" y="5684520"/>
            <ns1:ext cx="48006" cy="48006"/>
          </ns1:xfrm>
          <ns1:custGeom>
            <ns1:pathLst>
              <ns1:path w="48006" h="48006">
                <ns1:moveTo>
                  <ns1:pt x="0" y="0"/>
                </ns1:moveTo>
                <ns1:lnTo>
                  <ns1:pt x="48006" y="48006"/>
                </ns1:lnTo>
                <ns1:lnTo>
                  <ns1:pt x="0" y="48006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8" name="trace:D19:content.auto.31">
            <ns1:extLst>
              <ns1:ext uri="{FF2B5EF4-FFF2-40B4-BE49-F238E27FC236}">
                <ns2:creationId id="{7C4611F4-4AE1-48C1-BE95-34176509664B}"/>
              </ns1:ext>
            </ns1:extLst>
          </ns0:cNvPr>
          <ns0:cNvSpPr>
            <ns1:spLocks noGrp="1"/>
          </ns0:cNvSpPr>
          <ns0:nvPr/>
        </ns0:nvSpPr>
        <ns0:spPr>
          <ns1:xfrm>
            <ns1:off x="8071485" y="5769864"/>
            <ns1:ext cx="101346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39" name="trace:D19:content.auto.32">
            <ns1:extLst>
              <ns1:ext uri="{FF2B5EF4-FFF2-40B4-BE49-F238E27FC236}">
                <ns2:creationId id="{29C697A5-EE3D-4B3B-8876-0DBA488C6D93}"/>
              </ns1:ext>
            </ns1:extLst>
          </ns0:cNvPr>
          <ns0:cNvSpPr>
            <ns1:spLocks noGrp="1"/>
          </ns0:cNvSpPr>
          <ns0:nvPr/>
        </ns0:nvSpPr>
        <ns0:spPr>
          <ns1:xfrm>
            <ns1:off x="8071485" y="5809869"/>
            <ns1:ext cx="88011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5" name="trace:D19:content.auto.33">
            <ns1:extLst>
              <ns1:ext uri="{FF2B5EF4-FFF2-40B4-BE49-F238E27FC236}">
                <ns2:creationId id="{A797D989-F926-441B-9FCD-6A9F8A09D2BE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2571750"/>
            <ns1:ext cx="8382000" cy="36195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49" name="trace:D19:content.auto.34">
            <ns1:extLst>
              <ns1:ext uri="{FF2B5EF4-FFF2-40B4-BE49-F238E27FC236}">
                <ns2:creationId id="{E144EF10-01FC-44C2-8D3D-D52BA5CDEF1C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6972300"/>
            <ns1:ext cx="15259050" cy="12382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50" name="trace:D19:content.auto.35">
            <ns1:extLst>
              <ns1:ext uri="{FF2B5EF4-FFF2-40B4-BE49-F238E27FC236}">
                <ns2:creationId id="{56B7DC58-2FC1-46CE-90DF-332B11BC61D2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7067550"/>
            <ns1:ext cx="15259050" cy="1171575"/>
          </ns1:xfrm>
          <ns1:prstGeom prst="rect">
            <ns1:avLst/>
          </ns1:prstGeom>
          <ns1:solidFill>
            <ns1:srgbClr val="FFF7F7"/>
          </ns1:solidFill>
          <ns1:ln w="0">
            <ns1:noFill/>
            <ns1:prstDash val="solid"/>
          </ns1:ln>
        </ns0:spPr>
      </ns0:sp>
      <ns0:sp>
        <ns0:nvSpPr>
          <ns0:cNvPr id="851" name="trace:D19:content.auto.36">
            <ns1:extLst>
              <ns1:ext uri="{FF2B5EF4-FFF2-40B4-BE49-F238E27FC236}">
                <ns2:creationId id="{2E9A2F7D-AE64-473B-BC27-ECC067E9A869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7067550"/>
            <ns1:ext cx="104775" cy="9525"/>
          </ns1:xfrm>
          <ns1:prstGeom prst="line">
            <ns1:avLst/>
          </ns1:prstGeom>
          <ns1:noFill/>
          <ns1:ln w="57150">
            <ns1:solidFill>
              <ns1:srgbClr val="E71926"/>
            </ns1:solidFill>
            <ns1:prstDash val="solid"/>
          </ns1:ln>
        </ns0:spPr>
      </ns0:sp>
      <ns0:sp>
        <ns0:nvSpPr>
          <ns0:cNvPr id="852" name="trace:D19:content.auto.37">
            <ns1:extLst>
              <ns1:ext uri="{FF2B5EF4-FFF2-40B4-BE49-F238E27FC236}">
                <ns2:creationId id="{B5CF5C34-AA10-4B13-80D8-1981C852CE9B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7000875"/>
            <ns1:ext cx="2952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リスク管理の基本方針</ns1:t>
            </ns1:r>
          </ns1:p>
        </ns0:txBody>
      </ns0:sp>
      <ns0:sp>
        <ns0:nvSpPr>
          <ns0:cNvPr id="853" name="trace:D19:content.auto.38">
            <ns1:extLst>
              <ns1:ext uri="{FF2B5EF4-FFF2-40B4-BE49-F238E27FC236}">
                <ns2:creationId id="{CA8574E4-1AE8-4922-8F67-F6681F803A9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277100"/>
            <ns1:ext cx="3590925" cy="914400"/>
          </ns1:xfrm>
          <ns1:prstGeom prst="roundRect">
            <ns1:avLst>
              <ns1:gd name="adj" fmla="val 10417"/>
            </ns1:avLst>
          </ns1:prstGeom>
          <ns1:solidFill>
            <ns1:srgbClr val="FFF4F4"/>
          </ns1:solidFill>
          <ns1:ln w="0">
            <ns1:noFill/>
            <ns1:prstDash val="solid"/>
          </ns1:ln>
        </ns0:spPr>
      </ns0:sp>
      <ns0:sp>
        <ns0:nvSpPr>
          <ns0:cNvPr id="854" name="trace:D19:content.auto.39">
            <ns1:extLst>
              <ns1:ext uri="{FF2B5EF4-FFF2-40B4-BE49-F238E27FC236}">
                <ns2:creationId id="{52AC3526-6BBB-47B2-A5F4-16C36E6B0FB8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7429500"/>
            <ns1:ext cx="323850" cy="3238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55" name="trace:D19:content.auto.40">
            <ns1:extLst>
              <ns1:ext uri="{FF2B5EF4-FFF2-40B4-BE49-F238E27FC236}">
                <ns2:creationId id="{C460C93C-D2F8-4AEB-A9F6-37C28C376ED0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7515225"/>
            <ns1:ext cx="3238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856" name="trace:D19:content.auto.41">
            <ns1:extLst>
              <ns1:ext uri="{FF2B5EF4-FFF2-40B4-BE49-F238E27FC236}">
                <ns2:creationId id="{30215CA5-8898-4E7E-8FD7-D5A1A01FD141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7439025"/>
            <ns1:ext cx="2571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AI任せにしない</ns1:t>
            </ns1:r>
          </ns1:p>
        </ns0:txBody>
      </ns0:sp>
      <ns0:sp>
        <ns0:nvSpPr>
          <ns0:cNvPr id="857" name="trace:D19:content.auto.42">
            <ns1:extLst>
              <ns1:ext uri="{FF2B5EF4-FFF2-40B4-BE49-F238E27FC236}">
                <ns2:creationId id="{93BBF519-3486-49F0-BE8D-E0740041DA21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7734300"/>
            <ns1:ext cx="2571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重要な判断は人が確認し、</ns1:t>
            </ns1:r>
          </ns1:p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最終責任を持ちます。</ns1:t>
            </ns1:r>
          </ns1:p>
        </ns0:txBody>
      </ns0:sp>
      <ns0:sp>
        <ns0:nvSpPr>
          <ns0:cNvPr id="858" name="trace:D19:content.auto.43">
            <ns1:extLst>
              <ns1:ext uri="{FF2B5EF4-FFF2-40B4-BE49-F238E27FC236}">
                <ns2:creationId id="{8DE683A4-0712-4484-938E-01009AC7E4DF}"/>
              </ns1:ext>
            </ns1:extLst>
          </ns0:cNvPr>
          <ns0:cNvSpPr>
            <ns1:spLocks noGrp="1"/>
          </ns0:cNvSpPr>
          <ns0:nvPr/>
        </ns0:nvSpPr>
        <ns0:spPr>
          <ns1:xfrm>
            <ns1:off x="4333875" y="7277100"/>
            <ns1:ext cx="3590925" cy="914400"/>
          </ns1:xfrm>
          <ns1:prstGeom prst="roundRect">
            <ns1:avLst>
              <ns1:gd name="adj" fmla="val 10417"/>
            </ns1:avLst>
          </ns1:prstGeom>
          <ns1:solidFill>
            <ns1:srgbClr val="EFF5FA"/>
          </ns1:solidFill>
          <ns1:ln w="0">
            <ns1:noFill/>
            <ns1:prstDash val="solid"/>
          </ns1:ln>
        </ns0:spPr>
      </ns0:sp>
      <ns0:sp>
        <ns0:nvSpPr>
          <ns0:cNvPr id="859" name="trace:D19:content.auto.44">
            <ns1:extLst>
              <ns1:ext uri="{FF2B5EF4-FFF2-40B4-BE49-F238E27FC236}">
                <ns2:creationId id="{9A77A37D-CE14-4059-895C-8E980D61881D}"/>
              </ns1:ext>
            </ns1:extLst>
          </ns0:cNvPr>
          <ns0:cNvSpPr>
            <ns1:spLocks noGrp="1"/>
          </ns0:cNvSpPr>
          <ns0:nvPr/>
        </ns0:nvSpPr>
        <ns0:spPr>
          <ns1:xfrm>
            <ns1:off x="4552950" y="7429500"/>
            <ns1:ext cx="323850" cy="3238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60" name="trace:D19:content.auto.45">
            <ns1:extLst>
              <ns1:ext uri="{FF2B5EF4-FFF2-40B4-BE49-F238E27FC236}">
                <ns2:creationId id="{5FDA1F31-0FCD-4ADD-91CE-2F57F726F793}"/>
              </ns1:ext>
            </ns1:extLst>
          </ns0:cNvPr>
          <ns0:cNvSpPr>
            <ns1:spLocks noGrp="1"/>
          </ns0:cNvSpPr>
          <ns0:nvPr/>
        </ns0:nvSpPr>
        <ns0:spPr>
          <ns1:xfrm>
            <ns1:off x="4552950" y="7515225"/>
            <ns1:ext cx="3238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861" name="trace:D19:content.auto.46">
            <ns1:extLst>
              <ns1:ext uri="{FF2B5EF4-FFF2-40B4-BE49-F238E27FC236}">
                <ns2:creationId id="{2BCB5D01-A8B7-4956-A20A-52EF6637C84F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7439025"/>
            <ns1:ext cx="2571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最小権限で運用</ns1:t>
            </ns1:r>
          </ns1:p>
        </ns0:txBody>
      </ns0:sp>
      <ns0:sp>
        <ns0:nvSpPr>
          <ns0:cNvPr id="862" name="trace:D19:content.auto.47">
            <ns1:extLst>
              <ns1:ext uri="{FF2B5EF4-FFF2-40B4-BE49-F238E27FC236}">
                <ns2:creationId id="{417A8F04-B5F4-4EC4-A871-C6EEFA066BF0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7734300"/>
            <ns1:ext cx="2571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必要な権限だけを付与し、</ns1:t>
            </ns1:r>
          </ns1:p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アクセスを管理します。</ns1:t>
            </ns1:r>
          </ns1:p>
        </ns0:txBody>
      </ns0:sp>
      <ns0:sp>
        <ns0:nvSpPr>
          <ns0:cNvPr id="863" name="trace:D19:content.auto.48">
            <ns1:extLst>
              <ns1:ext uri="{FF2B5EF4-FFF2-40B4-BE49-F238E27FC236}">
                <ns2:creationId id="{5557A5D8-BB84-4E7E-AE79-B5D9F83E826F}"/>
              </ns1:ext>
            </ns1:extLst>
          </ns0:cNvPr>
          <ns0:cNvSpPr>
            <ns1:spLocks noGrp="1"/>
          </ns0:cNvSpPr>
          <ns0:nvPr/>
        </ns0:nvSpPr>
        <ns0:spPr>
          <ns1:xfrm>
            <ns1:off x="8048625" y="7277100"/>
            <ns1:ext cx="3590925" cy="914400"/>
          </ns1:xfrm>
          <ns1:prstGeom prst="roundRect">
            <ns1:avLst>
              <ns1:gd name="adj" fmla="val 10417"/>
            </ns1:avLst>
          </ns1:prstGeom>
          <ns1:solidFill>
            <ns1:srgbClr val="FFF4F4"/>
          </ns1:solidFill>
          <ns1:ln w="0">
            <ns1:noFill/>
            <ns1:prstDash val="solid"/>
          </ns1:ln>
        </ns0:spPr>
      </ns0:sp>
      <ns0:sp>
        <ns0:nvSpPr>
          <ns0:cNvPr id="864" name="trace:D19:content.auto.49">
            <ns1:extLst>
              <ns1:ext uri="{FF2B5EF4-FFF2-40B4-BE49-F238E27FC236}">
                <ns2:creationId id="{0920B39A-35C5-44F1-9979-93E00EE545F7}"/>
              </ns1:ext>
            </ns1:extLst>
          </ns0:cNvPr>
          <ns0:cNvSpPr>
            <ns1:spLocks noGrp="1"/>
          </ns0:cNvSpPr>
          <ns0:nvPr/>
        </ns0:nvSpPr>
        <ns0:spPr>
          <ns1:xfrm>
            <ns1:off x="8267700" y="7429500"/>
            <ns1:ext cx="323850" cy="3238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65" name="trace:D19:content.auto.50">
            <ns1:extLst>
              <ns1:ext uri="{FF2B5EF4-FFF2-40B4-BE49-F238E27FC236}">
                <ns2:creationId id="{58AEDECF-BA73-4083-95F0-E9AD5EE1CE4B}"/>
              </ns1:ext>
            </ns1:extLst>
          </ns0:cNvPr>
          <ns0:cNvSpPr>
            <ns1:spLocks noGrp="1"/>
          </ns0:cNvSpPr>
          <ns0:nvPr/>
        </ns0:nvSpPr>
        <ns0:spPr>
          <ns1:xfrm>
            <ns1:off x="8267700" y="7515225"/>
            <ns1:ext cx="3238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866" name="trace:D19:content.auto.51">
            <ns1:extLst>
              <ns1:ext uri="{FF2B5EF4-FFF2-40B4-BE49-F238E27FC236}">
                <ns2:creationId id="{4BFDFDD5-2C3A-4A12-B37B-89419A4F542C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7439025"/>
            <ns1:ext cx="2571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記録を残す</ns1:t>
            </ns1:r>
          </ns1:p>
        </ns0:txBody>
      </ns0:sp>
      <ns0:sp>
        <ns0:nvSpPr>
          <ns0:cNvPr id="867" name="trace:D19:content.auto.52">
            <ns1:extLst>
              <ns1:ext uri="{FF2B5EF4-FFF2-40B4-BE49-F238E27FC236}">
                <ns2:creationId id="{4AAC9E93-230F-49F5-8AA3-D3347334F2B4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7734300"/>
            <ns1:ext cx="2571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入力・出力・判断の履歴を</ns1:t>
            </ns1:r>
          </ns1:p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記録します。</ns1:t>
            </ns1:r>
          </ns1:p>
        </ns0:txBody>
      </ns0:sp>
      <ns0:sp>
        <ns0:nvSpPr>
          <ns0:cNvPr id="868" name="trace:D19:content.auto.53">
            <ns1:extLst>
              <ns1:ext uri="{FF2B5EF4-FFF2-40B4-BE49-F238E27FC236}">
                <ns2:creationId id="{5BF5C042-BAC6-4C89-962A-2AF8EB578FB6}"/>
              </ns1:ext>
            </ns1:extLst>
          </ns0:cNvPr>
          <ns0:cNvSpPr>
            <ns1:spLocks noGrp="1"/>
          </ns0:cNvSpPr>
          <ns0:nvPr/>
        </ns0:nvSpPr>
        <ns0:spPr>
          <ns1:xfrm>
            <ns1:off x="11763375" y="7277100"/>
            <ns1:ext cx="3590925" cy="914400"/>
          </ns1:xfrm>
          <ns1:prstGeom prst="roundRect">
            <ns1:avLst>
              <ns1:gd name="adj" fmla="val 10417"/>
            </ns1:avLst>
          </ns1:prstGeom>
          <ns1:solidFill>
            <ns1:srgbClr val="EFF5FA"/>
          </ns1:solidFill>
          <ns1:ln w="0">
            <ns1:noFill/>
            <ns1:prstDash val="solid"/>
          </ns1:ln>
        </ns0:spPr>
      </ns0:sp>
      <ns0:sp>
        <ns0:nvSpPr>
          <ns0:cNvPr id="869" name="trace:D19:content.auto.54">
            <ns1:extLst>
              <ns1:ext uri="{FF2B5EF4-FFF2-40B4-BE49-F238E27FC236}">
                <ns2:creationId id="{02AAAD4A-161B-400B-A01D-22FFB45EC8B6}"/>
              </ns1:ext>
            </ns1:extLst>
          </ns0:cNvPr>
          <ns0:cNvSpPr>
            <ns1:spLocks noGrp="1"/>
          </ns0:cNvSpPr>
          <ns0:nvPr/>
        </ns0:nvSpPr>
        <ns0:spPr>
          <ns1:xfrm>
            <ns1:off x="11982450" y="7429500"/>
            <ns1:ext cx="323850" cy="3238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70" name="trace:D19:content.auto.55">
            <ns1:extLst>
              <ns1:ext uri="{FF2B5EF4-FFF2-40B4-BE49-F238E27FC236}">
                <ns2:creationId id="{DDDB2DA0-2EA6-4B7F-80F1-D782DBFC367B}"/>
              </ns1:ext>
            </ns1:extLst>
          </ns0:cNvPr>
          <ns0:cNvSpPr>
            <ns1:spLocks noGrp="1"/>
          </ns0:cNvSpPr>
          <ns0:nvPr/>
        </ns0:nvSpPr>
        <ns0:spPr>
          <ns1:xfrm>
            <ns1:off x="11982450" y="7515225"/>
            <ns1:ext cx="32385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871" name="trace:D19:content.auto.56">
            <ns1:extLst>
              <ns1:ext uri="{FF2B5EF4-FFF2-40B4-BE49-F238E27FC236}">
                <ns2:creationId id="{157BD557-0EC0-47F5-A515-1D8481F4E3A9}"/>
              </ns1:ext>
            </ns1:extLst>
          </ns0:cNvPr>
          <ns0:cNvSpPr>
            <ns1:spLocks noGrp="1"/>
          </ns0:cNvSpPr>
          <ns0:nvPr/>
        </ns0:nvSpPr>
        <ns0:spPr>
          <ns1:xfrm>
            <ns1:off x="12525375" y="7439025"/>
            <ns1:ext cx="2571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38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定期的に見直す</ns1:t>
            </ns1:r>
          </ns1:p>
        </ns0:txBody>
      </ns0:sp>
      <ns0:sp>
        <ns0:nvSpPr>
          <ns0:cNvPr id="872" name="trace:D19:content.auto.57">
            <ns1:extLst>
              <ns1:ext uri="{FF2B5EF4-FFF2-40B4-BE49-F238E27FC236}">
                <ns2:creationId id="{480CEF38-C88D-4E14-9726-284DF52C42B5}"/>
              </ns1:ext>
            </ns1:extLst>
          </ns0:cNvPr>
          <ns0:cNvSpPr>
            <ns1:spLocks noGrp="1"/>
          </ns0:cNvSpPr>
          <ns0:nvPr/>
        </ns0:nvSpPr>
        <ns0:spPr>
          <ns1:xfrm>
            <ns1:off x="12525375" y="7734300"/>
            <ns1:ext cx="2571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運用状況を振り返り、</ns1:t>
            </ns1:r>
          </ns1:p>
          <ns1:p>
            <ns1:pPr algn="l">
              <ns1:def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9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継続的に改善します。</ns1:t>
            </ns1:r>
          </ns1:p>
        </ns0:txBody>
      </ns0:sp>
      <ns0:sp>
        <ns0:nvSpPr>
          <ns0:cNvPr id="873" name="trace:D19:content.auto.58">
            <ns1:extLst>
              <ns1:ext uri="{FF2B5EF4-FFF2-40B4-BE49-F238E27FC236}">
                <ns2:creationId id="{7967D744-0372-4686-A421-342686B0896C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2314575"/>
            <ns1:ext cx="104775" cy="9525"/>
          </ns1:xfrm>
          <ns1:prstGeom prst="line">
            <ns1:avLst/>
          </ns1:prstGeom>
          <ns1:noFill/>
          <ns1:ln w="57150">
            <ns1:solidFill>
              <ns1:srgbClr val="E71926"/>
            </ns1:solidFill>
            <ns1:prstDash val="solid"/>
          </ns1:ln>
        </ns0:spPr>
      </ns0:sp>
      <ns0:sp>
        <ns0:nvSpPr>
          <ns0:cNvPr id="874" name="trace:D19:content.auto.59">
            <ns1:extLst>
              <ns1:ext uri="{FF2B5EF4-FFF2-40B4-BE49-F238E27FC236}">
                <ns2:creationId id="{F97CDEF5-E07E-49E7-BBA4-07F9293FD447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2247900"/>
            <ns1:ext cx="2381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7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リスクマップ</ns1:t>
            </ns1:r>
          </ns1:p>
        </ns0:txBody>
      </ns0:sp>
      <ns0:sp>
        <ns0:nvSpPr>
          <ns0:cNvPr id="875" name="trace:D19:content.auto.60">
            <ns1:extLst>
              <ns1:ext uri="{FF2B5EF4-FFF2-40B4-BE49-F238E27FC236}">
                <ns2:creationId id="{3263A8B4-4F7D-4187-B686-A01FEA469DED}"/>
              </ns1:ext>
            </ns1:extLst>
          </ns0:cNvPr>
          <ns0:cNvSpPr>
            <ns1:spLocks noGrp="1"/>
          </ns0:cNvSpPr>
          <ns0:nvPr/>
        </ns0:nvSpPr>
        <ns0:spPr>
          <ns1:xfrm>
            <ns1:off x="514350" y="2571750"/>
            <ns1:ext cx="6667500" cy="4000500"/>
          </ns1:xfrm>
          <ns1:prstGeom prst="roundRect">
            <ns1:avLst>
              <ns1:gd name="adj" fmla="val 2381"/>
            </ns1:avLst>
          </ns1:prstGeom>
          <ns1:solidFill>
            <ns1:srgbClr val="FFFFFF"/>
          </ns1:solidFill>
          <ns1:ln w="9525">
            <ns1:solidFill>
              <ns1:srgbClr val="E2E7ED"/>
            </ns1:solidFill>
            <ns1:prstDash val="solid"/>
          </ns1:ln>
        </ns0:spPr>
      </ns0:sp>
      <ns0:sp>
        <ns0:nvSpPr>
          <ns0:cNvPr id="876" name="trace:D19:title.primary.4">
            <ns1:extLst>
              <ns1:ext uri="{FF2B5EF4-FFF2-40B4-BE49-F238E27FC236}">
                <ns2:creationId id="{41F5EA49-FE1C-4825-9F9D-2939FB57F6C0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762250"/>
            <ns1:ext cx="3429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発生可能性 × 影響度</ns1:t>
            </ns1:r>
          </ns1:p>
        </ns0:txBody>
      </ns0:sp>
      <ns0:sp>
        <ns0:nvSpPr>
          <ns0:cNvPr id="877" name="trace:D19:content.auto.61">
            <ns1:extLst>
              <ns1:ext uri="{FF2B5EF4-FFF2-40B4-BE49-F238E27FC236}">
                <ns2:creationId id="{1B0EFD2E-6AE8-4A8E-9E94-EC215AC62B51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" y="3162300"/>
            <ns1:ext cx="5334000" cy="2724150"/>
          </ns1:xfrm>
          <ns1:prstGeom prst="roundRect">
            <ns1:avLst>
              <ns1:gd name="adj" fmla="val 3497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78" name="trace:D19:content.auto.62">
            <ns1:extLst>
              <ns1:ext uri="{FF2B5EF4-FFF2-40B4-BE49-F238E27FC236}">
                <ns2:creationId id="{3010BE59-8428-48A7-9658-090EF8C0F3AB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3238500"/>
            <ns1:ext cx="1651000" cy="844550"/>
          </ns1:xfrm>
          <ns1:prstGeom prst="rect">
            <ns1:avLst/>
          </ns1:prstGeom>
          <ns1:solidFill>
            <ns1:srgbClr val="FEF7F7"/>
          </ns1:solidFill>
          <ns1:ln w="0">
            <ns1:noFill/>
            <ns1:prstDash val="solid"/>
          </ns1:ln>
        </ns0:spPr>
      </ns0:sp>
      <ns0:sp>
        <ns0:nvSpPr>
          <ns0:cNvPr id="879" name="trace:D19:content.auto.63">
            <ns1:extLst>
              <ns1:ext uri="{FF2B5EF4-FFF2-40B4-BE49-F238E27FC236}">
                <ns2:creationId id="{C1112CDB-4D32-480C-8D10-D801DCD85C64}"/>
              </ns1:ext>
            </ns1:extLst>
          </ns0:cNvPr>
          <ns0:cNvSpPr>
            <ns1:spLocks noGrp="1"/>
          </ns0:cNvSpPr>
          <ns0:nvPr/>
        </ns0:nvSpPr>
        <ns0:spPr>
          <ns1:xfrm>
            <ns1:off x="3251200" y="3238500"/>
            <ns1:ext cx="1651000" cy="844550"/>
          </ns1:xfrm>
          <ns1:prstGeom prst="rect">
            <ns1:avLst/>
          </ns1:prstGeom>
          <ns1:solidFill>
            <ns1:srgbClr val="FDF1F2"/>
          </ns1:solidFill>
          <ns1:ln w="0">
            <ns1:noFill/>
            <ns1:prstDash val="solid"/>
          </ns1:ln>
        </ns0:spPr>
      </ns0:sp>
      <ns0:sp>
        <ns0:nvSpPr>
          <ns0:cNvPr id="880" name="trace:D19:content.auto.64">
            <ns1:extLst>
              <ns1:ext uri="{FF2B5EF4-FFF2-40B4-BE49-F238E27FC236}">
                <ns2:creationId id="{53CC5118-83D9-4068-B4AB-7F6974D1C8A3}"/>
              </ns1:ext>
            </ns1:extLst>
          </ns0:cNvPr>
          <ns0:cNvSpPr>
            <ns1:spLocks noGrp="1"/>
          </ns0:cNvSpPr>
          <ns0:nvPr/>
        </ns0:nvSpPr>
        <ns0:spPr>
          <ns1:xfrm>
            <ns1:off x="4902200" y="3238500"/>
            <ns1:ext cx="1651000" cy="844550"/>
          </ns1:xfrm>
          <ns1:prstGeom prst="rect">
            <ns1:avLst/>
          </ns1:prstGeom>
          <ns1:solidFill>
            <ns1:srgbClr val="FBEDEE"/>
          </ns1:solidFill>
          <ns1:ln w="0">
            <ns1:noFill/>
            <ns1:prstDash val="solid"/>
          </ns1:ln>
        </ns0:spPr>
      </ns0:sp>
      <ns0:sp>
        <ns0:nvSpPr>
          <ns0:cNvPr id="881" name="trace:D19:content.auto.65">
            <ns1:extLst>
              <ns1:ext uri="{FF2B5EF4-FFF2-40B4-BE49-F238E27FC236}">
                <ns2:creationId id="{9A767DDF-60CD-4E96-8F0F-DCF7B080DBDF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4083050"/>
            <ns1:ext cx="1651000" cy="844550"/>
          </ns1:xfrm>
          <ns1:prstGeom prst="rect">
            <ns1:avLst/>
          </ns1:prstGeom>
          <ns1:solidFill>
            <ns1:srgbClr val="FEFAFA"/>
          </ns1:solidFill>
          <ns1:ln w="0">
            <ns1:noFill/>
            <ns1:prstDash val="solid"/>
          </ns1:ln>
        </ns0:spPr>
      </ns0:sp>
      <ns0:sp>
        <ns0:nvSpPr>
          <ns0:cNvPr id="882" name="trace:D19:content.auto.66">
            <ns1:extLst>
              <ns1:ext uri="{FF2B5EF4-FFF2-40B4-BE49-F238E27FC236}">
                <ns2:creationId id="{D87900AC-BD17-4299-9EED-FCF0B91EDF2A}"/>
              </ns1:ext>
            </ns1:extLst>
          </ns0:cNvPr>
          <ns0:cNvSpPr>
            <ns1:spLocks noGrp="1"/>
          </ns0:cNvSpPr>
          <ns0:nvPr/>
        </ns0:nvSpPr>
        <ns0:spPr>
          <ns1:xfrm>
            <ns1:off x="3251200" y="4083050"/>
            <ns1:ext cx="1651000" cy="844550"/>
          </ns1:xfrm>
          <ns1:prstGeom prst="rect">
            <ns1:avLst/>
          </ns1:prstGeom>
          <ns1:solidFill>
            <ns1:srgbClr val="FDF5F5"/>
          </ns1:solidFill>
          <ns1:ln w="0">
            <ns1:noFill/>
            <ns1:prstDash val="solid"/>
          </ns1:ln>
        </ns0:spPr>
      </ns0:sp>
      <ns0:sp>
        <ns0:nvSpPr>
          <ns0:cNvPr id="883" name="trace:D19:content.auto.67">
            <ns1:extLst>
              <ns1:ext uri="{FF2B5EF4-FFF2-40B4-BE49-F238E27FC236}">
                <ns2:creationId id="{ABBF587E-73DA-4B91-9538-178547F9F41D}"/>
              </ns1:ext>
            </ns1:extLst>
          </ns0:cNvPr>
          <ns0:cNvSpPr>
            <ns1:spLocks noGrp="1"/>
          </ns0:cNvSpPr>
          <ns0:nvPr/>
        </ns0:nvSpPr>
        <ns0:spPr>
          <ns1:xfrm>
            <ns1:off x="4902200" y="4083050"/>
            <ns1:ext cx="1651000" cy="844550"/>
          </ns1:xfrm>
          <ns1:prstGeom prst="rect">
            <ns1:avLst/>
          </ns1:prstGeom>
          <ns1:solidFill>
            <ns1:srgbClr val="FCF0F1"/>
          </ns1:solidFill>
          <ns1:ln w="0">
            <ns1:noFill/>
            <ns1:prstDash val="solid"/>
          </ns1:ln>
        </ns0:spPr>
      </ns0:sp>
      <ns0:sp>
        <ns0:nvSpPr>
          <ns0:cNvPr id="884" name="trace:D19:content.auto.68">
            <ns1:extLst>
              <ns1:ext uri="{FF2B5EF4-FFF2-40B4-BE49-F238E27FC236}">
                <ns2:creationId id="{BC490E05-3DAC-4379-9036-02505E7F84DD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4927600"/>
            <ns1:ext cx="1651000" cy="844550"/>
          </ns1:xfrm>
          <ns1:prstGeom prst="rect">
            <ns1:avLst/>
          </ns1:prstGeom>
          <ns1:solidFill>
            <ns1:srgbClr val="FCFCFC"/>
          </ns1:solidFill>
          <ns1:ln w="0">
            <ns1:noFill/>
            <ns1:prstDash val="solid"/>
          </ns1:ln>
        </ns0:spPr>
      </ns0:sp>
      <ns0:sp>
        <ns0:nvSpPr>
          <ns0:cNvPr id="885" name="trace:D19:content.auto.69">
            <ns1:extLst>
              <ns1:ext uri="{FF2B5EF4-FFF2-40B4-BE49-F238E27FC236}">
                <ns2:creationId id="{11E04DFF-9F5E-4BE8-92C3-DDCF57380843}"/>
              </ns1:ext>
            </ns1:extLst>
          </ns0:cNvPr>
          <ns0:cNvSpPr>
            <ns1:spLocks noGrp="1"/>
          </ns0:cNvSpPr>
          <ns0:nvPr/>
        </ns0:nvSpPr>
        <ns0:spPr>
          <ns1:xfrm>
            <ns1:off x="3251200" y="4927600"/>
            <ns1:ext cx="1651000" cy="844550"/>
          </ns1:xfrm>
          <ns1:prstGeom prst="rect">
            <ns1:avLst/>
          </ns1:prstGeom>
          <ns1:solidFill>
            <ns1:srgbClr val="FBF8F8"/>
          </ns1:solidFill>
          <ns1:ln w="0">
            <ns1:noFill/>
            <ns1:prstDash val="solid"/>
          </ns1:ln>
        </ns0:spPr>
      </ns0:sp>
      <ns0:sp>
        <ns0:nvSpPr>
          <ns0:cNvPr id="886" name="trace:D19:content.auto.70">
            <ns1:extLst>
              <ns1:ext uri="{FF2B5EF4-FFF2-40B4-BE49-F238E27FC236}">
                <ns2:creationId id="{F157A6CF-E224-4E01-BD52-D5B7BBD1A2A3}"/>
              </ns1:ext>
            </ns1:extLst>
          </ns0:cNvPr>
          <ns0:cNvSpPr>
            <ns1:spLocks noGrp="1"/>
          </ns0:cNvSpPr>
          <ns0:nvPr/>
        </ns0:nvSpPr>
        <ns0:spPr>
          <ns1:xfrm>
            <ns1:off x="4902200" y="4927600"/>
            <ns1:ext cx="1651000" cy="844550"/>
          </ns1:xfrm>
          <ns1:prstGeom prst="rect">
            <ns1:avLst/>
          </ns1:prstGeom>
          <ns1:solidFill>
            <ns1:srgbClr val="FAF2F3"/>
          </ns1:solidFill>
          <ns1:ln w="0">
            <ns1:noFill/>
            <ns1:prstDash val="solid"/>
          </ns1:ln>
        </ns0:spPr>
      </ns0:sp>
      <ns0:sp>
        <ns0:nvSpPr>
          <ns0:cNvPr id="887" name="trace:D19:content.auto.71">
            <ns1:extLst>
              <ns1:ext uri="{FF2B5EF4-FFF2-40B4-BE49-F238E27FC236}">
                <ns2:creationId id="{D8BD76B8-6BC6-46C1-B775-036F301018FE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5772150"/>
            <ns1:ext cx="4953000" cy="9525"/>
          </ns1:xfrm>
          <ns1:prstGeom prst="line">
            <ns1:avLst/>
          </ns1:prstGeom>
          <ns1:noFill/>
          <ns1:ln w="9525">
            <ns1:solidFill>
              <ns1:srgbClr val="8F9BA8"/>
            </ns1:solidFill>
            <ns1:prstDash val="solid"/>
          </ns1:ln>
        </ns0:spPr>
      </ns0:sp>
      <ns0:sp>
        <ns0:nvSpPr>
          <ns0:cNvPr id="888" name="trace:D19:content.auto.72">
            <ns1:extLst>
              <ns1:ext uri="{FF2B5EF4-FFF2-40B4-BE49-F238E27FC236}">
                <ns2:creationId id="{F6FE018A-5447-4488-AAA0-F298F4445E2F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3238500"/>
            <ns1:ext cx="9525" cy="2533650"/>
          </ns1:xfrm>
          <ns1:prstGeom prst="line">
            <ns1:avLst/>
          </ns1:prstGeom>
          <ns1:noFill/>
          <ns1:ln w="9525">
            <ns1:solidFill>
              <ns1:srgbClr val="8F9BA8"/>
            </ns1:solidFill>
            <ns1:prstDash val="solid"/>
          </ns1:ln>
        </ns0:spPr>
      </ns0:sp>
      <ns0:sp>
        <ns0:nvSpPr>
          <ns0:cNvPr id="889" name="trace:D19:content.auto.73">
            <ns1:extLst>
              <ns1:ext uri="{FF2B5EF4-FFF2-40B4-BE49-F238E27FC236}">
                <ns2:creationId id="{A0CE83B4-BF9E-4B64-A2EE-265C80BA4396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5724525"/>
            <ns1:ext cx="85725" cy="95250"/>
          </ns1:xfrm>
          <ns1:custGeom>
            <ns1:pathLst>
              <ns1:path w="85725" h="95250">
                <ns1:moveTo>
                  <ns1:pt x="85725" y="47625"/>
                </ns1:moveTo>
                <ns1:lnTo>
                  <ns1:pt x="0" y="0"/>
                </ns1:lnTo>
                <ns1:lnTo>
                  <ns1:pt x="0" y="95250"/>
                </ns1:lnTo>
                <ns1:close/>
              </ns1:path>
            </ns1:pathLst>
          </ns1:custGeom>
          <ns1:solidFill>
            <ns1:srgbClr val="8F9BA8"/>
          </ns1:solidFill>
          <ns1:ln w="0">
            <ns1:noFill/>
            <ns1:prstDash val="solid"/>
          </ns1:ln>
        </ns0:spPr>
      </ns0:sp>
      <ns0:sp>
        <ns0:nvSpPr>
          <ns0:cNvPr id="890" name="trace:D19:content.auto.74">
            <ns1:extLst>
              <ns1:ext uri="{FF2B5EF4-FFF2-40B4-BE49-F238E27FC236}">
                <ns2:creationId id="{5D4B0634-05FF-4D6D-970E-A08A06BE76A5}"/>
              </ns1:ext>
            </ns1:extLst>
          </ns0:cNvPr>
          <ns0:cNvSpPr>
            <ns1:spLocks noGrp="1"/>
          </ns0:cNvSpPr>
          <ns0:nvPr/>
        </ns0:nvSpPr>
        <ns0:spPr>
          <ns1:xfrm>
            <ns1:off x="1552575" y="3238500"/>
            <ns1:ext cx="95250" cy="95250"/>
          </ns1:xfrm>
          <ns1:custGeom>
            <ns1:pathLst>
              <ns1:path w="95250" h="95250">
                <ns1:moveTo>
                  <ns1:pt x="47625" y="0"/>
                </ns1:moveTo>
                <ns1:lnTo>
                  <ns1:pt x="0" y="95250"/>
                </ns1:lnTo>
                <ns1:lnTo>
                  <ns1:pt x="95250" y="95250"/>
                </ns1:lnTo>
                <ns1:close/>
              </ns1:path>
            </ns1:pathLst>
          </ns1:custGeom>
          <ns1:solidFill>
            <ns1:srgbClr val="8F9BA8"/>
          </ns1:solidFill>
          <ns1:ln w="0">
            <ns1:noFill/>
            <ns1:prstDash val="solid"/>
          </ns1:ln>
        </ns0:spPr>
      </ns0:sp>
      <ns0:sp>
        <ns0:nvSpPr>
          <ns0:cNvPr id="891" name="trace:D19:content.auto.75">
            <ns1:extLst>
              <ns1:ext uri="{FF2B5EF4-FFF2-40B4-BE49-F238E27FC236}">
                <ns2:creationId id="{D602F363-DA1F-4446-815A-23345F49E9C5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486150"/>
            <ns1:ext cx="2667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高</ns1:t>
            </ns1:r>
          </ns1:p>
        </ns0:txBody>
      </ns0:sp>
      <ns0:sp>
        <ns0:nvSpPr>
          <ns0:cNvPr id="892" name="trace:D19:content.auto.76">
            <ns1:extLst>
              <ns1:ext uri="{FF2B5EF4-FFF2-40B4-BE49-F238E27FC236}">
                <ns2:creationId id="{CD933F7B-95F1-4DE4-82B2-F31720DC0107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4324350"/>
            <ns1:ext cx="2667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中</ns1:t>
            </ns1:r>
          </ns1:p>
        </ns0:txBody>
      </ns0:sp>
      <ns0:sp>
        <ns0:nvSpPr>
          <ns0:cNvPr id="893" name="trace:D19:content.auto.77">
            <ns1:extLst>
              <ns1:ext uri="{FF2B5EF4-FFF2-40B4-BE49-F238E27FC236}">
                <ns2:creationId id="{B8EE38A7-95F2-4EB3-AB5F-19189DE239E9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172075"/>
            <ns1:ext cx="2667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低</ns1:t>
            </ns1:r>
          </ns1:p>
        </ns0:txBody>
      </ns0:sp>
      <ns0:sp>
        <ns0:nvSpPr>
          <ns0:cNvPr id="894" name="trace:D19:content.auto.78">
            <ns1:extLst>
              <ns1:ext uri="{FF2B5EF4-FFF2-40B4-BE49-F238E27FC236}">
                <ns2:creationId id="{C66AB95D-4F7A-437B-9800-3D1CEDE784C7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42291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影響度</ns1:t>
            </ns1:r>
          </ns1:p>
        </ns0:txBody>
      </ns0:sp>
      <ns0:sp>
        <ns0:nvSpPr>
          <ns0:cNvPr id="895" name="trace:D19:content.auto.79">
            <ns1:extLst>
              <ns1:ext uri="{FF2B5EF4-FFF2-40B4-BE49-F238E27FC236}">
                <ns2:creationId id="{A46E7FD4-446B-4211-B69B-A79A75B34A8B}"/>
              </ns1:ext>
            </ns1:extLst>
          </ns0:cNvPr>
          <ns0:cNvSpPr>
            <ns1:spLocks noGrp="1"/>
          </ns0:cNvSpPr>
          <ns0:nvPr/>
        </ns0:nvSpPr>
        <ns0:spPr>
          <ns1:xfrm>
            <ns1:off x="2238375" y="5905500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低</ns1:t>
            </ns1:r>
          </ns1:p>
        </ns0:txBody>
      </ns0:sp>
      <ns0:sp>
        <ns0:nvSpPr>
          <ns0:cNvPr id="896" name="trace:D19:content.auto.80">
            <ns1:extLst>
              <ns1:ext uri="{FF2B5EF4-FFF2-40B4-BE49-F238E27FC236}">
                <ns2:creationId id="{FC860227-B5DF-4493-A7AD-DAAA1DB2892C}"/>
              </ns1:ext>
            </ns1:extLst>
          </ns0:cNvPr>
          <ns0:cNvSpPr>
            <ns1:spLocks noGrp="1"/>
          </ns0:cNvSpPr>
          <ns0:nvPr/>
        </ns0:nvSpPr>
        <ns0:spPr>
          <ns1:xfrm>
            <ns1:off x="3876675" y="5905500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中</ns1:t>
            </ns1:r>
          </ns1:p>
        </ns0:txBody>
      </ns0:sp>
      <ns0:sp>
        <ns0:nvSpPr>
          <ns0:cNvPr id="897" name="trace:D19:content.auto.81">
            <ns1:extLst>
              <ns1:ext uri="{FF2B5EF4-FFF2-40B4-BE49-F238E27FC236}">
                <ns2:creationId id="{8D34A571-0869-4C75-AE8E-A970C6002557}"/>
              </ns1:ext>
            </ns1:extLst>
          </ns0:cNvPr>
          <ns0:cNvSpPr>
            <ns1:spLocks noGrp="1"/>
          </ns0:cNvSpPr>
          <ns0:nvPr/>
        </ns0:nvSpPr>
        <ns0:spPr>
          <ns1:xfrm>
            <ns1:off x="5524500" y="5905500"/>
            <ns1:ext cx="285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高</ns1:t>
            </ns1:r>
          </ns1:p>
        </ns0:txBody>
      </ns0:sp>
      <ns0:sp>
        <ns0:nvSpPr>
          <ns0:cNvPr id="898" name="trace:D19:content.auto.82">
            <ns1:extLst>
              <ns1:ext uri="{FF2B5EF4-FFF2-40B4-BE49-F238E27FC236}">
                <ns2:creationId id="{FA1DCF6B-8512-498B-B845-1B802C08BCC5}"/>
              </ns1:ext>
            </ns1:extLst>
          </ns0:cNvPr>
          <ns0:cNvSpPr>
            <ns1:spLocks noGrp="1"/>
          </ns0:cNvSpPr>
          <ns0:nvPr/>
        </ns0:nvSpPr>
        <ns0:spPr>
          <ns1:xfrm>
            <ns1:off x="3438525" y="6153150"/>
            <ns1:ext cx="1428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発生可能性</ns1:t>
            </ns1:r>
          </ns1:p>
        </ns0:txBody>
      </ns0:sp>
      <ns0:sp>
        <ns0:nvSpPr>
          <ns0:cNvPr id="899" name="trace:D19:content.auto.83">
            <ns1:extLst>
              <ns1:ext uri="{FF2B5EF4-FFF2-40B4-BE49-F238E27FC236}">
                <ns2:creationId id="{159F131E-A49E-4E90-98AE-9B00F26329E2}"/>
              </ns1:ext>
            </ns1:extLst>
          </ns0:cNvPr>
          <ns0:cNvSpPr>
            <ns1:spLocks noGrp="1"/>
          </ns0:cNvSpPr>
          <ns0:nvPr/>
        </ns0:nvSpPr>
        <ns0:spPr>
          <ns1:xfrm>
            <ns1:off x="2209800" y="3438525"/>
            <ns1:ext cx="438150" cy="438150"/>
          </ns1:xfrm>
          <ns1:prstGeom prst="ellipse">
            <ns1:avLst/>
          </ns1:prstGeom>
          <ns1:solidFill>
            <ns1:srgbClr val="E28A3A"/>
          </ns1:solidFill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00" name="trace:D19:content.auto.84">
            <ns1:extLst>
              <ns1:ext uri="{FF2B5EF4-FFF2-40B4-BE49-F238E27FC236}">
                <ns2:creationId id="{D23CA788-FCD5-4518-8908-F9079E5053F0}"/>
              </ns1:ext>
            </ns1:extLst>
          </ns0:cNvPr>
          <ns0:cNvSpPr>
            <ns1:spLocks noGrp="1"/>
          </ns0:cNvSpPr>
          <ns0:nvPr/>
        </ns0:nvSpPr>
        <ns0:spPr>
          <ns1:xfrm>
            <ns1:off x="2228850" y="3543300"/>
            <ns1:ext cx="400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R2</ns1:t>
            </ns1:r>
          </ns1:p>
        </ns0:txBody>
      </ns0:sp>
      <ns0:sp>
        <ns0:nvSpPr>
          <ns0:cNvPr id="901" name="trace:D19:content.auto.85">
            <ns1:extLst>
              <ns1:ext uri="{FF2B5EF4-FFF2-40B4-BE49-F238E27FC236}">
                <ns2:creationId id="{D880A756-46FA-4867-A434-8A0CA1FDEC33}"/>
              </ns1:ext>
            </ns1:extLst>
          </ns0:cNvPr>
          <ns0:cNvSpPr>
            <ns1:spLocks noGrp="1"/>
          </ns0:cNvSpPr>
          <ns0:nvPr/>
        </ns0:nvSpPr>
        <ns0:spPr>
          <ns1:xfrm>
            <ns1:off x="1762125" y="3924300"/>
            <ns1:ext cx="1333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機密情報・個人情報の</ns1:t>
            </ns1:r>
          </ns1:p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漏えい</ns1:t>
            </ns1:r>
          </ns1:p>
        </ns0:txBody>
      </ns0:sp>
      <ns0:sp>
        <ns0:nvSpPr>
          <ns0:cNvPr id="902" name="trace:D19:content.auto.86">
            <ns1:extLst>
              <ns1:ext uri="{FF2B5EF4-FFF2-40B4-BE49-F238E27FC236}">
                <ns2:creationId id="{911AFBE1-E054-4FD5-B364-E23422FDDEA4}"/>
              </ns1:ext>
            </ns1:extLst>
          </ns0:cNvPr>
          <ns0:cNvSpPr>
            <ns1:spLocks noGrp="1"/>
          </ns0:cNvSpPr>
          <ns0:nvPr/>
        </ns0:nvSpPr>
        <ns0:spPr>
          <ns1:xfrm>
            <ns1:off x="3857625" y="3438525"/>
            <ns1:ext cx="438150" cy="438150"/>
          </ns1:xfrm>
          <ns1:prstGeom prst="ellipse">
            <ns1:avLst/>
          </ns1:prstGeom>
          <ns1:solidFill>
            <ns1:srgbClr val="E71926"/>
          </ns1:solidFill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03" name="trace:D19:content.auto.87">
            <ns1:extLst>
              <ns1:ext uri="{FF2B5EF4-FFF2-40B4-BE49-F238E27FC236}">
                <ns2:creationId id="{DAA31E0F-884A-418F-9F1A-F91D49E486FC}"/>
              </ns1:ext>
            </ns1:extLst>
          </ns0:cNvPr>
          <ns0:cNvSpPr>
            <ns1:spLocks noGrp="1"/>
          </ns0:cNvSpPr>
          <ns0:nvPr/>
        </ns0:nvSpPr>
        <ns0:spPr>
          <ns1:xfrm>
            <ns1:off x="3876675" y="3543300"/>
            <ns1:ext cx="400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R1</ns1:t>
            </ns1:r>
          </ns1:p>
        </ns0:txBody>
      </ns0:sp>
      <ns0:sp>
        <ns0:nvSpPr>
          <ns0:cNvPr id="904" name="trace:D19:content.auto.88">
            <ns1:extLst>
              <ns1:ext uri="{FF2B5EF4-FFF2-40B4-BE49-F238E27FC236}">
                <ns2:creationId id="{E43E1F8A-F734-4DFA-9113-F0EE5D87F56F}"/>
              </ns1:ext>
            </ns1:extLst>
          </ns0:cNvPr>
          <ns0:cNvSpPr>
            <ns1:spLocks noGrp="1"/>
          </ns0:cNvSpPr>
          <ns0:nvPr/>
        </ns0:nvSpPr>
        <ns0:spPr>
          <ns1:xfrm>
            <ns1:off x="3409950" y="3924300"/>
            <ns1:ext cx="1333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生成内容の誤り・</ns1:t>
            </ns1:r>
          </ns1:p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根拠不足</ns1:t>
            </ns1:r>
          </ns1:p>
        </ns0:txBody>
      </ns0:sp>
      <ns0:sp>
        <ns0:nvSpPr>
          <ns0:cNvPr id="905" name="trace:D19:content.auto.89">
            <ns1:extLst>
              <ns1:ext uri="{FF2B5EF4-FFF2-40B4-BE49-F238E27FC236}">
                <ns2:creationId id="{E604AD63-C812-4894-BFFE-1AD7AF63E5FE}"/>
              </ns1:ext>
            </ns1:extLst>
          </ns0:cNvPr>
          <ns0:cNvSpPr>
            <ns1:spLocks noGrp="1"/>
          </ns0:cNvSpPr>
          <ns0:nvPr/>
        </ns0:nvSpPr>
        <ns0:spPr>
          <ns1:xfrm>
            <ns1:off x="2209800" y="4286250"/>
            <ns1:ext cx="438150" cy="438150"/>
          </ns1:xfrm>
          <ns1:prstGeom prst="ellipse">
            <ns1:avLst/>
          </ns1:prstGeom>
          <ns1:solidFill>
            <ns1:srgbClr val="E28A3A"/>
          </ns1:solidFill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06" name="trace:D19:content.auto.90">
            <ns1:extLst>
              <ns1:ext uri="{FF2B5EF4-FFF2-40B4-BE49-F238E27FC236}">
                <ns2:creationId id="{1CC60E47-0198-4ADA-9C91-ECD88FC38F1F}"/>
              </ns1:ext>
            </ns1:extLst>
          </ns0:cNvPr>
          <ns0:cNvSpPr>
            <ns1:spLocks noGrp="1"/>
          </ns0:cNvSpPr>
          <ns0:nvPr/>
        </ns0:nvSpPr>
        <ns0:spPr>
          <ns1:xfrm>
            <ns1:off x="2228850" y="4391025"/>
            <ns1:ext cx="400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R4</ns1:t>
            </ns1:r>
          </ns1:p>
        </ns0:txBody>
      </ns0:sp>
      <ns0:sp>
        <ns0:nvSpPr>
          <ns0:cNvPr id="907" name="trace:D19:content.auto.91">
            <ns1:extLst>
              <ns1:ext uri="{FF2B5EF4-FFF2-40B4-BE49-F238E27FC236}">
                <ns2:creationId id="{C3181925-16CF-4018-B3BC-A3EABF0BA751}"/>
              </ns1:ext>
            </ns1:extLst>
          </ns0:cNvPr>
          <ns0:cNvSpPr>
            <ns1:spLocks noGrp="1"/>
          </ns0:cNvSpPr>
          <ns0:nvPr/>
        </ns0:nvSpPr>
        <ns0:spPr>
          <ns1:xfrm>
            <ns1:off x="1762125" y="4772025"/>
            <ns1:ext cx="1333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担当者ごとの</ns1:t>
            </ns1:r>
          </ns1:p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品質ばらつき</ns1:t>
            </ns1:r>
          </ns1:p>
        </ns0:txBody>
      </ns0:sp>
      <ns0:sp>
        <ns0:nvSpPr>
          <ns0:cNvPr id="908" name="trace:D19:content.auto.92">
            <ns1:extLst>
              <ns1:ext uri="{FF2B5EF4-FFF2-40B4-BE49-F238E27FC236}">
                <ns2:creationId id="{D1E7123E-2A84-4B99-A5E2-0FAF5C0FCC2D}"/>
              </ns1:ext>
            </ns1:extLst>
          </ns0:cNvPr>
          <ns0:cNvSpPr>
            <ns1:spLocks noGrp="1"/>
          </ns0:cNvSpPr>
          <ns0:nvPr/>
        </ns0:nvSpPr>
        <ns0:spPr>
          <ns1:xfrm>
            <ns1:off x="3857625" y="4286250"/>
            <ns1:ext cx="438150" cy="438150"/>
          </ns1:xfrm>
          <ns1:prstGeom prst="ellipse">
            <ns1:avLst/>
          </ns1:prstGeom>
          <ns1:solidFill>
            <ns1:srgbClr val="E71926"/>
          </ns1:solidFill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09" name="trace:D19:content.auto.93">
            <ns1:extLst>
              <ns1:ext uri="{FF2B5EF4-FFF2-40B4-BE49-F238E27FC236}">
                <ns2:creationId id="{19ADDC1B-2952-4A6E-B082-35EABF042BCB}"/>
              </ns1:ext>
            </ns1:extLst>
          </ns0:cNvPr>
          <ns0:cNvSpPr>
            <ns1:spLocks noGrp="1"/>
          </ns0:cNvSpPr>
          <ns0:nvPr/>
        </ns0:nvSpPr>
        <ns0:spPr>
          <ns1:xfrm>
            <ns1:off x="3876675" y="4391025"/>
            <ns1:ext cx="400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R3</ns1:t>
            </ns1:r>
          </ns1:p>
        </ns0:txBody>
      </ns0:sp>
      <ns0:sp>
        <ns0:nvSpPr>
          <ns0:cNvPr id="910" name="trace:D19:content.auto.94">
            <ns1:extLst>
              <ns1:ext uri="{FF2B5EF4-FFF2-40B4-BE49-F238E27FC236}">
                <ns2:creationId id="{245AA22A-A52C-4196-B520-C0DA213236F2}"/>
              </ns1:ext>
            </ns1:extLst>
          </ns0:cNvPr>
          <ns0:cNvSpPr>
            <ns1:spLocks noGrp="1"/>
          </ns0:cNvSpPr>
          <ns0:nvPr/>
        </ns0:nvSpPr>
        <ns0:spPr>
          <ns1:xfrm>
            <ns1:off x="3409950" y="4772025"/>
            <ns1:ext cx="1333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現場で使われず</ns1:t>
            </ns1:r>
          </ns1:p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定着しない</ns1:t>
            </ns1:r>
          </ns1:p>
        </ns0:txBody>
      </ns0:sp>
      <ns0:sp>
        <ns0:nvSpPr>
          <ns0:cNvPr id="911" name="trace:D19:content.auto.95">
            <ns1:extLst>
              <ns1:ext uri="{FF2B5EF4-FFF2-40B4-BE49-F238E27FC236}">
                <ns2:creationId id="{88EADB0B-0DFE-49D7-9893-AE7E4DD5137B}"/>
              </ns1:ext>
            </ns1:extLst>
          </ns0:cNvPr>
          <ns0:cNvSpPr>
            <ns1:spLocks noGrp="1"/>
          </ns0:cNvSpPr>
          <ns0:nvPr/>
        </ns0:nvSpPr>
        <ns0:spPr>
          <ns1:xfrm>
            <ns1:off x="3857625" y="5133975"/>
            <ns1:ext cx="438150" cy="438150"/>
          </ns1:xfrm>
          <ns1:prstGeom prst="ellipse">
            <ns1:avLst/>
          </ns1:prstGeom>
          <ns1:solidFill>
            <ns1:srgbClr val="8997A6"/>
          </ns1:solidFill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12" name="trace:D19:content.auto.96">
            <ns1:extLst>
              <ns1:ext uri="{FF2B5EF4-FFF2-40B4-BE49-F238E27FC236}">
                <ns2:creationId id="{8B508C1F-FDCF-421D-A21A-F09158218C70}"/>
              </ns1:ext>
            </ns1:extLst>
          </ns0:cNvPr>
          <ns0:cNvSpPr>
            <ns1:spLocks noGrp="1"/>
          </ns0:cNvSpPr>
          <ns0:nvPr/>
        </ns0:nvSpPr>
        <ns0:spPr>
          <ns1:xfrm>
            <ns1:off x="3876675" y="5238750"/>
            <ns1:ext cx="400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R5</ns1:t>
            </ns1:r>
          </ns1:p>
        </ns0:txBody>
      </ns0:sp>
      <ns0:sp>
        <ns0:nvSpPr>
          <ns0:cNvPr id="913" name="trace:D19:content.auto.97">
            <ns1:extLst>
              <ns1:ext uri="{FF2B5EF4-FFF2-40B4-BE49-F238E27FC236}">
                <ns2:creationId id="{552EBD9F-2FEC-43BB-A74D-19C943CE89FB}"/>
              </ns1:ext>
            </ns1:extLst>
          </ns0:cNvPr>
          <ns0:cNvSpPr>
            <ns1:spLocks noGrp="1"/>
          </ns0:cNvSpPr>
          <ns0:nvPr/>
        </ns0:nvSpPr>
        <ns0:spPr>
          <ns1:xfrm>
            <ns1:off x="3409950" y="5619750"/>
            <ns1:ext cx="1333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運用・レビュー負荷が</ns1:t>
            </ns1:r>
          </ns1:p>
          <ns1:p>
            <ns1:pPr algn="ctr">
              <ns1:def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653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増える</ns1:t>
            </ns1:r>
          </ns1:p>
        </ns0:txBody>
      </ns0:sp>
      <ns0:sp>
        <ns0:nvSpPr>
          <ns0:cNvPr id="914" name="trace:D19:content.auto.98">
            <ns1:extLst>
              <ns1:ext uri="{FF2B5EF4-FFF2-40B4-BE49-F238E27FC236}">
                <ns2:creationId id="{8A7F8BA2-BF10-4DFD-AFD1-E3191CDA1825}"/>
              </ns1:ext>
            </ns1:extLst>
          </ns0:cNvPr>
          <ns0:cNvSpPr>
            <ns1:spLocks noGrp="1"/>
          </ns0:cNvSpPr>
          <ns0:nvPr/>
        </ns0:nvSpPr>
        <ns0:spPr>
          <ns1:xfrm>
            <ns1:off x="7143750" y="2571750"/>
            <ns1:ext cx="8382000" cy="37338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15" name="trace:D19:content.auto.99">
            <ns1:extLst>
              <ns1:ext uri="{FF2B5EF4-FFF2-40B4-BE49-F238E27FC236}">
                <ns2:creationId id="{5A6AB1B1-3425-43DF-BF47-B61195E525A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628900"/>
            <ns1:ext cx="8143875" cy="685800"/>
          </ns1:xfrm>
          <ns1:prstGeom prst="roundRect">
            <ns1:avLst>
              <ns1:gd name="adj" fmla="val 13889"/>
            </ns1:avLst>
          </ns1:prstGeom>
          <ns1:solidFill>
            <ns1:srgbClr val="FFF7F7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16" name="trace:D19:content.auto.100">
            <ns1:extLst>
              <ns1:ext uri="{FF2B5EF4-FFF2-40B4-BE49-F238E27FC236}">
                <ns2:creationId id="{3882F1CD-EA1B-489D-8C57-E39D3033320F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628900"/>
            <ns1:ext cx="552450" cy="685800"/>
          </ns1:xfrm>
          <ns1:prstGeom prst="roundRect">
            <ns1:avLst>
              <ns1:gd name="adj" fmla="val 17241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17" name="trace:D19:content.auto.101">
            <ns1:extLst>
              <ns1:ext uri="{FF2B5EF4-FFF2-40B4-BE49-F238E27FC236}">
                <ns2:creationId id="{7094B51B-8CD4-41B2-A559-A9A72EC9137C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857500"/>
            <ns1:ext cx="552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R1</ns1:t>
            </ns1:r>
          </ns1:p>
        </ns0:txBody>
      </ns0:sp>
      <ns0:sp>
        <ns0:nvSpPr>
          <ns0:cNvPr id="918" name="trace:D19:title.primary.5">
            <ns1:extLst>
              <ns1:ext uri="{FF2B5EF4-FFF2-40B4-BE49-F238E27FC236}">
                <ns2:creationId id="{C2408829-4C3D-4DB0-9BEC-750B6C73F6D6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2705100"/>
            <ns1:ext cx="1952625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生成内容の誤り・</ns1:t>
            </ns1:r>
          </ns1:p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根拠不足</ns1:t>
            </ns1:r>
          </ns1:p>
        </ns0:txBody>
      </ns0:sp>
      <ns0:sp>
        <ns0:nvSpPr>
          <ns0:cNvPr id="919" name="trace:D19:content.auto.102">
            <ns1:extLst>
              <ns1:ext uri="{FF2B5EF4-FFF2-40B4-BE49-F238E27FC236}">
                <ns2:creationId id="{01C8724A-217F-4015-9BC3-4B45F4F75EEB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2838450"/>
            <ns1:ext cx="457200" cy="257175"/>
          </ns1:xfrm>
          <ns1:prstGeom prst="roundRect">
            <ns1:avLst>
              <ns1:gd name="adj" fmla="val 37037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20" name="trace:D19:content.auto.103">
            <ns1:extLst>
              <ns1:ext uri="{FF2B5EF4-FFF2-40B4-BE49-F238E27FC236}">
                <ns2:creationId id="{15D2D07A-CB78-4490-BC3C-A4180070B01B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2876550"/>
            <ns1:ext cx="4572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高</ns1:t>
            </ns1:r>
          </ns1:p>
        </ns0:txBody>
      </ns0:sp>
      <ns0:sp>
        <ns0:nvSpPr>
          <ns0:cNvPr id="921" name="trace:D19:content.auto.104">
            <ns1:extLst>
              <ns1:ext uri="{FF2B5EF4-FFF2-40B4-BE49-F238E27FC236}">
                <ns2:creationId id="{2027936F-455B-47B1-8816-AA0D93BCC921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04800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予防｜</ns1:t>
            </ns1:r>
          </ns1:p>
        </ns0:txBody>
      </ns0:sp>
      <ns0:sp>
        <ns0:nvSpPr>
          <ns0:cNvPr id="922" name="trace:D19:title.primary.6">
            <ns1:extLst>
              <ns1:ext uri="{FF2B5EF4-FFF2-40B4-BE49-F238E27FC236}">
                <ns2:creationId id="{2ACDC635-596B-4CF7-8F7E-5CB50AC26DAB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2962275"/>
            <ns1:ext cx="19050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根拠表示・人による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最終確認</ns1:t>
            </ns1:r>
          </ns1:p>
        </ns0:txBody>
      </ns0:sp>
      <ns0:sp>
        <ns0:nvSpPr>
          <ns0:cNvPr id="923" name="trace:D19:content.auto.105">
            <ns1:extLst>
              <ns1:ext uri="{FF2B5EF4-FFF2-40B4-BE49-F238E27FC236}">
                <ns2:creationId id="{7D8705E9-2317-4B1F-982C-D4A6B63D9787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272415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発生時｜</ns1:t>
            </ns1:r>
          </ns1:p>
        </ns0:txBody>
      </ns0:sp>
      <ns0:sp>
        <ns0:nvSpPr>
          <ns0:cNvPr id="924" name="trace:D19:title.primary.7">
            <ns1:extLst>
              <ns1:ext uri="{FF2B5EF4-FFF2-40B4-BE49-F238E27FC236}">
                <ns2:creationId id="{24B40232-36CD-4E72-B305-697D1A2076F8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2686050"/>
            <ns1:ext cx="2047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誤りを検知した場合は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差し戻し・再生成</ns1:t>
            </ns1:r>
          </ns1:p>
        </ns0:txBody>
      </ns0:sp>
      <ns0:sp>
        <ns0:nvSpPr>
          <ns0:cNvPr id="925" name="trace:D19:content.auto.106">
            <ns1:extLst>
              <ns1:ext uri="{FF2B5EF4-FFF2-40B4-BE49-F238E27FC236}">
                <ns2:creationId id="{437199A3-DD08-4640-92FD-C432AD61C20D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304800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責任者｜</ns1:t>
            </ns1:r>
          </ns1:p>
        </ns0:txBody>
      </ns0:sp>
      <ns0:sp>
        <ns0:nvSpPr>
          <ns0:cNvPr id="926" name="trace:D19:content.auto.107">
            <ns1:extLst>
              <ns1:ext uri="{FF2B5EF4-FFF2-40B4-BE49-F238E27FC236}">
                <ns2:creationId id="{7B1CED06-3616-494A-9690-8B43FB958B2D}"/>
              </ns1:ext>
            </ns1:extLst>
          </ns0:cNvPr>
          <ns0:cNvSpPr>
            <ns1:spLocks noGrp="1"/>
          </ns0:cNvSpPr>
          <ns0:nvPr/>
        </ns0:nvSpPr>
        <ns0:spPr>
          <ns1:xfrm>
            <ns1:off x="13935075" y="3048000"/>
            <ns1:ext cx="1190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営業責任者</ns1:t>
            </ns1:r>
          </ns1:p>
        </ns0:txBody>
      </ns0:sp>
      <ns0:sp>
        <ns0:nvSpPr>
          <ns0:cNvPr id="927" name="trace:D19:content.auto.108">
            <ns1:extLst>
              <ns1:ext uri="{FF2B5EF4-FFF2-40B4-BE49-F238E27FC236}">
                <ns2:creationId id="{A947A96C-D307-4FC2-885E-A3603E594E5D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3371850"/>
            <ns1:ext cx="8143875" cy="685800"/>
          </ns1:xfrm>
          <ns1:prstGeom prst="roundRect">
            <ns1:avLst>
              <ns1:gd name="adj" fmla="val 13889"/>
            </ns1:avLst>
          </ns1:prstGeom>
          <ns1:solidFill>
            <ns1:srgbClr val="F2F7F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28" name="trace:D19:content.auto.109">
            <ns1:extLst>
              <ns1:ext uri="{FF2B5EF4-FFF2-40B4-BE49-F238E27FC236}">
                <ns2:creationId id="{EB6C56B7-B165-46DF-9D8F-DECDF6DAA5C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3371850"/>
            <ns1:ext cx="552450" cy="685800"/>
          </ns1:xfrm>
          <ns1:prstGeom prst="roundRect">
            <ns1:avLst>
              <ns1:gd name="adj" fmla="val 17241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29" name="trace:D19:content.auto.110">
            <ns1:extLst>
              <ns1:ext uri="{FF2B5EF4-FFF2-40B4-BE49-F238E27FC236}">
                <ns2:creationId id="{CEDD2151-CE3D-4DDA-B461-52B0719DC051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3600450"/>
            <ns1:ext cx="552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R2</ns1:t>
            </ns1:r>
          </ns1:p>
        </ns0:txBody>
      </ns0:sp>
      <ns0:sp>
        <ns0:nvSpPr>
          <ns0:cNvPr id="930" name="trace:D19:title.primary.8">
            <ns1:extLst>
              <ns1:ext uri="{FF2B5EF4-FFF2-40B4-BE49-F238E27FC236}">
                <ns2:creationId id="{9EFA050C-9865-43FC-A2BD-B304B38BBE4A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448050"/>
            <ns1:ext cx="1952625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機密情報・個人情報の</ns1:t>
            </ns1:r>
          </ns1:p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漏えい</ns1:t>
            </ns1:r>
          </ns1:p>
        </ns0:txBody>
      </ns0:sp>
      <ns0:sp>
        <ns0:nvSpPr>
          <ns0:cNvPr id="931" name="trace:D19:content.auto.111">
            <ns1:extLst>
              <ns1:ext uri="{FF2B5EF4-FFF2-40B4-BE49-F238E27FC236}">
                <ns2:creationId id="{F298A3FA-1FA4-4315-BE70-CF2DB7C16CE5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3581400"/>
            <ns1:ext cx="457200" cy="257175"/>
          </ns1:xfrm>
          <ns1:prstGeom prst="roundRect">
            <ns1:avLst>
              <ns1:gd name="adj" fmla="val 37037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32" name="trace:D19:content.auto.112">
            <ns1:extLst>
              <ns1:ext uri="{FF2B5EF4-FFF2-40B4-BE49-F238E27FC236}">
                <ns2:creationId id="{7A68456E-A694-4463-974D-ECFAA179EE34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3619500"/>
            <ns1:ext cx="4572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高</ns1:t>
            </ns1:r>
          </ns1:p>
        </ns0:txBody>
      </ns0:sp>
      <ns0:sp>
        <ns0:nvSpPr>
          <ns0:cNvPr id="933" name="trace:D19:content.auto.113">
            <ns1:extLst>
              <ns1:ext uri="{FF2B5EF4-FFF2-40B4-BE49-F238E27FC236}">
                <ns2:creationId id="{66BAF5DF-CD88-49AB-A107-382C17981242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379095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予防｜</ns1:t>
            </ns1:r>
          </ns1:p>
        </ns0:txBody>
      </ns0:sp>
      <ns0:sp>
        <ns0:nvSpPr>
          <ns0:cNvPr id="934" name="trace:D19:title.primary.9">
            <ns1:extLst>
              <ns1:ext uri="{FF2B5EF4-FFF2-40B4-BE49-F238E27FC236}">
                <ns2:creationId id="{6F7136D2-B567-4611-98CD-02F0F7D818DD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3705225"/>
            <ns1:ext cx="19050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権限管理・入力ルール・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ログ管理</ns1:t>
            </ns1:r>
          </ns1:p>
        </ns0:txBody>
      </ns0:sp>
      <ns0:sp>
        <ns0:nvSpPr>
          <ns0:cNvPr id="935" name="trace:D19:content.auto.114">
            <ns1:extLst>
              <ns1:ext uri="{FF2B5EF4-FFF2-40B4-BE49-F238E27FC236}">
                <ns2:creationId id="{5942E9DC-A6A8-43D0-AF6B-CAD4C608DF9A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346710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発生時｜</ns1:t>
            </ns1:r>
          </ns1:p>
        </ns0:txBody>
      </ns0:sp>
      <ns0:sp>
        <ns0:nvSpPr>
          <ns0:cNvPr id="936" name="trace:D19:title.primary.10">
            <ns1:extLst>
              <ns1:ext uri="{FF2B5EF4-FFF2-40B4-BE49-F238E27FC236}">
                <ns2:creationId id="{CE1A212C-F0BF-47FB-9E32-B45772A529C8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3429000"/>
            <ns1:ext cx="2047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アクセス遮断・影響範囲確認・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再発防止</ns1:t>
            </ns1:r>
          </ns1:p>
        </ns0:txBody>
      </ns0:sp>
      <ns0:sp>
        <ns0:nvSpPr>
          <ns0:cNvPr id="937" name="trace:D19:content.auto.115">
            <ns1:extLst>
              <ns1:ext uri="{FF2B5EF4-FFF2-40B4-BE49-F238E27FC236}">
                <ns2:creationId id="{0B3E079D-624A-4339-96FC-2C3F3CC895B1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379095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責任者｜</ns1:t>
            </ns1:r>
          </ns1:p>
        </ns0:txBody>
      </ns0:sp>
      <ns0:sp>
        <ns0:nvSpPr>
          <ns0:cNvPr id="938" name="trace:D19:content.auto.116">
            <ns1:extLst>
              <ns1:ext uri="{FF2B5EF4-FFF2-40B4-BE49-F238E27FC236}">
                <ns2:creationId id="{766D4364-5576-4842-9F1E-54D438EE3A4D}"/>
              </ns1:ext>
            </ns1:extLst>
          </ns0:cNvPr>
          <ns0:cNvSpPr>
            <ns1:spLocks noGrp="1"/>
          </ns0:cNvSpPr>
          <ns0:nvPr/>
        </ns0:nvSpPr>
        <ns0:spPr>
          <ns1:xfrm>
            <ns1:off x="13935075" y="3790950"/>
            <ns1:ext cx="1190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システム管理者</ns1:t>
            </ns1:r>
          </ns1:p>
        </ns0:txBody>
      </ns0:sp>
      <ns0:sp>
        <ns0:nvSpPr>
          <ns0:cNvPr id="939" name="trace:D19:content.auto.117">
            <ns1:extLst>
              <ns1:ext uri="{FF2B5EF4-FFF2-40B4-BE49-F238E27FC236}">
                <ns2:creationId id="{79A95072-8040-4F1E-A28E-3E68F1BCD5F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4114800"/>
            <ns1:ext cx="8143875" cy="685800"/>
          </ns1:xfrm>
          <ns1:prstGeom prst="roundRect">
            <ns1:avLst>
              <ns1:gd name="adj" fmla="val 13889"/>
            </ns1:avLst>
          </ns1:prstGeom>
          <ns1:solidFill>
            <ns1:srgbClr val="FFF7F7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40" name="trace:D19:content.auto.118">
            <ns1:extLst>
              <ns1:ext uri="{FF2B5EF4-FFF2-40B4-BE49-F238E27FC236}">
                <ns2:creationId id="{962FB191-33DA-4C30-B3AA-271FD545FD5D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4114800"/>
            <ns1:ext cx="552450" cy="685800"/>
          </ns1:xfrm>
          <ns1:prstGeom prst="roundRect">
            <ns1:avLst>
              <ns1:gd name="adj" fmla="val 17241"/>
            </ns1:avLst>
          </ns1:prstGeom>
          <ns1:solidFill>
            <ns1:srgbClr val="8997A6"/>
          </ns1:solidFill>
          <ns1:ln w="0">
            <ns1:noFill/>
            <ns1:prstDash val="solid"/>
          </ns1:ln>
        </ns0:spPr>
      </ns0:sp>
      <ns0:sp>
        <ns0:nvSpPr>
          <ns0:cNvPr id="941" name="trace:D19:content.auto.119">
            <ns1:extLst>
              <ns1:ext uri="{FF2B5EF4-FFF2-40B4-BE49-F238E27FC236}">
                <ns2:creationId id="{1BABFE6E-C443-4CB0-A080-B056BC9689B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4343400"/>
            <ns1:ext cx="552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R3</ns1:t>
            </ns1:r>
          </ns1:p>
        </ns0:txBody>
      </ns0:sp>
      <ns0:sp>
        <ns0:nvSpPr>
          <ns0:cNvPr id="942" name="trace:D19:content.auto.120">
            <ns1:extLst>
              <ns1:ext uri="{FF2B5EF4-FFF2-40B4-BE49-F238E27FC236}">
                <ns2:creationId id="{EB8EE255-9EA2-4016-BBC6-2C8E2753B949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4191000"/>
            <ns1:ext cx="1952625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現場で使われず</ns1:t>
            </ns1:r>
          </ns1:p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定着しない</ns1:t>
            </ns1:r>
          </ns1:p>
        </ns0:txBody>
      </ns0:sp>
      <ns0:sp>
        <ns0:nvSpPr>
          <ns0:cNvPr id="943" name="trace:D19:content.auto.121">
            <ns1:extLst>
              <ns1:ext uri="{FF2B5EF4-FFF2-40B4-BE49-F238E27FC236}">
                <ns2:creationId id="{637C599C-A615-4F6E-B4C7-91991E3536D4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4324350"/>
            <ns1:ext cx="457200" cy="257175"/>
          </ns1:xfrm>
          <ns1:prstGeom prst="roundRect">
            <ns1:avLst>
              <ns1:gd name="adj" fmla="val 37037"/>
            </ns1:avLst>
          </ns1:prstGeom>
          <ns1:solidFill>
            <ns1:srgbClr val="D98B8E"/>
          </ns1:solidFill>
          <ns1:ln w="0">
            <ns1:noFill/>
            <ns1:prstDash val="solid"/>
          </ns1:ln>
        </ns0:spPr>
      </ns0:sp>
      <ns0:sp>
        <ns0:nvSpPr>
          <ns0:cNvPr id="944" name="trace:D19:content.auto.122">
            <ns1:extLst>
              <ns1:ext uri="{FF2B5EF4-FFF2-40B4-BE49-F238E27FC236}">
                <ns2:creationId id="{77996BEB-C04D-4842-A350-7BDF8F80A6AF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4362450"/>
            <ns1:ext cx="4572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中</ns1:t>
            </ns1:r>
          </ns1:p>
        </ns0:txBody>
      </ns0:sp>
      <ns0:sp>
        <ns0:nvSpPr>
          <ns0:cNvPr id="945" name="trace:D19:content.auto.123">
            <ns1:extLst>
              <ns1:ext uri="{FF2B5EF4-FFF2-40B4-BE49-F238E27FC236}">
                <ns2:creationId id="{1B092846-4B8C-49CF-BC40-BC98E0A8014F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453390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予防｜</ns1:t>
            </ns1:r>
          </ns1:p>
        </ns0:txBody>
      </ns0:sp>
      <ns0:sp>
        <ns0:nvSpPr>
          <ns0:cNvPr id="946" name="trace:D19:content.auto.124">
            <ns1:extLst>
              <ns1:ext uri="{FF2B5EF4-FFF2-40B4-BE49-F238E27FC236}">
                <ns2:creationId id="{16D602AD-3BC4-4BEB-8A8C-0E9875DE83C6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4448175"/>
            <ns1:ext cx="19050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小規模PoC・教育・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利用ガイド</ns1:t>
            </ns1:r>
          </ns1:p>
        </ns0:txBody>
      </ns0:sp>
      <ns0:sp>
        <ns0:nvSpPr>
          <ns0:cNvPr id="947" name="trace:D19:content.auto.125">
            <ns1:extLst>
              <ns1:ext uri="{FF2B5EF4-FFF2-40B4-BE49-F238E27FC236}">
                <ns2:creationId id="{E9B541F5-D63A-47C0-ADED-909438250266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421005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発生時｜</ns1:t>
            </ns1:r>
          </ns1:p>
        </ns0:txBody>
      </ns0:sp>
      <ns0:sp>
        <ns0:nvSpPr>
          <ns0:cNvPr id="948" name="trace:D19:content.auto.126">
            <ns1:extLst>
              <ns1:ext uri="{FF2B5EF4-FFF2-40B4-BE49-F238E27FC236}">
                <ns2:creationId id="{EF92110B-7A0F-4B1E-BE47-921BDBADAE4E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4171950"/>
            <ns1:ext cx="2047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利用状況分析・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UI/運用改善</ns1:t>
            </ns1:r>
          </ns1:p>
        </ns0:txBody>
      </ns0:sp>
      <ns0:sp>
        <ns0:nvSpPr>
          <ns0:cNvPr id="949" name="trace:D19:content.auto.127">
            <ns1:extLst>
              <ns1:ext uri="{FF2B5EF4-FFF2-40B4-BE49-F238E27FC236}">
                <ns2:creationId id="{D46479DB-8694-4871-8D63-CB2FB94FA725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453390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責任者｜</ns1:t>
            </ns1:r>
          </ns1:p>
        </ns0:txBody>
      </ns0:sp>
      <ns0:sp>
        <ns0:nvSpPr>
          <ns0:cNvPr id="950" name="trace:D19:content.auto.128">
            <ns1:extLst>
              <ns1:ext uri="{FF2B5EF4-FFF2-40B4-BE49-F238E27FC236}">
                <ns2:creationId id="{60DFBB73-F0FB-40DF-8CCA-1833B3BAC353}"/>
              </ns1:ext>
            </ns1:extLst>
          </ns0:cNvPr>
          <ns0:cNvSpPr>
            <ns1:spLocks noGrp="1"/>
          </ns0:cNvSpPr>
          <ns0:nvPr/>
        </ns0:nvSpPr>
        <ns0:spPr>
          <ns1:xfrm>
            <ns1:off x="13935075" y="4533900"/>
            <ns1:ext cx="1190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運用責任者</ns1:t>
            </ns1:r>
          </ns1:p>
        </ns0:txBody>
      </ns0:sp>
      <ns0:sp>
        <ns0:nvSpPr>
          <ns0:cNvPr id="951" name="trace:D19:content.auto.129">
            <ns1:extLst>
              <ns1:ext uri="{FF2B5EF4-FFF2-40B4-BE49-F238E27FC236}">
                <ns2:creationId id="{5CE02F9A-5F0D-41C7-8510-CA337B50B6E9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4857750"/>
            <ns1:ext cx="8143875" cy="685800"/>
          </ns1:xfrm>
          <ns1:prstGeom prst="roundRect">
            <ns1:avLst>
              <ns1:gd name="adj" fmla="val 13889"/>
            </ns1:avLst>
          </ns1:prstGeom>
          <ns1:solidFill>
            <ns1:srgbClr val="F2F7F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52" name="trace:D19:content.auto.130">
            <ns1:extLst>
              <ns1:ext uri="{FF2B5EF4-FFF2-40B4-BE49-F238E27FC236}">
                <ns2:creationId id="{F76D8BB2-80DE-48F9-BBD3-FFBEC67E99A1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4857750"/>
            <ns1:ext cx="552450" cy="685800"/>
          </ns1:xfrm>
          <ns1:prstGeom prst="roundRect">
            <ns1:avLst>
              <ns1:gd name="adj" fmla="val 17241"/>
            </ns1:avLst>
          </ns1:prstGeom>
          <ns1:solidFill>
            <ns1:srgbClr val="8997A6"/>
          </ns1:solidFill>
          <ns1:ln w="0">
            <ns1:noFill/>
            <ns1:prstDash val="solid"/>
          </ns1:ln>
        </ns0:spPr>
      </ns0:sp>
      <ns0:sp>
        <ns0:nvSpPr>
          <ns0:cNvPr id="953" name="trace:D19:content.auto.131">
            <ns1:extLst>
              <ns1:ext uri="{FF2B5EF4-FFF2-40B4-BE49-F238E27FC236}">
                <ns2:creationId id="{16E2996B-34A0-4AE4-9584-77E1D40ACF7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5086350"/>
            <ns1:ext cx="552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R4</ns1:t>
            </ns1:r>
          </ns1:p>
        </ns0:txBody>
      </ns0:sp>
      <ns0:sp>
        <ns0:nvSpPr>
          <ns0:cNvPr id="954" name="trace:D19:content.auto.132">
            <ns1:extLst>
              <ns1:ext uri="{FF2B5EF4-FFF2-40B4-BE49-F238E27FC236}">
                <ns2:creationId id="{133D54F1-7A6D-4BB4-B27F-F5E4F44D5E44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4933950"/>
            <ns1:ext cx="1952625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担当者ごとの</ns1:t>
            </ns1:r>
          </ns1:p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品質ばらつき</ns1:t>
            </ns1:r>
          </ns1:p>
        </ns0:txBody>
      </ns0:sp>
      <ns0:sp>
        <ns0:nvSpPr>
          <ns0:cNvPr id="955" name="trace:D19:content.auto.133">
            <ns1:extLst>
              <ns1:ext uri="{FF2B5EF4-FFF2-40B4-BE49-F238E27FC236}">
                <ns2:creationId id="{3CE94DF9-0B9E-40E9-88A1-4C87A948EC4B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5067300"/>
            <ns1:ext cx="457200" cy="257175"/>
          </ns1:xfrm>
          <ns1:prstGeom prst="roundRect">
            <ns1:avLst>
              <ns1:gd name="adj" fmla="val 37037"/>
            </ns1:avLst>
          </ns1:prstGeom>
          <ns1:solidFill>
            <ns1:srgbClr val="D98B8E"/>
          </ns1:solidFill>
          <ns1:ln w="0">
            <ns1:noFill/>
            <ns1:prstDash val="solid"/>
          </ns1:ln>
        </ns0:spPr>
      </ns0:sp>
      <ns0:sp>
        <ns0:nvSpPr>
          <ns0:cNvPr id="956" name="trace:D19:content.auto.134">
            <ns1:extLst>
              <ns1:ext uri="{FF2B5EF4-FFF2-40B4-BE49-F238E27FC236}">
                <ns2:creationId id="{79F73B51-DE8F-4061-A337-3DAE2C03055B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5105400"/>
            <ns1:ext cx="4572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中</ns1:t>
            </ns1:r>
          </ns1:p>
        </ns0:txBody>
      </ns0:sp>
      <ns0:sp>
        <ns0:nvSpPr>
          <ns0:cNvPr id="957" name="trace:D19:content.auto.135">
            <ns1:extLst>
              <ns1:ext uri="{FF2B5EF4-FFF2-40B4-BE49-F238E27FC236}">
                <ns2:creationId id="{EE6AD1E6-B496-43DF-8B01-01FB2C97FD7A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527685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予防｜</ns1:t>
            </ns1:r>
          </ns1:p>
        </ns0:txBody>
      </ns0:sp>
      <ns0:sp>
        <ns0:nvSpPr>
          <ns0:cNvPr id="958" name="trace:D19:content.auto.136">
            <ns1:extLst>
              <ns1:ext uri="{FF2B5EF4-FFF2-40B4-BE49-F238E27FC236}">
                <ns2:creationId id="{45A097EA-0934-479C-A5A5-026B87791CE9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5191125"/>
            <ns1:ext cx="19050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テンプレート・レビュー基準を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標準化</ns1:t>
            </ns1:r>
          </ns1:p>
        </ns0:txBody>
      </ns0:sp>
      <ns0:sp>
        <ns0:nvSpPr>
          <ns0:cNvPr id="959" name="trace:D19:content.auto.137">
            <ns1:extLst>
              <ns1:ext uri="{FF2B5EF4-FFF2-40B4-BE49-F238E27FC236}">
                <ns2:creationId id="{6CBB6FD1-AFF5-434D-AFB6-C3C16049ED24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495300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発生時｜</ns1:t>
            </ns1:r>
          </ns1:p>
        </ns0:txBody>
      </ns0:sp>
      <ns0:sp>
        <ns0:nvSpPr>
          <ns0:cNvPr id="960" name="trace:D19:content.auto.138">
            <ns1:extLst>
              <ns1:ext uri="{FF2B5EF4-FFF2-40B4-BE49-F238E27FC236}">
                <ns2:creationId id="{E4F3B1C2-6B72-45BD-B337-BC0DB8B87AE3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4914900"/>
            <ns1:ext cx="2047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品質レビューと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ナレッジ更新</ns1:t>
            </ns1:r>
          </ns1:p>
        </ns0:txBody>
      </ns0:sp>
      <ns0:sp>
        <ns0:nvSpPr>
          <ns0:cNvPr id="961" name="trace:D19:content.auto.139">
            <ns1:extLst>
              <ns1:ext uri="{FF2B5EF4-FFF2-40B4-BE49-F238E27FC236}">
                <ns2:creationId id="{1E353AEB-1EE2-4EB8-8390-545D987C6E8A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527685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責任者｜</ns1:t>
            </ns1:r>
          </ns1:p>
        </ns0:txBody>
      </ns0:sp>
      <ns0:sp>
        <ns0:nvSpPr>
          <ns0:cNvPr id="962" name="trace:D19:content.auto.140">
            <ns1:extLst>
              <ns1:ext uri="{FF2B5EF4-FFF2-40B4-BE49-F238E27FC236}">
                <ns2:creationId id="{9320AF29-A67A-4275-82FA-36F66445514E}"/>
              </ns1:ext>
            </ns1:extLst>
          </ns0:cNvPr>
          <ns0:cNvSpPr>
            <ns1:spLocks noGrp="1"/>
          </ns0:cNvSpPr>
          <ns0:nvPr/>
        </ns0:nvSpPr>
        <ns0:spPr>
          <ns1:xfrm>
            <ns1:off x="13935075" y="5276850"/>
            <ns1:ext cx="1190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営業責任者</ns1:t>
            </ns1:r>
          </ns1:p>
        </ns0:txBody>
      </ns0:sp>
      <ns0:sp>
        <ns0:nvSpPr>
          <ns0:cNvPr id="963" name="trace:D19:content.auto.141">
            <ns1:extLst>
              <ns1:ext uri="{FF2B5EF4-FFF2-40B4-BE49-F238E27FC236}">
                <ns2:creationId id="{756A214A-1DDF-4A48-B85C-FC5E1E6390BE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5600700"/>
            <ns1:ext cx="8143875" cy="685800"/>
          </ns1:xfrm>
          <ns1:prstGeom prst="roundRect">
            <ns1:avLst>
              <ns1:gd name="adj" fmla="val 13889"/>
            </ns1:avLst>
          </ns1:prstGeom>
          <ns1:solidFill>
            <ns1:srgbClr val="FFF7F7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64" name="trace:D19:content.auto.142">
            <ns1:extLst>
              <ns1:ext uri="{FF2B5EF4-FFF2-40B4-BE49-F238E27FC236}">
                <ns2:creationId id="{B734417B-A49B-46A7-8D79-C9E09D5483F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5600700"/>
            <ns1:ext cx="552450" cy="685800"/>
          </ns1:xfrm>
          <ns1:prstGeom prst="roundRect">
            <ns1:avLst>
              <ns1:gd name="adj" fmla="val 17241"/>
            </ns1:avLst>
          </ns1:prstGeom>
          <ns1:solidFill>
            <ns1:srgbClr val="8997A6"/>
          </ns1:solidFill>
          <ns1:ln w="0">
            <ns1:noFill/>
            <ns1:prstDash val="solid"/>
          </ns1:ln>
        </ns0:spPr>
      </ns0:sp>
      <ns0:sp>
        <ns0:nvSpPr>
          <ns0:cNvPr id="965" name="trace:D19:content.auto.143">
            <ns1:extLst>
              <ns1:ext uri="{FF2B5EF4-FFF2-40B4-BE49-F238E27FC236}">
                <ns2:creationId id="{C1EA0B66-3B22-451A-BE37-4E9A41A8929B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5829300"/>
            <ns1:ext cx="552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R5</ns1:t>
            </ns1:r>
          </ns1:p>
        </ns0:txBody>
      </ns0:sp>
      <ns0:sp>
        <ns0:nvSpPr>
          <ns0:cNvPr id="966" name="trace:D19:content.auto.144">
            <ns1:extLst>
              <ns1:ext uri="{FF2B5EF4-FFF2-40B4-BE49-F238E27FC236}">
                <ns2:creationId id="{4F59CE2D-1669-47B1-9945-D7DFF7F4E0F0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5676900"/>
            <ns1:ext cx="1952625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運用・レビュー負荷が</ns1:t>
            </ns1:r>
          </ns1:p>
          <ns1:p>
            <ns1:pPr algn="l">
              <ns1:def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6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増える</ns1:t>
            </ns1:r>
          </ns1:p>
        </ns0:txBody>
      </ns0:sp>
      <ns0:sp>
        <ns0:nvSpPr>
          <ns0:cNvPr id="967" name="trace:D19:content.auto.145">
            <ns1:extLst>
              <ns1:ext uri="{FF2B5EF4-FFF2-40B4-BE49-F238E27FC236}">
                <ns2:creationId id="{31EF68A0-CFB6-48C2-8715-74C8DCA10738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5810250"/>
            <ns1:ext cx="457200" cy="257175"/>
          </ns1:xfrm>
          <ns1:prstGeom prst="roundRect">
            <ns1:avLst>
              <ns1:gd name="adj" fmla="val 37037"/>
            </ns1:avLst>
          </ns1:prstGeom>
          <ns1:solidFill>
            <ns1:srgbClr val="A6B0BA"/>
          </ns1:solidFill>
          <ns1:ln w="0">
            <ns1:noFill/>
            <ns1:prstDash val="solid"/>
          </ns1:ln>
        </ns0:spPr>
      </ns0:sp>
      <ns0:sp>
        <ns0:nvSpPr>
          <ns0:cNvPr id="968" name="trace:D19:content.auto.146">
            <ns1:extLst>
              <ns1:ext uri="{FF2B5EF4-FFF2-40B4-BE49-F238E27FC236}">
                <ns2:creationId id="{812AF48E-9A6E-4D42-AC54-FF52D5801A98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5848350"/>
            <ns1:ext cx="4572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def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63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低</ns1:t>
            </ns1:r>
          </ns1:p>
        </ns0:txBody>
      </ns0:sp>
      <ns0:sp>
        <ns0:nvSpPr>
          <ns0:cNvPr id="969" name="trace:D19:content.auto.147">
            <ns1:extLst>
              <ns1:ext uri="{FF2B5EF4-FFF2-40B4-BE49-F238E27FC236}">
                <ns2:creationId id="{92A9D1F0-273D-4A00-BE8E-220CF53FB800}"/>
              </ns1:ext>
            </ns1:extLst>
          </ns0:cNvPr>
          <ns0:cNvSpPr>
            <ns1:spLocks noGrp="1"/>
          </ns0:cNvSpPr>
          <ns0:nvPr/>
        </ns0:nvSpPr>
        <ns0:spPr>
          <ns1:xfrm>
            <ns1:off x="7953375" y="6019800"/>
            <ns1:ext cx="4000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予防｜</ns1:t>
            </ns1:r>
          </ns1:p>
        </ns0:txBody>
      </ns0:sp>
      <ns0:sp>
        <ns0:nvSpPr>
          <ns0:cNvPr id="970" name="trace:D19:content.auto.148">
            <ns1:extLst>
              <ns1:ext uri="{FF2B5EF4-FFF2-40B4-BE49-F238E27FC236}">
                <ns2:creationId id="{2915FC22-1BAC-4582-9BB1-B02DDFD1AA77}"/>
              </ns1:ext>
            </ns1:extLst>
          </ns0:cNvPr>
          <ns0:cNvSpPr>
            <ns1:spLocks noGrp="1"/>
          </ns0:cNvSpPr>
          <ns0:nvPr/>
        </ns0:nvSpPr>
        <ns0:spPr>
          <ns1:xfrm>
            <ns1:off x="8382000" y="5934075"/>
            <ns1:ext cx="1905000" cy="3143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レビュー対象と責任範囲を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明確化</ns1:t>
            </ns1:r>
          </ns1:p>
        </ns0:txBody>
      </ns0:sp>
      <ns0:sp>
        <ns0:nvSpPr>
          <ns0:cNvPr id="971" name="trace:D19:content.auto.149">
            <ns1:extLst>
              <ns1:ext uri="{FF2B5EF4-FFF2-40B4-BE49-F238E27FC236}">
                <ns2:creationId id="{585C7111-65FB-4DB2-8AEF-F334F779017E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569595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発生時｜</ns1:t>
            </ns1:r>
          </ns1:p>
        </ns0:txBody>
      </ns0:sp>
      <ns0:sp>
        <ns0:nvSpPr>
          <ns0:cNvPr id="972" name="trace:D19:content.auto.150">
            <ns1:extLst>
              <ns1:ext uri="{FF2B5EF4-FFF2-40B4-BE49-F238E27FC236}">
                <ns2:creationId id="{33427A9F-A50E-4D9B-B74F-261870306C20}"/>
              </ns1:ext>
            </ns1:extLst>
          </ns0:cNvPr>
          <ns0:cNvSpPr>
            <ns1:spLocks noGrp="1"/>
          </ns0:cNvSpPr>
          <ns0:nvPr/>
        </ns0:nvSpPr>
        <ns0:spPr>
          <ns1:xfrm>
            <ns1:off x="11220450" y="5657850"/>
            <ns1:ext cx="2047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プロセス簡素化・</ns1:t>
            </ns1:r>
          </ns1:p>
          <ns1:p>
            <ns1:pPr algn="l">
              <ns1:def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3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自動化範囲見直し</ns1:t>
            </ns1:r>
          </ns1:p>
        </ns0:txBody>
      </ns0:sp>
      <ns0:sp>
        <ns0:nvSpPr>
          <ns0:cNvPr id="973" name="trace:D19:content.auto.151">
            <ns1:extLst>
              <ns1:ext uri="{FF2B5EF4-FFF2-40B4-BE49-F238E27FC236}">
                <ns2:creationId id="{39B43291-EB0D-46CD-8C7E-83F015B5BB89}"/>
              </ns1:ext>
            </ns1:extLst>
          </ns0:cNvPr>
          <ns0:cNvSpPr>
            <ns1:spLocks noGrp="1"/>
          </ns0:cNvSpPr>
          <ns0:nvPr/>
        </ns0:nvSpPr>
        <ns0:spPr>
          <ns1:xfrm>
            <ns1:off x="13382625" y="6019800"/>
            <ns1:ext cx="5143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責任者｜</ns1:t>
            </ns1:r>
          </ns1:p>
        </ns0:txBody>
      </ns0:sp>
      <ns0:sp>
        <ns0:nvSpPr>
          <ns0:cNvPr id="974" name="trace:D19:content.auto.152">
            <ns1:extLst>
              <ns1:ext uri="{FF2B5EF4-FFF2-40B4-BE49-F238E27FC236}">
                <ns2:creationId id="{3143B669-02AC-4C5F-B31C-A6AB83128849}"/>
              </ns1:ext>
            </ns1:extLst>
          </ns0:cNvPr>
          <ns0:cNvSpPr>
            <ns1:spLocks noGrp="1"/>
          </ns0:cNvSpPr>
          <ns0:nvPr/>
        </ns0:nvSpPr>
        <ns0:spPr>
          <ns1:xfrm>
            <ns1:off x="13935075" y="6019800"/>
            <ns1:ext cx="1190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2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事業責任者</ns1:t>
            </ns1:r>
          </ns1:p>
        </ns0:txBody>
      </ns0:sp>
      <ns0:sp>
        <ns0:nvSpPr>
          <ns0:cNvPr id="975" name="trace:D19:content.auto.153">
            <ns1:extLst>
              <ns1:ext uri="{FF2B5EF4-FFF2-40B4-BE49-F238E27FC236}">
                <ns2:creationId id="{0238B11A-1EB1-417B-9DA3-7151901CA83E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8362950"/>
            <ns1:ext cx="257175" cy="102870"/>
          </ns1:xfrm>
          <ns1:custGeom>
            <ns1:pathLst>
              <ns1:path w="257175" h="102870">
                <ns1:moveTo>
                  <ns1:pt x="0" y="42863"/>
                </ns1:moveTo>
                <ns1:lnTo>
                  <ns1:pt x="128588" y="0"/>
                </ns1:lnTo>
                <ns1:lnTo>
                  <ns1:pt x="257175" y="51435"/>
                </ns1:lnTo>
                <ns1:lnTo>
                  <ns1:pt x="128588" y="10287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76" name="trace:D19:content.auto.154">
            <ns1:extLst>
              <ns1:ext uri="{FF2B5EF4-FFF2-40B4-BE49-F238E27FC236}">
                <ns2:creationId id="{587AFE28-4580-4122-98A9-20E4A976CAC7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8414385"/>
            <ns1:ext cx="128588" cy="111443"/>
          </ns1:xfrm>
          <ns1:custGeom>
            <ns1:pathLst>
              <ns1:path w="128588" h="111443">
                <ns1:moveTo>
                  <ns1:pt x="0" y="51435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111443"/>
                </ns1:lnTo>
                <ns1:close/>
              </ns1:path>
            </ns1:pathLst>
          </ns1:custGeom>
          <ns1:solidFill>
            <ns1:srgbClr val="6F7882"/>
          </ns1:solidFill>
          <ns1:ln w="0">
            <ns1:noFill/>
            <ns1:prstDash val="solid"/>
          </ns1:ln>
        </ns0:spPr>
      </ns0:sp>
      <ns0:sp>
        <ns0:nvSpPr>
          <ns0:cNvPr id="977" name="trace:D19:content.auto.155">
            <ns1:extLst>
              <ns1:ext uri="{FF2B5EF4-FFF2-40B4-BE49-F238E27FC236}">
                <ns2:creationId id="{D1C7F727-1C41-42A1-A5D3-8519D66DE4A7}"/>
              </ns1:ext>
            </ns1:extLst>
          </ns0:cNvPr>
          <ns0:cNvSpPr>
            <ns1:spLocks noGrp="1"/>
          </ns0:cNvSpPr>
          <ns0:nvPr/>
        </ns0:nvSpPr>
        <ns0:spPr>
          <ns1:xfrm>
            <ns1:off x="747713" y="8414385"/>
            <ns1:ext cx="128588" cy="60008"/>
          </ns1:xfrm>
          <ns1:custGeom>
            <ns1:pathLst>
              <ns1:path w="128588" h="60008">
                <ns1:moveTo>
                  <ns1:pt x="0" y="0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60008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978" name="trace:D19:content.auto.156">
            <ns1:extLst>
              <ns1:ext uri="{FF2B5EF4-FFF2-40B4-BE49-F238E27FC236}">
                <ns2:creationId id="{F1316D15-A12C-4D28-8BD7-05B49960D22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8474393"/>
            <ns1:ext cx="128588" cy="111442"/>
          </ns1:xfrm>
          <ns1:custGeom>
            <ns1:pathLst>
              <ns1:path w="128588" h="111442">
                <ns1:moveTo>
                  <ns1:pt x="0" y="51435"/>
                </ns1:moveTo>
                <ns1:lnTo>
                  <ns1:pt x="128588" y="0"/>
                </ns1:lnTo>
                <ns1:lnTo>
                  <ns1:pt x="128588" y="60007"/>
                </ns1:lnTo>
                <ns1:lnTo>
                  <ns1:pt x="0" y="111442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979" name="trace:D19:content.auto.157">
            <ns1:extLst>
              <ns1:ext uri="{FF2B5EF4-FFF2-40B4-BE49-F238E27FC236}">
                <ns2:creationId id="{C3E0886E-5BBF-4104-85FB-B5404EE4938C}"/>
              </ns1:ext>
            </ns1:extLst>
          </ns0:cNvPr>
          <ns0:cNvSpPr>
            <ns1:spLocks noGrp="1"/>
          </ns0:cNvSpPr>
          <ns0:nvPr/>
        </ns0:nvSpPr>
        <ns0:spPr>
          <ns1:xfrm>
            <ns1:off x="747713" y="8474393"/>
            <ns1:ext cx="128588" cy="111442"/>
          </ns1:xfrm>
          <ns1:custGeom>
            <ns1:pathLst>
              <ns1:path w="128588" h="111442">
                <ns1:moveTo>
                  <ns1:pt x="0" y="0"/>
                </ns1:moveTo>
                <ns1:lnTo>
                  <ns1:pt x="128588" y="0"/>
                </ns1:lnTo>
                <ns1:lnTo>
                  <ns1:pt x="128588" y="60007"/>
                </ns1:lnTo>
                <ns1:lnTo>
                  <ns1:pt x="0" y="111442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980" name="trace:D19:footer.brand">
            <ns1:extLst>
              <ns1:ext uri="{FF2B5EF4-FFF2-40B4-BE49-F238E27FC236}">
                <ns2:creationId id="{3528DE62-C251-4E72-AA2F-2C0A072C0869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8382000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981" name="trace:D19:content.auto.158">
            <ns1:extLst>
              <ns1:ext uri="{FF2B5EF4-FFF2-40B4-BE49-F238E27FC236}">
                <ns2:creationId id="{16661D87-F55B-4800-85ED-F49178048F9E}"/>
              </ns1:ext>
            </ns1:extLst>
          </ns0:cNvPr>
          <ns0:cNvSpPr>
            <ns1:spLocks noGrp="1"/>
          </ns0:cNvSpPr>
          <ns0:nvPr/>
        </ns0:nvSpPr>
        <ns0:spPr>
          <ns1:xfrm>
            <ns1:off x="2562225" y="8305800"/>
            <ns1:ext cx="9525" cy="419100"/>
          </ns1:xfrm>
          <ns1:prstGeom prst="line">
            <ns1:avLst/>
          </ns1:prstGeom>
          <ns1:noFill/>
          <ns1:ln w="9525">
            <ns1:solidFill>
              <ns1:srgbClr val="A9B6C4"/>
            </ns1:solidFill>
            <ns1:prstDash val="solid"/>
          </ns1:ln>
        </ns0:spPr>
      </ns0:sp>
      <ns0:sp>
        <ns0:nvSpPr>
          <ns0:cNvPr id="982" name="trace:D19:footer.tagline.jp">
            <ns1:extLst>
              <ns1:ext uri="{FF2B5EF4-FFF2-40B4-BE49-F238E27FC236}">
                <ns2:creationId id="{DF975C2A-D1E2-46E2-93EC-69F483DA8A4C}"/>
              </ns1:ext>
            </ns1:extLst>
          </ns0:cNvPr>
          <ns0:cNvSpPr>
            <ns1:spLocks noGrp="1"/>
          </ns0:cNvSpPr>
          <ns0:nvPr/>
        </ns0:nvSpPr>
        <ns0:spPr>
          <ns1:xfrm>
            <ns1:off x="2752725" y="8305800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983" name="trace:D19:footer.tagline.en">
            <ns1:extLst>
              <ns1:ext uri="{FF2B5EF4-FFF2-40B4-BE49-F238E27FC236}">
                <ns2:creationId id="{3AD011D8-8C49-41C9-8994-B8D0B0BD362F}"/>
              </ns1:ext>
            </ns1:extLst>
          </ns0:cNvPr>
          <ns0:cNvSpPr>
            <ns1:spLocks noGrp="1"/>
          </ns0:cNvSpPr>
          <ns0:nvPr/>
        </ns0:nvSpPr>
        <ns0:spPr>
          <ns1:xfrm>
            <ns1:off x="2752725" y="8524875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984" name="trace:D19:footer.date">
            <ns1:extLst>
              <ns1:ext uri="{FF2B5EF4-FFF2-40B4-BE49-F238E27FC236}">
                <ns2:creationId id="{1B5E7C48-A327-4AB4-9B5A-A14C0FE48381}"/>
              </ns1:ext>
            </ns1:extLst>
          </ns0:cNvPr>
          <ns0:cNvSpPr>
            <ns1:spLocks noGrp="1"/>
          </ns0:cNvSpPr>
          <ns0:nvPr/>
        </ns0:nvSpPr>
        <ns0:spPr>
          <ns1:xfrm>
            <ns1:off x="14192250" y="8420100"/>
            <ns1:ext cx="11906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985" name="trace:D19:content.auto.159">
            <ns1:extLst>
              <ns1:ext uri="{FF2B5EF4-FFF2-40B4-BE49-F238E27FC236}">
                <ns2:creationId id="{05D683DD-1A6C-481B-A9E7-83DE9D9ACB43}"/>
              </ns1:ext>
            </ns1:extLst>
          </ns0:cNvPr>
          <ns0:cNvSpPr>
            <ns1:spLocks noGrp="1"/>
          </ns0:cNvSpPr>
          <ns0:nvPr/>
        </ns0:nvSpPr>
        <ns0:spPr>
          <ns1:xfrm>
            <ns1:off x="15468600" y="8496300"/>
            <ns1:ext cx="361950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3:creationId val="36895842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2026-09-20T21:27:45.6900000Z</dcterms:created>
  <dcterms:modified xsi:type="dcterms:W3CDTF">2026-09-20T21:27:45.6900000Z</dcterms:modified>
</coreProperties>
</file>