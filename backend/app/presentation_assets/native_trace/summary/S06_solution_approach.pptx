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36855ad5a4edb" /><Relationship Type="http://schemas.openxmlformats.org/officeDocument/2006/relationships/extended-properties" Target="/docProps/app.xml" Id="R39879b9b844b4aca" /><Relationship Type="http://schemas.openxmlformats.org/officeDocument/2006/relationships/officeDocument" Target="/ppt/presentation.xml" Id="Rb519409d1316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b483936184d94"/>
  </p:sldMasterIdLst>
  <p:notesMasterIdLst>
    <p:notesMasterId xmlns:r="http://schemas.openxmlformats.org/officeDocument/2006/relationships" r:id="Rbd4b719b01514e6d"/>
  </p:notesMasterIdLst>
  <p:sldIdLst>
    <p:sldId xmlns:r="http://schemas.openxmlformats.org/officeDocument/2006/relationships" id="256" r:id="R248d5a4055b6405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bedd0bdad4818" /><Relationship Type="http://schemas.openxmlformats.org/officeDocument/2006/relationships/slideMaster" Target="/ppt/slideMasters/slideMaster1.xml" Id="R92eb483936184d94" /><Relationship Type="http://schemas.openxmlformats.org/officeDocument/2006/relationships/notesMaster" Target="/ppt/notesMasters/notesMaster1.xml" Id="Rbd4b719b01514e6d" /><Relationship Type="http://schemas.openxmlformats.org/officeDocument/2006/relationships/presProps" Target="/ppt/presProps.xml" Id="Ra7a493e625eb4cc9" /><Relationship Type="http://schemas.openxmlformats.org/officeDocument/2006/relationships/tableStyles" Target="/ppt/tableStyles.xml" Id="R8d0cb6ceca944ca1" /><Relationship Type="http://schemas.openxmlformats.org/officeDocument/2006/relationships/slide" Target="/ppt/slides/slide1.xml" Id="R248d5a4055b6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0cf1cc2a3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7a6037c4d64f4d" /><Relationship Type="http://schemas.openxmlformats.org/officeDocument/2006/relationships/notesMaster" Target="/ppt/notesMasters/notesMaster1.xml" Id="R27c056c32cc843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S06 replacement Native Trace built from the approved Canonical source. Sample content is trace-only and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02d8ad7c342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d445cd0cb7436e" /><Relationship Type="http://schemas.openxmlformats.org/officeDocument/2006/relationships/slideLayout" Target="/ppt/slideLayouts/slideLayout1.xml" Id="R85f9fe0e2ea748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9fe0e2ea748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caeb6bfe04087" /><Relationship Type="http://schemas.openxmlformats.org/officeDocument/2006/relationships/notesSlide" Target="/ppt/notesSlides/notesSlide1.xml" Id="R4aa41b8a1130452a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09" name="trace:S06:content.auto">
            <ns1:extLst>
              <ns1:ext uri="{FF2B5EF4-FFF2-40B4-BE49-F238E27FC236}">
                <ns2:creationId id="{9F8E2B6C-41D5-4130-8D36-E441B2F4F27F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219075"/>
            <ns1:ext cx="5715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2" name="trace:S06:content.auto.2">
            <ns1:extLst>
              <ns1:ext uri="{FF2B5EF4-FFF2-40B4-BE49-F238E27FC236}">
                <ns2:creationId id="{1856104A-89F7-4940-9D30-AD9597D3AEC0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228600"/>
            <ns1:ext cx="19050" cy="257175"/>
          </ns1:xfrm>
          <ns1:prstGeom prst="rect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3" name="trace:S06:content.auto.3">
            <ns1:extLst>
              <ns1:ext uri="{FF2B5EF4-FFF2-40B4-BE49-F238E27FC236}">
                <ns2:creationId id="{C71F1F5E-9E84-45A6-9098-A419E3285C41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209550"/>
            <ns1:ext cx="1428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ご提案内容</ns1:t>
            </ns1:r>
          </ns1:p>
        </ns0:txBody>
      </ns0:sp>
      <ns0:sp>
        <ns0:nvSpPr>
          <ns0:cNvPr id="4" name="trace:S06:content.auto.4">
            <ns1:extLst>
              <ns1:ext uri="{FF2B5EF4-FFF2-40B4-BE49-F238E27FC236}">
                <ns2:creationId id="{9FA76E46-E9FB-4577-8553-D4A72E3FE956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552450"/>
            <ns1:ext cx="7715250" cy="38100"/>
          </ns1:xfrm>
          <ns1:prstGeom prst="rect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5" name="trace:S06:content.auto.5">
            <ns1:extLst>
              <ns1:ext uri="{FF2B5EF4-FFF2-40B4-BE49-F238E27FC236}">
                <ns2:creationId id="{EFBAFDE7-91BD-443F-BD9F-706E82E50B2C}"/>
              </ns1:ext>
            </ns1:extLst>
          </ns0:cNvPr>
          <ns0:cNvSpPr>
            <ns1:spLocks noGrp="1"/>
          </ns0:cNvSpPr>
          <ns0:nvPr/>
        </ns0:nvSpPr>
        <ns0:spPr>
          <ns1:xfrm>
            <ns1:off x="8277225" y="552450"/>
            <ns1:ext cx="7077075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6" name="trace:S06:footer.date">
            <ns1:extLst>
              <ns1:ext uri="{FF2B5EF4-FFF2-40B4-BE49-F238E27FC236}">
                <ns2:creationId id="{D295E2CD-A266-443A-A905-DCE29CB59E9C}"/>
              </ns1:ext>
            </ns1:extLst>
          </ns0:cNvPr>
          <ns0:cNvSpPr>
            <ns1:spLocks noGrp="1"/>
          </ns0:cNvSpPr>
          <ns0:nvPr/>
        </ns0:nvSpPr>
        <ns0:spPr>
          <ns1:xfrm>
            <ns1:off x="14258925" y="209550"/>
            <ns1:ext cx="1095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r">
              <ns1:buNone/>
              <ns1:defRPr sz="13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2026.08.26</ns1:t>
            </ns1:r>
          </ns1:p>
        </ns0:txBody>
      </ns0:sp>
      <ns0:sp>
        <ns0:nvSpPr>
          <ns0:cNvPr id="7" name="trace:S06:title.primary">
            <ns1:extLst>
              <ns1:ext uri="{FF2B5EF4-FFF2-40B4-BE49-F238E27FC236}">
                <ns2:creationId id="{B4D3EFCA-F503-47FA-8CF6-59177610D585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819150"/>
            <ns1:ext cx="809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31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31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解決アプローチと導入ステップ</ns1:t>
            </ns1:r>
          </ns1:p>
        </ns0:txBody>
      </ns0:sp>
      <ns0:sp>
        <ns0:nvSpPr>
          <ns0:cNvPr id="8" name="trace:S06:title.primary.2">
            <ns1:extLst>
              <ns1:ext uri="{FF2B5EF4-FFF2-40B4-BE49-F238E27FC236}">
                <ns2:creationId id="{E212AA54-81FD-47D4-A52B-2389554231DF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457325"/>
            <ns1:ext cx="12239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現状の課題を段階的に解決し、短期間で効果を出しながら、安定した運用まで伴走します。</ns1:t>
            </ns1:r>
          </ns1:p>
        </ns0:txBody>
      </ns0:sp>
      <ns0:sp>
        <ns0:nvSpPr>
          <ns0:cNvPr id="9" name="trace:S06:content.auto.6">
            <ns1:extLst>
              <ns1:ext uri="{FF2B5EF4-FFF2-40B4-BE49-F238E27FC236}">
                <ns2:creationId id="{AE0EBA11-E14F-4E90-A4AB-24620595D428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2000250"/>
            <ns1:ext cx="2190750" cy="1457325"/>
          </ns1:xfrm>
          <ns1:custGeom>
            <ns1:pathLst>
              <ns1:path w="2190750" h="1457325">
                <ns1:moveTo>
                  <ns1:pt x="0" y="0"/>
                </ns1:moveTo>
                <ns1:lnTo>
                  <ns1:pt x="1847850" y="0"/>
                </ns1:lnTo>
                <ns1:lnTo>
                  <ns1:pt x="2190750" y="728663"/>
                </ns1:lnTo>
                <ns1:lnTo>
                  <ns1:pt x="1847850" y="1457325"/>
                </ns1:lnTo>
                <ns1:lnTo>
                  <ns1:pt x="0" y="1457325"/>
                </ns1:lnTo>
                <ns1:lnTo>
                  <ns1:pt x="342900" y="728663"/>
                </ns1:lnTo>
                <ns1:close/>
              </ns1:path>
            </ns1:pathLst>
          </ns1:cu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0" name="trace:S06:content.auto.7">
            <ns1:extLst>
              <ns1:ext uri="{FF2B5EF4-FFF2-40B4-BE49-F238E27FC236}">
                <ns2:creationId id="{A41AC121-A80D-4E62-8698-781F471EB5AB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143125"/>
            <ns1:ext cx="4953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11" name="trace:S06:content.auto.8">
            <ns1:extLst>
              <ns1:ext uri="{FF2B5EF4-FFF2-40B4-BE49-F238E27FC236}">
                <ns2:creationId id="{B792D89B-5F99-44BF-A09F-477C610DD16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438400"/>
            <ns1:ext cx="15716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現状分析</ns1:t>
            </ns1:r>
          </ns1:p>
        </ns0:txBody>
      </ns0:sp>
      <ns0:sp>
        <ns0:nvSpPr>
          <ns0:cNvPr id="12" name="trace:S06:content.auto.9">
            <ns1:extLst>
              <ns1:ext uri="{FF2B5EF4-FFF2-40B4-BE49-F238E27FC236}">
                <ns2:creationId id="{9F849CD0-012B-4736-A8D3-FA36D74C0DF7}"/>
              </ns1:ext>
            </ns1:extLst>
          </ns0:cNvPr>
          <ns0:cNvSpPr>
            <ns1:spLocks noGrp="1"/>
          </ns0:cNvSpPr>
          <ns0:nvPr/>
        </ns0:nvSpPr>
        <ns0:spPr>
          <ns1:xfrm>
            <ns1:off x="1333500" y="2886075"/>
            <ns1:ext cx="266700" cy="26670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3" name="trace:S06:content.auto.10">
            <ns1:extLst>
              <ns1:ext uri="{FF2B5EF4-FFF2-40B4-BE49-F238E27FC236}">
                <ns2:creationId id="{A2A4327F-17A3-4024-B6CC-57D100734EF4}"/>
              </ns1:ext>
            </ns1:extLst>
          </ns0:cNvPr>
          <ns0:cNvSpPr>
            <ns1:spLocks noGrp="1"/>
          </ns0:cNvSpPr>
          <ns0:nvPr/>
        </ns0:nvSpPr>
        <ns0:spPr>
          <ns1:xfrm>
            <ns1:off x="1552575" y="3124200"/>
            <ns1:ext cx="171450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4" name="trace:S06:content.auto.11">
            <ns1:extLst>
              <ns1:ext uri="{FF2B5EF4-FFF2-40B4-BE49-F238E27FC236}">
                <ns2:creationId id="{AAB76524-8A7E-4CBE-B7CA-3E7962CBD20B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2762250"/>
            <ns1:ext cx="590550" cy="5905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5" name="trace:S06:content.auto.12">
            <ns1:extLst>
              <ns1:ext uri="{FF2B5EF4-FFF2-40B4-BE49-F238E27FC236}">
                <ns2:creationId id="{31874438-F251-443E-BA81-6A6812FB14EC}"/>
              </ns1:ext>
            </ns1:extLst>
          </ns0:cNvPr>
          <ns0:cNvSpPr>
            <ns1:spLocks noGrp="1"/>
          </ns0:cNvSpPr>
          <ns0:nvPr/>
        </ns0:nvSpPr>
        <ns0:spPr>
          <ns1:xfrm>
            <ns1:off x="1333500" y="2886075"/>
            <ns1:ext cx="266700" cy="26670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6" name="trace:S06:content.auto.13">
            <ns1:extLst>
              <ns1:ext uri="{FF2B5EF4-FFF2-40B4-BE49-F238E27FC236}">
                <ns2:creationId id="{C33B5CF4-CEF8-4D8C-8C27-C8583C765D4D}"/>
              </ns1:ext>
            </ns1:extLst>
          </ns0:cNvPr>
          <ns0:cNvSpPr>
            <ns1:spLocks noGrp="1"/>
          </ns0:cNvSpPr>
          <ns0:nvPr/>
        </ns0:nvSpPr>
        <ns0:spPr>
          <ns1:xfrm>
            <ns1:off x="1552575" y="3124200"/>
            <ns1:ext cx="171450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7" name="trace:S06:title.primary.3">
            <ns1:extLst>
              <ns1:ext uri="{FF2B5EF4-FFF2-40B4-BE49-F238E27FC236}">
                <ns2:creationId id="{7715283E-2BB4-4CE0-9EB4-EA99B31C3672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3590925"/>
            <ns1:ext cx="20383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課題・現状の整理</ns1:t>
            </ns1:r>
          </ns1:p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業務フローの可視化</ns1:t>
            </ns1:r>
          </ns1:p>
        </ns0:txBody>
      </ns0:sp>
      <ns0:sp>
        <ns0:nvSpPr>
          <ns0:cNvPr id="18" name="trace:S06:content.auto.14">
            <ns1:extLst>
              <ns1:ext uri="{FF2B5EF4-FFF2-40B4-BE49-F238E27FC236}">
                <ns2:creationId id="{64A65972-3ACB-4F7A-8419-AC22BE0D402A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4229100"/>
            <ns1:ext cx="2124075" cy="523875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19" name="trace:S06:content.auto.15">
            <ns1:extLst>
              <ns1:ext uri="{FF2B5EF4-FFF2-40B4-BE49-F238E27FC236}">
                <ns2:creationId id="{43F3A2A7-6565-40A4-BCFF-70A24F4F58A8}"/>
              </ns1:ext>
            </ns1:extLst>
          </ns0:cNvPr>
          <ns0:cNvSpPr>
            <ns1:spLocks noGrp="1"/>
          </ns0:cNvSpPr>
          <ns0:nvPr/>
        </ns0:nvSpPr>
        <ns0:spPr>
          <ns1:xfrm>
            <ns1:off x="695325" y="4343400"/>
            <ns1:ext cx="1857375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2 週間</ns1:t>
            </ns1:r>
          </ns1:p>
        </ns0:txBody>
      </ns0:sp>
      <ns0:sp>
        <ns0:nvSpPr>
          <ns0:cNvPr id="20" name="trace:S06:content.auto.16">
            <ns1:extLst>
              <ns1:ext uri="{FF2B5EF4-FFF2-40B4-BE49-F238E27FC236}">
                <ns2:creationId id="{9C64A4BE-42E7-4351-A378-9E02CE60CF9D}"/>
              </ns1:ext>
            </ns1:extLst>
          </ns0:cNvPr>
          <ns0:cNvSpPr>
            <ns1:spLocks noGrp="1"/>
          </ns0:cNvSpPr>
          <ns0:nvPr/>
        </ns0:nvSpPr>
        <ns0:spPr>
          <ns1:xfrm>
            <ns1:off x="2447925" y="2000250"/>
            <ns1:ext cx="2000250" cy="1457325"/>
          </ns1:xfrm>
          <ns1:custGeom>
            <ns1:pathLst>
              <ns1:path w="2000250" h="1457325">
                <ns1:moveTo>
                  <ns1:pt x="0" y="0"/>
                </ns1:moveTo>
                <ns1:lnTo>
                  <ns1:pt x="1657350" y="0"/>
                </ns1:lnTo>
                <ns1:lnTo>
                  <ns1:pt x="2000250" y="728663"/>
                </ns1:lnTo>
                <ns1:lnTo>
                  <ns1:pt x="1657350" y="1457325"/>
                </ns1:lnTo>
                <ns1:lnTo>
                  <ns1:pt x="0" y="1457325"/>
                </ns1:lnTo>
                <ns1:lnTo>
                  <ns1:pt x="342900" y="728663"/>
                </ns1:lnTo>
                <ns1:close/>
              </ns1:path>
            </ns1:pathLst>
          </ns1:cu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21" name="trace:S06:content.auto.17">
            <ns1:extLst>
              <ns1:ext uri="{FF2B5EF4-FFF2-40B4-BE49-F238E27FC236}">
                <ns2:creationId id="{F6BB944E-8DFD-4209-A22D-953A3B4EACD9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2143125"/>
            <ns1:ext cx="4953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22" name="trace:S06:content.auto.18">
            <ns1:extLst>
              <ns1:ext uri="{FF2B5EF4-FFF2-40B4-BE49-F238E27FC236}">
                <ns2:creationId id="{FBC293BD-084C-4D9A-942A-0A046EB49B31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2438400"/>
            <ns1:ext cx="13811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要件定義</ns1:t>
            </ns1:r>
          </ns1:p>
        </ns0:txBody>
      </ns0:sp>
      <ns0:sp>
        <ns0:nvSpPr>
          <ns0:cNvPr id="23" name="trace:S06:content.auto.19">
            <ns1:extLst>
              <ns1:ext uri="{FF2B5EF4-FFF2-40B4-BE49-F238E27FC236}">
                <ns2:creationId id="{F984A723-D42A-4939-826C-92793B96FD68}"/>
              </ns1:ext>
            </ns1:extLst>
          </ns0:cNvPr>
          <ns0:cNvSpPr>
            <ns1:spLocks noGrp="1"/>
          </ns0:cNvSpPr>
          <ns0:nvPr/>
        </ns0:nvSpPr>
        <ns0:spPr>
          <ns1:xfrm>
            <ns1:off x="3314700" y="2867025"/>
            <ns1:ext cx="285750" cy="3905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24" name="trace:S06:content.auto.20">
            <ns1:extLst>
              <ns1:ext uri="{FF2B5EF4-FFF2-40B4-BE49-F238E27FC236}">
                <ns2:creationId id="{9C162BF2-9E40-47AC-B4FE-25FEDC8E640D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2867025"/>
            <ns1:ext cx="133350" cy="133350"/>
          </ns1:xfrm>
          <ns1:custGeom>
            <ns1:pathLst>
              <ns1:path w="133350" h="133350">
                <ns1:moveTo>
                  <ns1:pt x="0" y="0"/>
                </ns1:moveTo>
                <ns1:lnTo>
                  <ns1:pt x="133350" y="133350"/>
                </ns1:lnTo>
                <ns1:lnTo>
                  <ns1:pt x="0" y="133350"/>
                </ns1:lnTo>
                <ns1:close/>
              </ns1:path>
            </ns1:pathLst>
          </ns1:cu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25" name="trace:S06:content.auto.21">
            <ns1:extLst>
              <ns1:ext uri="{FF2B5EF4-FFF2-40B4-BE49-F238E27FC236}">
                <ns2:creationId id="{5BC9285F-7CD8-4951-A165-64EF41F996A9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3009900"/>
            <ns1:ext cx="142875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26" name="trace:S06:content.auto.22">
            <ns1:extLst>
              <ns1:ext uri="{FF2B5EF4-FFF2-40B4-BE49-F238E27FC236}">
                <ns2:creationId id="{0C315277-A202-44DD-9D7F-7BC0ED9ECFCC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3095625"/>
            <ns1:ext cx="142875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27" name="trace:S06:content.auto.23">
            <ns1:extLst>
              <ns1:ext uri="{FF2B5EF4-FFF2-40B4-BE49-F238E27FC236}">
                <ns2:creationId id="{44FC22BB-277F-4F21-9EEB-DF3038514BF3}"/>
              </ns1:ext>
            </ns1:extLst>
          </ns0:cNvPr>
          <ns0:cNvSpPr>
            <ns1:spLocks noGrp="1"/>
          </ns0:cNvSpPr>
          <ns0:nvPr/>
        </ns0:nvSpPr>
        <ns0:spPr>
          <ns1:xfrm>
            <ns1:off x="3076575" y="2762250"/>
            <ns1:ext cx="590550" cy="5905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28" name="trace:S06:content.auto.24">
            <ns1:extLst>
              <ns1:ext uri="{FF2B5EF4-FFF2-40B4-BE49-F238E27FC236}">
                <ns2:creationId id="{822F40A3-1556-4F16-9AE6-6472DE38ABBB}"/>
              </ns1:ext>
            </ns1:extLst>
          </ns0:cNvPr>
          <ns0:cNvSpPr>
            <ns1:spLocks noGrp="1"/>
          </ns0:cNvSpPr>
          <ns0:nvPr/>
        </ns0:nvSpPr>
        <ns0:spPr>
          <ns1:xfrm>
            <ns1:off x="3314700" y="2867025"/>
            <ns1:ext cx="285750" cy="3905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29" name="trace:S06:content.auto.25">
            <ns1:extLst>
              <ns1:ext uri="{FF2B5EF4-FFF2-40B4-BE49-F238E27FC236}">
                <ns2:creationId id="{F5FC69AB-E3CD-4DDC-9807-A7ED4CC0F625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2867025"/>
            <ns1:ext cx="133350" cy="133350"/>
          </ns1:xfrm>
          <ns1:custGeom>
            <ns1:pathLst>
              <ns1:path w="133350" h="133350">
                <ns1:moveTo>
                  <ns1:pt x="0" y="0"/>
                </ns1:moveTo>
                <ns1:lnTo>
                  <ns1:pt x="133350" y="133350"/>
                </ns1:lnTo>
                <ns1:lnTo>
                  <ns1:pt x="0" y="133350"/>
                </ns1:lnTo>
                <ns1:close/>
              </ns1:path>
            </ns1:pathLst>
          </ns1:cu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30" name="trace:S06:content.auto.26">
            <ns1:extLst>
              <ns1:ext uri="{FF2B5EF4-FFF2-40B4-BE49-F238E27FC236}">
                <ns2:creationId id="{CDAD0C76-C4A2-4717-96BB-B23D8754A4D8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3009900"/>
            <ns1:ext cx="142875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31" name="trace:S06:content.auto.27">
            <ns1:extLst>
              <ns1:ext uri="{FF2B5EF4-FFF2-40B4-BE49-F238E27FC236}">
                <ns2:creationId id="{BAF4D197-2F1E-4848-9AB1-5DE26EE8BB03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3095625"/>
            <ns1:ext cx="142875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32" name="trace:S06:title.primary.4">
            <ns1:extLst>
              <ns1:ext uri="{FF2B5EF4-FFF2-40B4-BE49-F238E27FC236}">
                <ns2:creationId id="{0FA2D337-E2DD-422A-ABAE-1857BFF06A10}"/>
              </ns1:ext>
            </ns1:extLst>
          </ns0:cNvPr>
          <ns0:cNvSpPr>
            <ns1:spLocks noGrp="1"/>
          </ns0:cNvSpPr>
          <ns0:nvPr/>
        </ns0:nvSpPr>
        <ns0:spPr>
          <ns1:xfrm>
            <ns1:off x="2524125" y="3590925"/>
            <ns1:ext cx="184785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要件整理・優先順位付け</ns1:t>
            </ns1:r>
          </ns1:p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実現方針の合意</ns1:t>
            </ns1:r>
          </ns1:p>
        </ns0:txBody>
      </ns0:sp>
      <ns0:sp>
        <ns0:nvSpPr>
          <ns0:cNvPr id="33" name="trace:S06:content.auto.28">
            <ns1:extLst>
              <ns1:ext uri="{FF2B5EF4-FFF2-40B4-BE49-F238E27FC236}">
                <ns2:creationId id="{40C8134C-B86E-4814-96D4-F61604BBDCBD}"/>
              </ns1:ext>
            </ns1:extLst>
          </ns0:cNvPr>
          <ns0:cNvSpPr>
            <ns1:spLocks noGrp="1"/>
          </ns0:cNvSpPr>
          <ns0:nvPr/>
        </ns0:nvSpPr>
        <ns0:spPr>
          <ns1:xfrm>
            <ns1:off x="2447925" y="4229100"/>
            <ns1:ext cx="1933575" cy="523875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34" name="trace:S06:content.auto.29">
            <ns1:extLst>
              <ns1:ext uri="{FF2B5EF4-FFF2-40B4-BE49-F238E27FC236}">
                <ns2:creationId id="{D97CD0C7-FACA-461C-9D44-B37D67CAA90E}"/>
              </ns1:ext>
            </ns1:extLst>
          </ns0:cNvPr>
          <ns0:cNvSpPr>
            <ns1:spLocks noGrp="1"/>
          </ns0:cNvSpPr>
          <ns0:nvPr/>
        </ns0:nvSpPr>
        <ns0:spPr>
          <ns1:xfrm>
            <ns1:off x="2581275" y="4343400"/>
            <ns1:ext cx="1666875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2 ～ 3週間</ns1:t>
            </ns1:r>
          </ns1:p>
        </ns0:txBody>
      </ns0:sp>
      <ns0:sp>
        <ns0:nvSpPr>
          <ns0:cNvPr id="35" name="trace:S06:content.auto.30">
            <ns1:extLst>
              <ns1:ext uri="{FF2B5EF4-FFF2-40B4-BE49-F238E27FC236}">
                <ns2:creationId id="{7D12A7D9-D852-4D9A-9C59-60F729A9EE8A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2000250"/>
            <ns1:ext cx="2095500" cy="1457325"/>
          </ns1:xfrm>
          <ns1:custGeom>
            <ns1:pathLst>
              <ns1:path w="2095500" h="1457325">
                <ns1:moveTo>
                  <ns1:pt x="0" y="0"/>
                </ns1:moveTo>
                <ns1:lnTo>
                  <ns1:pt x="1752600" y="0"/>
                </ns1:lnTo>
                <ns1:lnTo>
                  <ns1:pt x="2095500" y="728663"/>
                </ns1:lnTo>
                <ns1:lnTo>
                  <ns1:pt x="1752600" y="1457325"/>
                </ns1:lnTo>
                <ns1:lnTo>
                  <ns1:pt x="0" y="1457325"/>
                </ns1:lnTo>
                <ns1:lnTo>
                  <ns1:pt x="342900" y="728663"/>
                </ns1:lnTo>
                <ns1:close/>
              </ns1:path>
            </ns1:pathLst>
          </ns1:cu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36" name="trace:S06:content.auto.31">
            <ns1:extLst>
              <ns1:ext uri="{FF2B5EF4-FFF2-40B4-BE49-F238E27FC236}">
                <ns2:creationId id="{DFDA5FE7-C917-49C0-B836-F0893350AA52}"/>
              </ns1:ext>
            </ns1:extLst>
          </ns0:cNvPr>
          <ns0:cNvSpPr>
            <ns1:spLocks noGrp="1"/>
          </ns0:cNvSpPr>
          <ns0:nvPr/>
        </ns0:nvSpPr>
        <ns0:spPr>
          <ns1:xfrm>
            <ns1:off x="4724400" y="2143125"/>
            <ns1:ext cx="4953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37" name="trace:S06:content.auto.32">
            <ns1:extLst>
              <ns1:ext uri="{FF2B5EF4-FFF2-40B4-BE49-F238E27FC236}">
                <ns2:creationId id="{C931E30E-F743-41C0-853B-EFE247C02BD1}"/>
              </ns1:ext>
            </ns1:extLst>
          </ns0:cNvPr>
          <ns0:cNvSpPr>
            <ns1:spLocks noGrp="1"/>
          </ns0:cNvSpPr>
          <ns0:nvPr/>
        </ns0:nvSpPr>
        <ns0:spPr>
          <ns1:xfrm>
            <ns1:off x="4724400" y="2438400"/>
            <ns1:ext cx="14763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設計・開発</ns1:t>
            </ns1:r>
          </ns1:p>
        </ns0:txBody>
      </ns0:sp>
      <ns0:sp>
        <ns0:nvSpPr>
          <ns0:cNvPr id="38" name="trace:S06:content.auto.33">
            <ns1:extLst>
              <ns1:ext uri="{FF2B5EF4-FFF2-40B4-BE49-F238E27FC236}">
                <ns2:creationId id="{FD3730BE-0886-4753-B44A-8942EE51F652}"/>
              </ns1:ext>
            </ns1:extLst>
          </ns0:cNvPr>
          <ns0:cNvSpPr>
            <ns1:spLocks noGrp="1"/>
          </ns0:cNvSpPr>
          <ns0:nvPr/>
        </ns0:nvSpPr>
        <ns0:spPr>
          <ns1:xfrm>
            <ns1:off x="5343525" y="2924175"/>
            <ns1:ext cx="266700" cy="26670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39" name="trace:S06:content.auto.34">
            <ns1:extLst>
              <ns1:ext uri="{FF2B5EF4-FFF2-40B4-BE49-F238E27FC236}">
                <ns2:creationId id="{1283EEB7-29B3-4D56-906F-BDB86E59E2D7}"/>
              </ns1:ext>
            </ns1:extLst>
          </ns0:cNvPr>
          <ns0:cNvSpPr>
            <ns1:spLocks noGrp="1"/>
          </ns0:cNvSpPr>
          <ns0:nvPr/>
        </ns0:nvSpPr>
        <ns0:spPr>
          <ns1:xfrm>
            <ns1:off x="5429250" y="3009900"/>
            <ns1:ext cx="95250" cy="952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40" name="trace:S06:content.auto.35">
            <ns1:extLst>
              <ns1:ext uri="{FF2B5EF4-FFF2-40B4-BE49-F238E27FC236}">
                <ns2:creationId id="{2C808A5E-55CF-4A47-A527-561D28E8E7C8}"/>
              </ns1:ext>
            </ns1:extLst>
          </ns0:cNvPr>
          <ns0:cNvSpPr>
            <ns1:spLocks noGrp="1"/>
          </ns0:cNvSpPr>
          <ns0:nvPr/>
        </ns0:nvSpPr>
        <ns0:spPr>
          <ns1:xfrm>
            <ns1:off x="5476875" y="2847975"/>
            <ns1:ext cx="19050" cy="762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1" name="trace:S06:content.auto.36">
            <ns1:extLst>
              <ns1:ext uri="{FF2B5EF4-FFF2-40B4-BE49-F238E27FC236}">
                <ns2:creationId id="{03782783-B220-49D8-A3C8-86E02E203AFF}"/>
              </ns1:ext>
            </ns1:extLst>
          </ns0:cNvPr>
          <ns0:cNvSpPr>
            <ns1:spLocks noGrp="1"/>
          </ns0:cNvSpPr>
          <ns0:nvPr/>
        </ns0:nvSpPr>
        <ns0:spPr>
          <ns1:xfrm>
            <ns1:off x="5476875" y="3190875"/>
            <ns1:ext cx="19050" cy="762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2" name="trace:S06:content.auto.37">
            <ns1:extLst>
              <ns1:ext uri="{FF2B5EF4-FFF2-40B4-BE49-F238E27FC236}">
                <ns2:creationId id="{35A7FA9C-44FA-48D8-BBA1-5914E47EA99E}"/>
              </ns1:ext>
            </ns1:extLst>
          </ns0:cNvPr>
          <ns0:cNvSpPr>
            <ns1:spLocks noGrp="1"/>
          </ns0:cNvSpPr>
          <ns0:nvPr/>
        </ns0:nvSpPr>
        <ns0:spPr>
          <ns1:xfrm>
            <ns1:off x="5267325" y="3057525"/>
            <ns1:ext cx="76200" cy="190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3" name="trace:S06:content.auto.38">
            <ns1:extLst>
              <ns1:ext uri="{FF2B5EF4-FFF2-40B4-BE49-F238E27FC236}">
                <ns2:creationId id="{033F88C3-BCD7-4426-8737-5BA43AAF756D}"/>
              </ns1:ext>
            </ns1:extLst>
          </ns0:cNvPr>
          <ns0:cNvSpPr>
            <ns1:spLocks noGrp="1"/>
          </ns0:cNvSpPr>
          <ns0:nvPr/>
        </ns0:nvSpPr>
        <ns0:spPr>
          <ns1:xfrm>
            <ns1:off x="5610225" y="3057525"/>
            <ns1:ext cx="76200" cy="190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4" name="trace:S06:content.auto.39">
            <ns1:extLst>
              <ns1:ext uri="{FF2B5EF4-FFF2-40B4-BE49-F238E27FC236}">
                <ns2:creationId id="{384ECF4A-4F8E-42CF-AE4A-22A7648C291C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290512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5" name="trace:S06:content.auto.40">
            <ns1:extLst>
              <ns1:ext uri="{FF2B5EF4-FFF2-40B4-BE49-F238E27FC236}">
                <ns2:creationId id="{A3F939B7-60BC-48F4-9D52-21DD86D4B8C6}"/>
              </ns1:ext>
            </ns1:extLst>
          </ns0:cNvPr>
          <ns0:cNvSpPr>
            <ns1:spLocks noGrp="1"/>
          </ns0:cNvSpPr>
          <ns0:nvPr/>
        </ns0:nvSpPr>
        <ns0:spPr>
          <ns1:xfrm>
            <ns1:off x="5572125" y="315277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6" name="trace:S06:content.auto.41">
            <ns1:extLst>
              <ns1:ext uri="{FF2B5EF4-FFF2-40B4-BE49-F238E27FC236}">
                <ns2:creationId id="{461DE4BE-871A-40D8-85FB-85F6860DC3E9}"/>
              </ns1:ext>
            </ns1:extLst>
          </ns0:cNvPr>
          <ns0:cNvSpPr>
            <ns1:spLocks noGrp="1"/>
          </ns0:cNvSpPr>
          <ns0:nvPr/>
        </ns0:nvSpPr>
        <ns0:spPr>
          <ns1:xfrm>
            <ns1:off x="5572125" y="290512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7" name="trace:S06:content.auto.42">
            <ns1:extLst>
              <ns1:ext uri="{FF2B5EF4-FFF2-40B4-BE49-F238E27FC236}">
                <ns2:creationId id="{A4A4FA01-3A0F-4464-817E-9D68686D44EE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315277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48" name="trace:S06:content.auto.43">
            <ns1:extLst>
              <ns1:ext uri="{FF2B5EF4-FFF2-40B4-BE49-F238E27FC236}">
                <ns2:creationId id="{3F3F8850-551E-441C-A68E-35FBF6541BC6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2762250"/>
            <ns1:ext cx="590550" cy="5905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49" name="trace:S06:content.auto.44">
            <ns1:extLst>
              <ns1:ext uri="{FF2B5EF4-FFF2-40B4-BE49-F238E27FC236}">
                <ns2:creationId id="{19819B01-259E-48EB-BDEE-E4636CD5C9C3}"/>
              </ns1:ext>
            </ns1:extLst>
          </ns0:cNvPr>
          <ns0:cNvSpPr>
            <ns1:spLocks noGrp="1"/>
          </ns0:cNvSpPr>
          <ns0:nvPr/>
        </ns0:nvSpPr>
        <ns0:spPr>
          <ns1:xfrm>
            <ns1:off x="5343525" y="2924175"/>
            <ns1:ext cx="266700" cy="26670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50" name="trace:S06:content.auto.45">
            <ns1:extLst>
              <ns1:ext uri="{FF2B5EF4-FFF2-40B4-BE49-F238E27FC236}">
                <ns2:creationId id="{6703F2E8-BA8A-4752-B726-162AA9B70FC3}"/>
              </ns1:ext>
            </ns1:extLst>
          </ns0:cNvPr>
          <ns0:cNvSpPr>
            <ns1:spLocks noGrp="1"/>
          </ns0:cNvSpPr>
          <ns0:nvPr/>
        </ns0:nvSpPr>
        <ns0:spPr>
          <ns1:xfrm>
            <ns1:off x="5429250" y="3009900"/>
            <ns1:ext cx="95250" cy="952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51" name="trace:S06:content.auto.46">
            <ns1:extLst>
              <ns1:ext uri="{FF2B5EF4-FFF2-40B4-BE49-F238E27FC236}">
                <ns2:creationId id="{32C401D0-F2A5-42A6-AC49-5C9383311DC6}"/>
              </ns1:ext>
            </ns1:extLst>
          </ns0:cNvPr>
          <ns0:cNvSpPr>
            <ns1:spLocks noGrp="1"/>
          </ns0:cNvSpPr>
          <ns0:nvPr/>
        </ns0:nvSpPr>
        <ns0:spPr>
          <ns1:xfrm>
            <ns1:off x="5476875" y="2847975"/>
            <ns1:ext cx="19050" cy="762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2" name="trace:S06:content.auto.47">
            <ns1:extLst>
              <ns1:ext uri="{FF2B5EF4-FFF2-40B4-BE49-F238E27FC236}">
                <ns2:creationId id="{653177E4-27E9-4A97-AD15-F6C8E2957C15}"/>
              </ns1:ext>
            </ns1:extLst>
          </ns0:cNvPr>
          <ns0:cNvSpPr>
            <ns1:spLocks noGrp="1"/>
          </ns0:cNvSpPr>
          <ns0:nvPr/>
        </ns0:nvSpPr>
        <ns0:spPr>
          <ns1:xfrm>
            <ns1:off x="5476875" y="3190875"/>
            <ns1:ext cx="19050" cy="762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3" name="trace:S06:content.auto.48">
            <ns1:extLst>
              <ns1:ext uri="{FF2B5EF4-FFF2-40B4-BE49-F238E27FC236}">
                <ns2:creationId id="{8824D7C9-07BE-4795-8647-C60B23E3FEBF}"/>
              </ns1:ext>
            </ns1:extLst>
          </ns0:cNvPr>
          <ns0:cNvSpPr>
            <ns1:spLocks noGrp="1"/>
          </ns0:cNvSpPr>
          <ns0:nvPr/>
        </ns0:nvSpPr>
        <ns0:spPr>
          <ns1:xfrm>
            <ns1:off x="5267325" y="3057525"/>
            <ns1:ext cx="76200" cy="190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4" name="trace:S06:content.auto.49">
            <ns1:extLst>
              <ns1:ext uri="{FF2B5EF4-FFF2-40B4-BE49-F238E27FC236}">
                <ns2:creationId id="{A1C3DF73-6B3B-4CDF-829B-37A14642866A}"/>
              </ns1:ext>
            </ns1:extLst>
          </ns0:cNvPr>
          <ns0:cNvSpPr>
            <ns1:spLocks noGrp="1"/>
          </ns0:cNvSpPr>
          <ns0:nvPr/>
        </ns0:nvSpPr>
        <ns0:spPr>
          <ns1:xfrm>
            <ns1:off x="5610225" y="3057525"/>
            <ns1:ext cx="76200" cy="190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5" name="trace:S06:content.auto.50">
            <ns1:extLst>
              <ns1:ext uri="{FF2B5EF4-FFF2-40B4-BE49-F238E27FC236}">
                <ns2:creationId id="{E2EE0792-4BB0-418A-9E8A-D57DD17D8E9E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290512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6" name="trace:S06:content.auto.51">
            <ns1:extLst>
              <ns1:ext uri="{FF2B5EF4-FFF2-40B4-BE49-F238E27FC236}">
                <ns2:creationId id="{8DEB6A76-F927-4EAD-9BC4-A229B190D2F0}"/>
              </ns1:ext>
            </ns1:extLst>
          </ns0:cNvPr>
          <ns0:cNvSpPr>
            <ns1:spLocks noGrp="1"/>
          </ns0:cNvSpPr>
          <ns0:nvPr/>
        </ns0:nvSpPr>
        <ns0:spPr>
          <ns1:xfrm>
            <ns1:off x="5572125" y="315277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7" name="trace:S06:content.auto.52">
            <ns1:extLst>
              <ns1:ext uri="{FF2B5EF4-FFF2-40B4-BE49-F238E27FC236}">
                <ns2:creationId id="{66BB12DC-ACD3-4288-AF61-001CA3F3E72D}"/>
              </ns1:ext>
            </ns1:extLst>
          </ns0:cNvPr>
          <ns0:cNvSpPr>
            <ns1:spLocks noGrp="1"/>
          </ns0:cNvSpPr>
          <ns0:nvPr/>
        </ns0:nvSpPr>
        <ns0:spPr>
          <ns1:xfrm>
            <ns1:off x="5572125" y="290512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8" name="trace:S06:content.auto.53">
            <ns1:extLst>
              <ns1:ext uri="{FF2B5EF4-FFF2-40B4-BE49-F238E27FC236}">
                <ns2:creationId id="{433E30E1-3E97-4222-819B-EC43325823DA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3152775"/>
            <ns1:ext cx="57150" cy="571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9" name="trace:S06:title.primary.5">
            <ns1:extLst>
              <ns1:ext uri="{FF2B5EF4-FFF2-40B4-BE49-F238E27FC236}">
                <ns2:creationId id="{14928367-C00B-4791-B6B8-70C19F585731}"/>
              </ns1:ext>
            </ns1:extLst>
          </ns0:cNvPr>
          <ns0:cNvSpPr>
            <ns1:spLocks noGrp="1"/>
          </ns0:cNvSpPr>
          <ns0:nvPr/>
        </ns0:nvSpPr>
        <ns0:spPr>
          <ns1:xfrm>
            <ns1:off x="4505325" y="3590925"/>
            <ns1:ext cx="19431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画面設計・開発</ns1:t>
            </ns1:r>
          </ns1:p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システム構築</ns1:t>
            </ns1:r>
          </ns1:p>
        </ns0:txBody>
      </ns0:sp>
      <ns0:sp>
        <ns0:nvSpPr>
          <ns0:cNvPr id="60" name="trace:S06:content.auto.54">
            <ns1:extLst>
              <ns1:ext uri="{FF2B5EF4-FFF2-40B4-BE49-F238E27FC236}">
                <ns2:creationId id="{33770CE5-DCA1-42DF-B997-F741C95D9279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4229100"/>
            <ns1:ext cx="2028825" cy="523875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61" name="trace:S06:content.auto.55">
            <ns1:extLst>
              <ns1:ext uri="{FF2B5EF4-FFF2-40B4-BE49-F238E27FC236}">
                <ns2:creationId id="{350DA077-D88E-4EF7-8A73-DBE5EB14725A}"/>
              </ns1:ext>
            </ns1:extLst>
          </ns0:cNvPr>
          <ns0:cNvSpPr>
            <ns1:spLocks noGrp="1"/>
          </ns0:cNvSpPr>
          <ns0:nvPr/>
        </ns0:nvSpPr>
        <ns0:spPr>
          <ns1:xfrm>
            <ns1:off x="4562475" y="4343400"/>
            <ns1:ext cx="1762125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4 ～ 8週間</ns1:t>
            </ns1:r>
          </ns1:p>
        </ns0:txBody>
      </ns0:sp>
      <ns0:sp>
        <ns0:nvSpPr>
          <ns0:cNvPr id="62" name="trace:S06:content.auto.56">
            <ns1:extLst>
              <ns1:ext uri="{FF2B5EF4-FFF2-40B4-BE49-F238E27FC236}">
                <ns2:creationId id="{D61BF27F-0CF9-484D-92B6-88875E508C9C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2000250"/>
            <ns1:ext cx="2095500" cy="1457325"/>
          </ns1:xfrm>
          <ns1:custGeom>
            <ns1:pathLst>
              <ns1:path w="2095500" h="1457325">
                <ns1:moveTo>
                  <ns1:pt x="0" y="0"/>
                </ns1:moveTo>
                <ns1:lnTo>
                  <ns1:pt x="1752600" y="0"/>
                </ns1:lnTo>
                <ns1:lnTo>
                  <ns1:pt x="2095500" y="728663"/>
                </ns1:lnTo>
                <ns1:lnTo>
                  <ns1:pt x="1752600" y="1457325"/>
                </ns1:lnTo>
                <ns1:lnTo>
                  <ns1:pt x="0" y="1457325"/>
                </ns1:lnTo>
                <ns1:lnTo>
                  <ns1:pt x="342900" y="728663"/>
                </ns1:lnTo>
                <ns1:close/>
              </ns1:path>
            </ns1:pathLst>
          </ns1:cu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63" name="trace:S06:content.auto.57">
            <ns1:extLst>
              <ns1:ext uri="{FF2B5EF4-FFF2-40B4-BE49-F238E27FC236}">
                <ns2:creationId id="{6E3242EF-8835-4DA3-B0A0-4790B75B9A1F}"/>
              </ns1:ext>
            </ns1:extLst>
          </ns0:cNvPr>
          <ns0:cNvSpPr>
            <ns1:spLocks noGrp="1"/>
          </ns0:cNvSpPr>
          <ns0:nvPr/>
        </ns0:nvSpPr>
        <ns0:spPr>
          <ns1:xfrm>
            <ns1:off x="6743700" y="2143125"/>
            <ns1:ext cx="4953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04</ns1:t>
            </ns1:r>
          </ns1:p>
        </ns0:txBody>
      </ns0:sp>
      <ns0:sp>
        <ns0:nvSpPr>
          <ns0:cNvPr id="64" name="trace:S06:content.auto.58">
            <ns1:extLst>
              <ns1:ext uri="{FF2B5EF4-FFF2-40B4-BE49-F238E27FC236}">
                <ns2:creationId id="{D2800920-2752-4F3D-83E8-7F036B631330}"/>
              </ns1:ext>
            </ns1:extLst>
          </ns0:cNvPr>
          <ns0:cNvSpPr>
            <ns1:spLocks noGrp="1"/>
          </ns0:cNvSpPr>
          <ns0:nvPr/>
        </ns0:nvSpPr>
        <ns0:spPr>
          <ns1:xfrm>
            <ns1:off x="6743700" y="2438400"/>
            <ns1:ext cx="14763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テスト・導入</ns1:t>
            </ns1:r>
          </ns1:p>
        </ns0:txBody>
      </ns0:sp>
      <ns0:sp>
        <ns0:nvSpPr>
          <ns0:cNvPr id="65" name="trace:S06:content.auto.59">
            <ns1:extLst>
              <ns1:ext uri="{FF2B5EF4-FFF2-40B4-BE49-F238E27FC236}">
                <ns2:creationId id="{D22EEB68-46FB-4A57-AF2B-61DF5A52B68B}"/>
              </ns1:ext>
            </ns1:extLst>
          </ns0:cNvPr>
          <ns0:cNvSpPr>
            <ns1:spLocks noGrp="1"/>
          </ns0:cNvSpPr>
          <ns0:nvPr/>
        </ns0:nvSpPr>
        <ns0:spPr>
          <ns1:xfrm>
            <ns1:off x="7305675" y="2905125"/>
            <ns1:ext cx="381000" cy="2762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66" name="trace:S06:content.auto.60">
            <ns1:extLst>
              <ns1:ext uri="{FF2B5EF4-FFF2-40B4-BE49-F238E27FC236}">
                <ns2:creationId id="{9A460463-CCCD-4B2A-B8E9-DEE884663043}"/>
              </ns1:ext>
            </ns1:extLst>
          </ns0:cNvPr>
          <ns0:cNvSpPr>
            <ns1:spLocks noGrp="1"/>
          </ns0:cNvSpPr>
          <ns0:nvPr/>
        </ns0:nvSpPr>
        <ns0:spPr>
          <ns1:xfrm>
            <ns1:off x="7439025" y="3200400"/>
            <ns1:ext cx="114300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67" name="trace:S06:content.auto.61">
            <ns1:extLst>
              <ns1:ext uri="{FF2B5EF4-FFF2-40B4-BE49-F238E27FC236}">
                <ns2:creationId id="{2432BF71-0EF8-4C98-807E-8D2B528588CB}"/>
              </ns1:ext>
            </ns1:extLst>
          </ns0:cNvPr>
          <ns0:cNvSpPr>
            <ns1:spLocks noGrp="1"/>
          </ns0:cNvSpPr>
          <ns0:nvPr/>
        </ns0:nvSpPr>
        <ns0:spPr>
          <ns1:xfrm>
            <ns1:off x="7353300" y="3248025"/>
            <ns1:ext cx="28575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68" name="trace:S06:content.auto.62">
            <ns1:extLst>
              <ns1:ext uri="{FF2B5EF4-FFF2-40B4-BE49-F238E27FC236}">
                <ns2:creationId id="{2547721B-CACD-488C-9914-2C2C8C8D3275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028950"/>
            <ns1:ext cx="104775" cy="76200"/>
          </ns1:xfrm>
          <ns1:custGeom>
            <ns1:pathLst>
              <ns1:path w="104775" h="76200">
                <ns1:moveTo>
                  <ns1:pt x="0" y="38100"/>
                </ns1:moveTo>
                <ns1:lnTo>
                  <ns1:pt x="38100" y="76200"/>
                </ns1:lnTo>
                <ns1:lnTo>
                  <ns1:pt x="104775" y="0"/>
                </ns1:lnTo>
                <ns1:close/>
              </ns1:path>
            </ns1:pathLst>
          </ns1:custGeom>
          <ns1:noFill/>
          <ns1:ln w="19050">
            <ns1:solidFill>
              <ns1:srgbClr val="121820"/>
            </ns1:solidFill>
            <ns1:prstDash val="solid"/>
          </ns1:ln>
        </ns0:spPr>
      </ns0:sp>
      <ns0:sp>
        <ns0:nvSpPr>
          <ns0:cNvPr id="69" name="trace:S06:content.auto.63">
            <ns1:extLst>
              <ns1:ext uri="{FF2B5EF4-FFF2-40B4-BE49-F238E27FC236}">
                <ns2:creationId id="{43A62B6D-8CFB-4AC5-B115-2AE69D42B2B2}"/>
              </ns1:ext>
            </ns1:extLst>
          </ns0:cNvPr>
          <ns0:cNvSpPr>
            <ns1:spLocks noGrp="1"/>
          </ns0:cNvSpPr>
          <ns0:nvPr/>
        </ns0:nvSpPr>
        <ns0:spPr>
          <ns1:xfrm>
            <ns1:off x="7200900" y="2762250"/>
            <ns1:ext cx="590550" cy="5905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70" name="trace:S06:content.auto.64">
            <ns1:extLst>
              <ns1:ext uri="{FF2B5EF4-FFF2-40B4-BE49-F238E27FC236}">
                <ns2:creationId id="{AC215591-6530-474D-8E0F-BC662E1D7833}"/>
              </ns1:ext>
            </ns1:extLst>
          </ns0:cNvPr>
          <ns0:cNvSpPr>
            <ns1:spLocks noGrp="1"/>
          </ns0:cNvSpPr>
          <ns0:nvPr/>
        </ns0:nvSpPr>
        <ns0:spPr>
          <ns1:xfrm>
            <ns1:off x="7305675" y="2905125"/>
            <ns1:ext cx="381000" cy="2762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71" name="trace:S06:content.auto.65">
            <ns1:extLst>
              <ns1:ext uri="{FF2B5EF4-FFF2-40B4-BE49-F238E27FC236}">
                <ns2:creationId id="{6B232777-BAC8-49CF-8DD3-B78771361230}"/>
              </ns1:ext>
            </ns1:extLst>
          </ns0:cNvPr>
          <ns0:cNvSpPr>
            <ns1:spLocks noGrp="1"/>
          </ns0:cNvSpPr>
          <ns0:nvPr/>
        </ns0:nvSpPr>
        <ns0:spPr>
          <ns1:xfrm>
            <ns1:off x="7439025" y="3200400"/>
            <ns1:ext cx="114300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72" name="trace:S06:content.auto.66">
            <ns1:extLst>
              <ns1:ext uri="{FF2B5EF4-FFF2-40B4-BE49-F238E27FC236}">
                <ns2:creationId id="{7892B235-52F5-4D87-B27C-6852EB9D6114}"/>
              </ns1:ext>
            </ns1:extLst>
          </ns0:cNvPr>
          <ns0:cNvSpPr>
            <ns1:spLocks noGrp="1"/>
          </ns0:cNvSpPr>
          <ns0:nvPr/>
        </ns0:nvSpPr>
        <ns0:spPr>
          <ns1:xfrm>
            <ns1:off x="7353300" y="3248025"/>
            <ns1:ext cx="28575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73" name="trace:S06:content.auto.67">
            <ns1:extLst>
              <ns1:ext uri="{FF2B5EF4-FFF2-40B4-BE49-F238E27FC236}">
                <ns2:creationId id="{0D1D1817-A860-4FEE-9800-865C82E10707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3028950"/>
            <ns1:ext cx="104775" cy="76200"/>
          </ns1:xfrm>
          <ns1:custGeom>
            <ns1:pathLst>
              <ns1:path w="104775" h="76200">
                <ns1:moveTo>
                  <ns1:pt x="0" y="38100"/>
                </ns1:moveTo>
                <ns1:lnTo>
                  <ns1:pt x="38100" y="76200"/>
                </ns1:lnTo>
                <ns1:lnTo>
                  <ns1:pt x="104775" y="0"/>
                </ns1:lnTo>
                <ns1:close/>
              </ns1:path>
            </ns1:pathLst>
          </ns1:custGeom>
          <ns1:noFill/>
          <ns1:ln w="19050">
            <ns1:solidFill>
              <ns1:srgbClr val="121820"/>
            </ns1:solidFill>
            <ns1:prstDash val="solid"/>
          </ns1:ln>
        </ns0:spPr>
      </ns0:sp>
      <ns0:sp>
        <ns0:nvSpPr>
          <ns0:cNvPr id="74" name="trace:S06:title.primary.6">
            <ns1:extLst>
              <ns1:ext uri="{FF2B5EF4-FFF2-40B4-BE49-F238E27FC236}">
                <ns2:creationId id="{53C86EFE-DF86-4315-8D7F-1D8519B74DEA}"/>
              </ns1:ext>
            </ns1:extLst>
          </ns0:cNvPr>
          <ns0:cNvSpPr>
            <ns1:spLocks noGrp="1"/>
          </ns0:cNvSpPr>
          <ns0:nvPr/>
        </ns0:nvSpPr>
        <ns0:spPr>
          <ns1:xfrm>
            <ns1:off x="6524625" y="3590925"/>
            <ns1:ext cx="19431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動作検証・ユーザーテスト</ns1:t>
            </ns1:r>
          </ns1:p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本番環境への導入</ns1:t>
            </ns1:r>
          </ns1:p>
        </ns0:txBody>
      </ns0:sp>
      <ns0:sp>
        <ns0:nvSpPr>
          <ns0:cNvPr id="75" name="trace:S06:content.auto.68">
            <ns1:extLst>
              <ns1:ext uri="{FF2B5EF4-FFF2-40B4-BE49-F238E27FC236}">
                <ns2:creationId id="{AE53AA6E-DB67-4882-814F-161A527B1C1F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4229100"/>
            <ns1:ext cx="2028825" cy="523875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76" name="trace:S06:content.auto.69">
            <ns1:extLst>
              <ns1:ext uri="{FF2B5EF4-FFF2-40B4-BE49-F238E27FC236}">
                <ns2:creationId id="{59908F81-1A63-4B4F-953D-1D832915AC27}"/>
              </ns1:ext>
            </ns1:extLst>
          </ns0:cNvPr>
          <ns0:cNvSpPr>
            <ns1:spLocks noGrp="1"/>
          </ns0:cNvSpPr>
          <ns0:nvPr/>
        </ns0:nvSpPr>
        <ns0:spPr>
          <ns1:xfrm>
            <ns1:off x="6581775" y="4343400"/>
            <ns1:ext cx="1762125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2 ～ 3週間</ns1:t>
            </ns1:r>
          </ns1:p>
        </ns0:txBody>
      </ns0:sp>
      <ns0:sp>
        <ns0:nvSpPr>
          <ns0:cNvPr id="77" name="trace:S06:content.auto.70">
            <ns1:extLst>
              <ns1:ext uri="{FF2B5EF4-FFF2-40B4-BE49-F238E27FC236}">
                <ns2:creationId id="{D032026F-445A-47C6-96A4-61DC3A762ED5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2000250"/>
            <ns1:ext cx="2238375" cy="1457325"/>
          </ns1:xfrm>
          <ns1:custGeom>
            <ns1:pathLst>
              <ns1:path w="2238375" h="1457325">
                <ns1:moveTo>
                  <ns1:pt x="0" y="0"/>
                </ns1:moveTo>
                <ns1:lnTo>
                  <ns1:pt x="1895475" y="0"/>
                </ns1:lnTo>
                <ns1:lnTo>
                  <ns1:pt x="2238375" y="728663"/>
                </ns1:lnTo>
                <ns1:lnTo>
                  <ns1:pt x="1895475" y="1457325"/>
                </ns1:lnTo>
                <ns1:lnTo>
                  <ns1:pt x="0" y="1457325"/>
                </ns1:lnTo>
                <ns1:lnTo>
                  <ns1:pt x="342900" y="728663"/>
                </ns1:lnTo>
                <ns1:close/>
              </ns1:path>
            </ns1:pathLst>
          </ns1:cu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78" name="trace:S06:content.auto.71">
            <ns1:extLst>
              <ns1:ext uri="{FF2B5EF4-FFF2-40B4-BE49-F238E27FC236}">
                <ns2:creationId id="{510DAB87-29C0-4F6D-9548-3F0D40E6CF12}"/>
              </ns1:ext>
            </ns1:extLst>
          </ns0:cNvPr>
          <ns0:cNvSpPr>
            <ns1:spLocks noGrp="1"/>
          </ns0:cNvSpPr>
          <ns0:nvPr/>
        </ns0:nvSpPr>
        <ns0:spPr>
          <ns1:xfrm>
            <ns1:off x="8772525" y="2143125"/>
            <ns1:ext cx="4953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05</ns1:t>
            </ns1:r>
          </ns1:p>
        </ns0:txBody>
      </ns0:sp>
      <ns0:sp>
        <ns0:nvSpPr>
          <ns0:cNvPr id="79" name="trace:S06:content.auto.72">
            <ns1:extLst>
              <ns1:ext uri="{FF2B5EF4-FFF2-40B4-BE49-F238E27FC236}">
                <ns2:creationId id="{00B36154-4BBB-447F-8FB0-9B1157D6DF44}"/>
              </ns1:ext>
            </ns1:extLst>
          </ns0:cNvPr>
          <ns0:cNvSpPr>
            <ns1:spLocks noGrp="1"/>
          </ns0:cNvSpPr>
          <ns0:nvPr/>
        </ns0:nvSpPr>
        <ns0:spPr>
          <ns1:xfrm>
            <ns1:off x="8772525" y="2438400"/>
            <ns1:ext cx="1619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6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運用・改善</ns1:t>
            </ns1:r>
          </ns1:p>
        </ns0:txBody>
      </ns0:sp>
      <ns0:sp>
        <ns0:nvSpPr>
          <ns0:cNvPr id="80" name="trace:S06:content.auto.73">
            <ns1:extLst>
              <ns1:ext uri="{FF2B5EF4-FFF2-40B4-BE49-F238E27FC236}">
                <ns2:creationId id="{238E259C-B70E-4A80-961D-51138A773D3D}"/>
              </ns1:ext>
            </ns1:extLst>
          </ns0:cNvPr>
          <ns0:cNvSpPr>
            <ns1:spLocks noGrp="1"/>
          </ns0:cNvSpPr>
          <ns0:nvPr/>
        </ns0:nvSpPr>
        <ns0:spPr>
          <ns1:xfrm>
            <ns1:off x="9391650" y="3009900"/>
            <ns1:ext cx="76200" cy="2381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81" name="trace:S06:content.auto.74">
            <ns1:extLst>
              <ns1:ext uri="{FF2B5EF4-FFF2-40B4-BE49-F238E27FC236}">
                <ns2:creationId id="{F6B3A6B1-2D4B-4A4B-A845-B8FC77919531}"/>
              </ns1:ext>
            </ns1:extLst>
          </ns0:cNvPr>
          <ns0:cNvSpPr>
            <ns1:spLocks noGrp="1"/>
          </ns0:cNvSpPr>
          <ns0:nvPr/>
        </ns0:nvSpPr>
        <ns0:spPr>
          <ns1:xfrm>
            <ns1:off x="9534525" y="2895600"/>
            <ns1:ext cx="76200" cy="3524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82" name="trace:S06:content.auto.75">
            <ns1:extLst>
              <ns1:ext uri="{FF2B5EF4-FFF2-40B4-BE49-F238E27FC236}">
                <ns2:creationId id="{5D68C4DC-417E-47D9-BD17-6A21F4EE21BD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2781300"/>
            <ns1:ext cx="76200" cy="4667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83" name="trace:S06:content.auto.76">
            <ns1:extLst>
              <ns1:ext uri="{FF2B5EF4-FFF2-40B4-BE49-F238E27FC236}">
                <ns2:creationId id="{37A8FC79-1E99-49BF-93AA-448692A23E02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248025"/>
            <ns1:ext cx="47625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84" name="trace:S06:content.auto.77">
            <ns1:extLst>
              <ns1:ext uri="{FF2B5EF4-FFF2-40B4-BE49-F238E27FC236}">
                <ns2:creationId id="{5A588D5A-F266-45F3-AF9C-A524C0044C01}"/>
              </ns1:ext>
            </ns1:extLst>
          </ns0:cNvPr>
          <ns0:cNvSpPr>
            <ns1:spLocks noGrp="1"/>
          </ns0:cNvSpPr>
          <ns0:nvPr/>
        </ns0:nvSpPr>
        <ns0:spPr>
          <ns1:xfrm>
            <ns1:off x="9229725" y="2762250"/>
            <ns1:ext cx="590550" cy="5905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85" name="trace:S06:content.auto.78">
            <ns1:extLst>
              <ns1:ext uri="{FF2B5EF4-FFF2-40B4-BE49-F238E27FC236}">
                <ns2:creationId id="{E71129EE-6662-45B2-84FB-9488E250F988}"/>
              </ns1:ext>
            </ns1:extLst>
          </ns0:cNvPr>
          <ns0:cNvSpPr>
            <ns1:spLocks noGrp="1"/>
          </ns0:cNvSpPr>
          <ns0:nvPr/>
        </ns0:nvSpPr>
        <ns0:spPr>
          <ns1:xfrm>
            <ns1:off x="9391650" y="3009900"/>
            <ns1:ext cx="76200" cy="2381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86" name="trace:S06:content.auto.79">
            <ns1:extLst>
              <ns1:ext uri="{FF2B5EF4-FFF2-40B4-BE49-F238E27FC236}">
                <ns2:creationId id="{02CFE4B0-BD79-4F8F-A9D4-0E469245C699}"/>
              </ns1:ext>
            </ns1:extLst>
          </ns0:cNvPr>
          <ns0:cNvSpPr>
            <ns1:spLocks noGrp="1"/>
          </ns0:cNvSpPr>
          <ns0:nvPr/>
        </ns0:nvSpPr>
        <ns0:spPr>
          <ns1:xfrm>
            <ns1:off x="9534525" y="2895600"/>
            <ns1:ext cx="76200" cy="3524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87" name="trace:S06:content.auto.80">
            <ns1:extLst>
              <ns1:ext uri="{FF2B5EF4-FFF2-40B4-BE49-F238E27FC236}">
                <ns2:creationId id="{683FB3BE-9A34-4948-BC49-8D424B5707BC}"/>
              </ns1:ext>
            </ns1:extLst>
          </ns0:cNvPr>
          <ns0:cNvSpPr>
            <ns1:spLocks noGrp="1"/>
          </ns0:cNvSpPr>
          <ns0:nvPr/>
        </ns0:nvSpPr>
        <ns0:spPr>
          <ns1:xfrm>
            <ns1:off x="9677400" y="2781300"/>
            <ns1:ext cx="76200" cy="4667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88" name="trace:S06:content.auto.81">
            <ns1:extLst>
              <ns1:ext uri="{FF2B5EF4-FFF2-40B4-BE49-F238E27FC236}">
                <ns2:creationId id="{643030FE-9044-409B-814E-8AEDA3B5AA7E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248025"/>
            <ns1:ext cx="47625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89" name="trace:S06:title.primary.7">
            <ns1:extLst>
              <ns1:ext uri="{FF2B5EF4-FFF2-40B4-BE49-F238E27FC236}">
                <ns2:creationId id="{678F487A-0A09-4AFF-ADDF-7E77F282EE4E}"/>
              </ns1:ext>
            </ns1:extLst>
          </ns0:cNvPr>
          <ns0:cNvSpPr>
            <ns1:spLocks noGrp="1"/>
          </ns0:cNvSpPr>
          <ns0:nvPr/>
        </ns0:nvSpPr>
        <ns0:spPr>
          <ns1:xfrm>
            <ns1:off x="8553450" y="3590925"/>
            <ns1:ext cx="2085975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運用サポート</ns1:t>
            </ns1:r>
          </ns1:p>
          <ns1:p>
            <ns1:pPr algn="ctr">
              <ns1:lnSpc>
                <ns1:spcPct val="115000"/>
              </ns1:lnSpc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継続的な改善提案</ns1:t>
            </ns1:r>
          </ns1:p>
        </ns0:txBody>
      </ns0:sp>
      <ns0:sp>
        <ns0:nvSpPr>
          <ns0:cNvPr id="90" name="trace:S06:content.auto.82">
            <ns1:extLst>
              <ns1:ext uri="{FF2B5EF4-FFF2-40B4-BE49-F238E27FC236}">
                <ns2:creationId id="{875BF48E-AF40-4E2A-A731-24B6A49FB4E4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4229100"/>
            <ns1:ext cx="2171700" cy="523875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91" name="trace:S06:content.auto.83">
            <ns1:extLst>
              <ns1:ext uri="{FF2B5EF4-FFF2-40B4-BE49-F238E27FC236}">
                <ns2:creationId id="{027A6D2E-3FA7-403C-B74B-DE4A09F3D93A}"/>
              </ns1:ext>
            </ns1:extLst>
          </ns0:cNvPr>
          <ns0:cNvSpPr>
            <ns1:spLocks noGrp="1"/>
          </ns0:cNvSpPr>
          <ns0:nvPr/>
        </ns0:nvSpPr>
        <ns0:spPr>
          <ns1:xfrm>
            <ns1:off x="8610600" y="4343400"/>
            <ns1:ext cx="190500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継続</ns1:t>
            </ns1:r>
          </ns1:p>
        </ns0:txBody>
      </ns0:sp>
      <ns0:sp>
        <ns0:nvSpPr>
          <ns0:cNvPr id="92" name="trace:S06:content.auto.84">
            <ns1:extLst>
              <ns1:ext uri="{FF2B5EF4-FFF2-40B4-BE49-F238E27FC236}">
                <ns2:creationId id="{E96AFFEB-7366-42CF-A64F-10947FDC9D30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1933575"/>
            <ns1:ext cx="4552950" cy="31242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CFD7DC"/>
            </ns1:solidFill>
            <ns1:prstDash val="solid"/>
          </ns1:ln>
        </ns0:spPr>
      </ns0:sp>
      <ns0:sp>
        <ns0:nvSpPr>
          <ns0:cNvPr id="93" name="trace:S06:content.auto.85">
            <ns1:extLst>
              <ns1:ext uri="{FF2B5EF4-FFF2-40B4-BE49-F238E27FC236}">
                <ns2:creationId id="{25E4978B-1108-4BBC-8A79-30B63B38C30F}"/>
              </ns1:ext>
            </ns1:extLst>
          </ns0:cNvPr>
          <ns0:cNvSpPr>
            <ns1:spLocks noGrp="1"/>
          </ns0:cNvSpPr>
          <ns0:nvPr/>
        </ns0:nvSpPr>
        <ns0:spPr>
          <ns1:xfrm>
            <ns1:off x="11010900" y="2047875"/>
            <ns1:ext cx="381000" cy="381000"/>
          </ns1:xfrm>
          <ns1:prstGeom prst="ellipse">
            <ns1:avLst/>
          </ns1:prstGeom>
          <ns1:noFill/>
          <ns1:ln w="28575">
            <ns1:solidFill>
              <ns1:srgbClr val="E51D27"/>
            </ns1:solidFill>
            <ns1:prstDash val="solid"/>
          </ns1:ln>
        </ns0:spPr>
      </ns0:sp>
      <ns0:sp>
        <ns0:nvSpPr>
          <ns0:cNvPr id="94" name="trace:S06:content.auto.86">
            <ns1:extLst>
              <ns1:ext uri="{FF2B5EF4-FFF2-40B4-BE49-F238E27FC236}">
                <ns2:creationId id="{0F597AFE-C1B9-4DE8-945A-8DC53FACC15F}"/>
              </ns1:ext>
            </ns1:extLst>
          </ns0:cNvPr>
          <ns0:cNvSpPr>
            <ns1:spLocks noGrp="1"/>
          </ns0:cNvSpPr>
          <ns0:nvPr/>
        </ns0:nvSpPr>
        <ns0:spPr>
          <ns1:xfrm>
            <ns1:off x="11096625" y="2133600"/>
            <ns1:ext cx="209550" cy="209550"/>
          </ns1:xfrm>
          <ns1:prstGeom prst="ellipse">
            <ns1:avLst/>
          </ns1:prstGeom>
          <ns1:noFill/>
          <ns1:ln w="28575">
            <ns1:solidFill>
              <ns1:srgbClr val="E51D27"/>
            </ns1:solidFill>
            <ns1:prstDash val="solid"/>
          </ns1:ln>
        </ns0:spPr>
      </ns0:sp>
      <ns0:sp>
        <ns0:nvSpPr>
          <ns0:cNvPr id="95" name="trace:S06:content.auto.87">
            <ns1:extLst>
              <ns1:ext uri="{FF2B5EF4-FFF2-40B4-BE49-F238E27FC236}">
                <ns2:creationId id="{060384BC-B487-488B-9F74-82444A186E24}"/>
              </ns1:ext>
            </ns1:extLst>
          </ns0:cNvPr>
          <ns0:cNvSpPr>
            <ns1:spLocks noGrp="1"/>
          </ns0:cNvSpPr>
          <ns0:nvPr/>
        </ns0:nvSpPr>
        <ns0:spPr>
          <ns1:xfrm>
            <ns1:off x="11172825" y="2209800"/>
            <ns1:ext cx="57150" cy="571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96" name="trace:S06:content.auto.88">
            <ns1:extLst>
              <ns1:ext uri="{FF2B5EF4-FFF2-40B4-BE49-F238E27FC236}">
                <ns2:creationId id="{85360CF6-0F7F-4063-8E19-A3AF83337F67}"/>
              </ns1:ext>
            </ns1:extLst>
          </ns0:cNvPr>
          <ns0:cNvSpPr>
            <ns1:spLocks noGrp="1"/>
          </ns0:cNvSpPr>
          <ns0:nvPr/>
        </ns0:nvSpPr>
        <ns0:spPr>
          <ns1:xfrm>
            <ns1:off x="11287125" y="2000250"/>
            <ns1:ext cx="28575" cy="476250"/>
          </ns1:xfrm>
          <ns1:prstGeom prst="rect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97" name="trace:S06:content.auto.89">
            <ns1:extLst>
              <ns1:ext uri="{FF2B5EF4-FFF2-40B4-BE49-F238E27FC236}">
                <ns2:creationId id="{B4AD7CE0-2DD2-4DE4-A160-F9E247148564}"/>
              </ns1:ext>
            </ns1:extLst>
          </ns0:cNvPr>
          <ns0:cNvSpPr>
            <ns1:spLocks noGrp="1"/>
          </ns0:cNvSpPr>
          <ns0:nvPr/>
        </ns0:nvSpPr>
        <ns0:spPr>
          <ns1:xfrm>
            <ns1:off x="10963275" y="2228850"/>
            <ns1:ext cx="476250" cy="28575"/>
          </ns1:xfrm>
          <ns1:prstGeom prst="rect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98" name="trace:S06:title.primary.8">
            <ns1:extLst>
              <ns1:ext uri="{FF2B5EF4-FFF2-40B4-BE49-F238E27FC236}">
                <ns2:creationId id="{CB3F55C4-71AC-4970-A2FA-19BD0736E4A1}"/>
              </ns1:ext>
            </ns1:extLst>
          </ns0:cNvPr>
          <ns0:cNvSpPr>
            <ns1:spLocks noGrp="1"/>
          </ns0:cNvSpPr>
          <ns0:nvPr/>
        </ns0:nvSpPr>
        <ns0:spPr>
          <ns1:xfrm>
            <ns1:off x="11563350" y="2095500"/>
            <ns1:ext cx="2952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80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期待される効果</ns1:t>
            </ns1:r>
          </ns1:p>
        </ns0:txBody>
      </ns0:sp>
      <ns0:sp>
        <ns0:nvSpPr>
          <ns0:cNvPr id="99" name="trace:S06:content.auto.90">
            <ns1:extLst>
              <ns1:ext uri="{FF2B5EF4-FFF2-40B4-BE49-F238E27FC236}">
                <ns2:creationId id="{48DFD12E-06E9-434D-A9CF-DE4B963E9254}"/>
              </ns1:ext>
            </ns1:extLst>
          </ns0:cNvPr>
          <ns0:cNvSpPr>
            <ns1:spLocks noGrp="1"/>
          </ns0:cNvSpPr>
          <ns0:nvPr/>
        </ns0:nvSpPr>
        <ns0:spPr>
          <ns1:xfrm>
            <ns1:off x="11001375" y="2514600"/>
            <ns1:ext cx="4210050" cy="9525"/>
          </ns1:xfrm>
          <ns1:prstGeom prst="rect">
            <ns1:avLst/>
          </ns1:prstGeom>
          <ns1:solidFill>
            <ns1:srgbClr val="CFD7DC"/>
          </ns1:solidFill>
          <ns1:ln w="0">
            <ns1:noFill/>
            <ns1:prstDash val="solid"/>
          </ns1:ln>
        </ns0:spPr>
      </ns0:sp>
      <ns0:sp>
        <ns0:nvSpPr>
          <ns0:cNvPr id="100" name="trace:S06:content.auto.91">
            <ns1:extLst>
              <ns1:ext uri="{FF2B5EF4-FFF2-40B4-BE49-F238E27FC236}">
                <ns2:creationId id="{10EEA3B9-7501-4302-97B2-334668A67F08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2695575"/>
            <ns1:ext cx="419100" cy="41910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01" name="trace:S06:content.auto.92">
            <ns1:extLst>
              <ns1:ext uri="{FF2B5EF4-FFF2-40B4-BE49-F238E27FC236}">
                <ns2:creationId id="{DFFA368A-C17A-4DBB-96E0-15B1A4095BD1}"/>
              </ns1:ext>
            </ns1:extLst>
          </ns0:cNvPr>
          <ns0:cNvSpPr>
            <ns1:spLocks noGrp="1"/>
          </ns0:cNvSpPr>
          <ns0:nvPr/>
        </ns0:nvSpPr>
        <ns0:spPr>
          <ns1:xfrm>
            <ns1:off x="11353800" y="2762250"/>
            <ns1:ext cx="38100" cy="16192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02" name="trace:S06:content.auto.93">
            <ns1:extLst>
              <ns1:ext uri="{FF2B5EF4-FFF2-40B4-BE49-F238E27FC236}">
                <ns2:creationId id="{4F8E5AB8-D37B-4AC9-A177-88E5CA72A7F4}"/>
              </ns1:ext>
            </ns1:extLst>
          </ns0:cNvPr>
          <ns0:cNvSpPr>
            <ns1:spLocks noGrp="1"/>
          </ns0:cNvSpPr>
          <ns0:nvPr/>
        </ns0:nvSpPr>
        <ns0:spPr>
          <ns1:xfrm>
            <ns1:off x="11372850" y="2905125"/>
            <ns1:ext cx="142875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03" name="trace:S06:content.auto.94">
            <ns1:extLst>
              <ns1:ext uri="{FF2B5EF4-FFF2-40B4-BE49-F238E27FC236}">
                <ns2:creationId id="{F1E5ED87-5BC2-4FC4-91A3-BE4256F444DF}"/>
              </ns1:ext>
            </ns1:extLst>
          </ns0:cNvPr>
          <ns0:cNvSpPr>
            <ns1:spLocks noGrp="1"/>
          </ns0:cNvSpPr>
          <ns0:nvPr/>
        </ns0:nvSpPr>
        <ns0:spPr>
          <ns1:xfrm>
            <ns1:off x="11839575" y="2743200"/>
            <ns1:ext cx="1285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業務効率化</ns1:t>
            </ns1:r>
          </ns1:p>
        </ns0:txBody>
      </ns0:sp>
      <ns0:sp>
        <ns0:nvSpPr>
          <ns0:cNvPr id="104" name="trace:S06:content.auto.95">
            <ns1:extLst>
              <ns1:ext uri="{FF2B5EF4-FFF2-40B4-BE49-F238E27FC236}">
                <ns2:creationId id="{6DA9D8C0-EF64-4831-B96E-7F8735341CAF}"/>
              </ns1:ext>
            </ns1:extLst>
          </ns0:cNvPr>
          <ns0:cNvSpPr>
            <ns1:spLocks noGrp="1"/>
          </ns0:cNvSpPr>
          <ns0:nvPr/>
        </ns0:nvSpPr>
        <ns0:spPr>
          <ns1:xfrm>
            <ns1:off x="13115925" y="2667000"/>
            <ns1:ext cx="9525" cy="561975"/>
          </ns1:xfrm>
          <ns1:prstGeom prst="rect">
            <ns1:avLst/>
          </ns1:prstGeom>
          <ns1:solidFill>
            <ns1:srgbClr val="CFD7DC"/>
          </ns1:solidFill>
          <ns1:ln w="0">
            <ns1:noFill/>
            <ns1:prstDash val="solid"/>
          </ns1:ln>
        </ns0:spPr>
      </ns0:sp>
      <ns0:sp>
        <ns0:nvSpPr>
          <ns0:cNvPr id="105" name="trace:S06:title.primary.9">
            <ns1:extLst>
              <ns1:ext uri="{FF2B5EF4-FFF2-40B4-BE49-F238E27FC236}">
                <ns2:creationId id="{46288AD7-841D-4A43-9405-B9AF7E5B3489}"/>
              </ns1:ext>
            </ns1:extLst>
          </ns0:cNvPr>
          <ns0:cNvSpPr>
            <ns1:spLocks noGrp="1"/>
          </ns0:cNvSpPr>
          <ns0:nvPr/>
        </ns0:nvSpPr>
        <ns0:spPr>
          <ns1:xfrm>
            <ns1:off x="13249275" y="2667000"/>
            <ns1:ext cx="195262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0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資料作成時間を</ns1:t>
            </ns1:r>
          </ns1:p>
        </ns0:txBody>
      </ns0:sp>
      <ns0:sp>
        <ns0:nvSpPr>
          <ns0:cNvPr id="106" name="trace:S06:content.auto.96">
            <ns1:extLst>
              <ns1:ext uri="{FF2B5EF4-FFF2-40B4-BE49-F238E27FC236}">
                <ns2:creationId id="{5BD91CD0-D604-4B79-803B-CE06C5BEAA68}"/>
              </ns1:ext>
            </ns1:extLst>
          </ns0:cNvPr>
          <ns0:cNvSpPr>
            <ns1:spLocks noGrp="1"/>
          </ns0:cNvSpPr>
          <ns0:nvPr/>
        </ns0:nvSpPr>
        <ns0:spPr>
          <ns1:xfrm>
            <ns1:off x="13430250" y="2914650"/>
            <ns1:ext cx="17621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20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約70%削減</ns1:t>
            </ns1:r>
          </ns1:p>
        </ns0:txBody>
      </ns0:sp>
      <ns0:sp>
        <ns0:nvSpPr>
          <ns0:cNvPr id="107" name="trace:S06:content.auto.97">
            <ns1:extLst>
              <ns1:ext uri="{FF2B5EF4-FFF2-40B4-BE49-F238E27FC236}">
                <ns2:creationId id="{1285A9CD-34B3-4884-9F61-1FC080FF9025}"/>
              </ns1:ext>
            </ns1:extLst>
          </ns0:cNvPr>
          <ns0:cNvSpPr>
            <ns1:spLocks noGrp="1"/>
          </ns0:cNvSpPr>
          <ns0:nvPr/>
        </ns0:nvSpPr>
        <ns0:spPr>
          <ns1:xfrm>
            <ns1:off x="11001375" y="3362325"/>
            <ns1:ext cx="4210050" cy="9525"/>
          </ns1:xfrm>
          <ns1:prstGeom prst="rect">
            <ns1:avLst/>
          </ns1:prstGeom>
          <ns1:solidFill>
            <ns1:srgbClr val="CFD7DC"/>
          </ns1:solidFill>
          <ns1:ln w="0">
            <ns1:noFill/>
            <ns1:prstDash val="solid"/>
          </ns1:ln>
        </ns0:spPr>
      </ns0:sp>
      <ns0:sp>
        <ns0:nvSpPr>
          <ns0:cNvPr id="108" name="trace:S06:content.auto.98">
            <ns1:extLst>
              <ns1:ext uri="{FF2B5EF4-FFF2-40B4-BE49-F238E27FC236}">
                <ns2:creationId id="{168F3CA1-005A-424E-93CA-278DB330D2CF}"/>
              </ns1:ext>
            </ns1:extLst>
          </ns0:cNvPr>
          <ns0:cNvSpPr>
            <ns1:spLocks noGrp="1"/>
          </ns0:cNvSpPr>
          <ns0:nvPr/>
        </ns0:nvSpPr>
        <ns0:spPr>
          <ns1:xfrm>
            <ns1:off x="11287125" y="3486150"/>
            <ns1:ext cx="171450" cy="1714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09" name="trace:S06:content.auto.99">
            <ns1:extLst>
              <ns1:ext uri="{FF2B5EF4-FFF2-40B4-BE49-F238E27FC236}">
                <ns2:creationId id="{484E755B-2179-40A1-8334-F792D3754DF6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3552825"/>
            <ns1:ext cx="133350" cy="1333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10" name="trace:S06:content.auto.100">
            <ns1:extLst>
              <ns1:ext uri="{FF2B5EF4-FFF2-40B4-BE49-F238E27FC236}">
                <ns2:creationId id="{CC323C0D-FEAE-4698-96FB-03ED9C2FC3BC}"/>
              </ns1:ext>
            </ns1:extLst>
          </ns0:cNvPr>
          <ns0:cNvSpPr>
            <ns1:spLocks noGrp="1"/>
          </ns0:cNvSpPr>
          <ns0:nvPr/>
        </ns0:nvSpPr>
        <ns0:spPr>
          <ns1:xfrm>
            <ns1:off x="11506200" y="3552825"/>
            <ns1:ext cx="133350" cy="1333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11" name="trace:S06:content.auto.101">
            <ns1:extLst>
              <ns1:ext uri="{FF2B5EF4-FFF2-40B4-BE49-F238E27FC236}">
                <ns2:creationId id="{53797DF0-0CDD-4091-9C26-7F4D190A208E}"/>
              </ns1:ext>
            </ns1:extLst>
          </ns0:cNvPr>
          <ns0:cNvSpPr>
            <ns1:spLocks noGrp="1"/>
          </ns0:cNvSpPr>
          <ns0:nvPr/>
        </ns0:nvSpPr>
        <ns0:spPr>
          <ns1:xfrm>
            <ns1:off x="11191875" y="3695700"/>
            <ns1:ext cx="361950" cy="228600"/>
          </ns1:xfrm>
          <ns1:custGeom>
            <ns1:pathLst>
              <ns1:path w="361950" h="228600">
                <ns1:moveTo>
                  <ns1:pt x="0" y="228600"/>
                </ns1:moveTo>
                <ns1:lnTo>
                  <ns1:pt x="28575" y="66675"/>
                </ns1:lnTo>
                <ns1:lnTo>
                  <ns1:pt x="114300" y="0"/>
                </ns1:lnTo>
                <ns1:lnTo>
                  <ns1:pt x="247650" y="0"/>
                </ns1:lnTo>
                <ns1:lnTo>
                  <ns1:pt x="333375" y="66675"/>
                </ns1:lnTo>
                <ns1:lnTo>
                  <ns1:pt x="361950" y="228600"/>
                </ns1:lnTo>
                <ns1:close/>
              </ns1:path>
            </ns1:pathLst>
          </ns1:cu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12" name="trace:S06:content.auto.102">
            <ns1:extLst>
              <ns1:ext uri="{FF2B5EF4-FFF2-40B4-BE49-F238E27FC236}">
                <ns2:creationId id="{14F7BA3E-EEC4-4DA5-9A5B-DF0A02960C4D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0" y="3714750"/>
            <ns1:ext cx="171450" cy="171450"/>
          </ns1:xfrm>
          <ns1:custGeom>
            <ns1:pathLst>
              <ns1:path w="171450" h="171450">
                <ns1:moveTo>
                  <ns1:pt x="0" y="180975"/>
                </ns1:moveTo>
                <ns1:lnTo>
                  <ns1:pt x="28575" y="76200"/>
                </ns1:lnTo>
                <ns1:lnTo>
                  <ns1:pt x="85725" y="28575"/>
                </ns1:lnTo>
                <ns1:lnTo>
                  <ns1:pt x="142875" y="76200"/>
                </ns1:lnTo>
                <ns1:lnTo>
                  <ns1:pt x="171450" y="180975"/>
                </ns1:lnTo>
                <ns1:close/>
              </ns1:path>
            </ns1:pathLst>
          </ns1:custGeom>
          <ns1:noFill/>
          <ns1:ln w="19050">
            <ns1:solidFill>
              <ns1:srgbClr val="121820"/>
            </ns1:solidFill>
            <ns1:prstDash val="solid"/>
          </ns1:ln>
        </ns0:spPr>
      </ns0:sp>
      <ns0:sp>
        <ns0:nvSpPr>
          <ns0:cNvPr id="113" name="trace:S06:content.auto.103">
            <ns1:extLst>
              <ns1:ext uri="{FF2B5EF4-FFF2-40B4-BE49-F238E27FC236}">
                <ns2:creationId id="{836C9874-F7BD-465C-8176-3C480D4C7CAA}"/>
              </ns1:ext>
            </ns1:extLst>
          </ns0:cNvPr>
          <ns0:cNvSpPr>
            <ns1:spLocks noGrp="1"/>
          </ns0:cNvSpPr>
          <ns0:nvPr/>
        </ns0:nvSpPr>
        <ns0:spPr>
          <ns1:xfrm>
            <ns1:off x="11525250" y="3714750"/>
            <ns1:ext cx="171450" cy="171450"/>
          </ns1:xfrm>
          <ns1:custGeom>
            <ns1:pathLst>
              <ns1:path w="171450" h="171450">
                <ns1:moveTo>
                  <ns1:pt x="0" y="180975"/>
                </ns1:moveTo>
                <ns1:lnTo>
                  <ns1:pt x="28575" y="76200"/>
                </ns1:lnTo>
                <ns1:lnTo>
                  <ns1:pt x="85725" y="28575"/>
                </ns1:lnTo>
                <ns1:lnTo>
                  <ns1:pt x="142875" y="76200"/>
                </ns1:lnTo>
                <ns1:lnTo>
                  <ns1:pt x="171450" y="180975"/>
                </ns1:lnTo>
                <ns1:close/>
              </ns1:path>
            </ns1:pathLst>
          </ns1:custGeom>
          <ns1:noFill/>
          <ns1:ln w="19050">
            <ns1:solidFill>
              <ns1:srgbClr val="121820"/>
            </ns1:solidFill>
            <ns1:prstDash val="solid"/>
          </ns1:ln>
        </ns0:spPr>
      </ns0:sp>
      <ns0:sp>
        <ns0:nvSpPr>
          <ns0:cNvPr id="114" name="trace:S06:content.auto.104">
            <ns1:extLst>
              <ns1:ext uri="{FF2B5EF4-FFF2-40B4-BE49-F238E27FC236}">
                <ns2:creationId id="{D4EED89F-9FC1-40E3-9212-9A4E7BB3A770}"/>
              </ns1:ext>
            </ns1:extLst>
          </ns0:cNvPr>
          <ns0:cNvSpPr>
            <ns1:spLocks noGrp="1"/>
          </ns0:cNvSpPr>
          <ns0:nvPr/>
        </ns0:nvSpPr>
        <ns0:spPr>
          <ns1:xfrm>
            <ns1:off x="11839575" y="3543300"/>
            <ns1:ext cx="1285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提案数の増加</ns1:t>
            </ns1:r>
          </ns1:p>
        </ns0:txBody>
      </ns0:sp>
      <ns0:sp>
        <ns0:nvSpPr>
          <ns0:cNvPr id="115" name="trace:S06:content.auto.105">
            <ns1:extLst>
              <ns1:ext uri="{FF2B5EF4-FFF2-40B4-BE49-F238E27FC236}">
                <ns2:creationId id="{E266B30B-DAFA-400D-8409-001C530D0B44}"/>
              </ns1:ext>
            </ns1:extLst>
          </ns0:cNvPr>
          <ns0:cNvSpPr>
            <ns1:spLocks noGrp="1"/>
          </ns0:cNvSpPr>
          <ns0:nvPr/>
        </ns0:nvSpPr>
        <ns0:spPr>
          <ns1:xfrm>
            <ns1:off x="13115925" y="3467100"/>
            <ns1:ext cx="9525" cy="561975"/>
          </ns1:xfrm>
          <ns1:prstGeom prst="rect">
            <ns1:avLst/>
          </ns1:prstGeom>
          <ns1:solidFill>
            <ns1:srgbClr val="CFD7DC"/>
          </ns1:solidFill>
          <ns1:ln w="0">
            <ns1:noFill/>
            <ns1:prstDash val="solid"/>
          </ns1:ln>
        </ns0:spPr>
      </ns0:sp>
      <ns0:sp>
        <ns0:nvSpPr>
          <ns0:cNvPr id="116" name="trace:S06:title.primary.10">
            <ns1:extLst>
              <ns1:ext uri="{FF2B5EF4-FFF2-40B4-BE49-F238E27FC236}">
                <ns2:creationId id="{28146054-07E6-41F6-95F4-046FBCD004AA}"/>
              </ns1:ext>
            </ns1:extLst>
          </ns0:cNvPr>
          <ns0:cNvSpPr>
            <ns1:spLocks noGrp="1"/>
          </ns0:cNvSpPr>
          <ns0:nvPr/>
        </ns0:nvSpPr>
        <ns0:spPr>
          <ns1:xfrm>
            <ns1:off x="13249275" y="3467100"/>
            <ns1:ext cx="195262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0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より多くの案件への提案が可能に</ns1:t>
            </ns1:r>
          </ns1:p>
        </ns0:txBody>
      </ns0:sp>
      <ns0:sp>
        <ns0:nvSpPr>
          <ns0:cNvPr id="117" name="trace:S06:content.auto.106">
            <ns1:extLst>
              <ns1:ext uri="{FF2B5EF4-FFF2-40B4-BE49-F238E27FC236}">
                <ns2:creationId id="{54568A88-0BE4-4A90-A44C-54820B7C4851}"/>
              </ns1:ext>
            </ns1:extLst>
          </ns0:cNvPr>
          <ns0:cNvSpPr>
            <ns1:spLocks noGrp="1"/>
          </ns0:cNvSpPr>
          <ns0:nvPr/>
        </ns0:nvSpPr>
        <ns0:spPr>
          <ns1:xfrm>
            <ns1:off x="13430250" y="3714750"/>
            <ns1:ext cx="17621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20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約1.5倍</ns1:t>
            </ns1:r>
          </ns1:p>
        </ns0:txBody>
      </ns0:sp>
      <ns0:sp>
        <ns0:nvSpPr>
          <ns0:cNvPr id="118" name="trace:S06:content.auto.107">
            <ns1:extLst>
              <ns1:ext uri="{FF2B5EF4-FFF2-40B4-BE49-F238E27FC236}">
                <ns2:creationId id="{6A991F8D-DDF4-4698-B94E-2701BB48520F}"/>
              </ns1:ext>
            </ns1:extLst>
          </ns0:cNvPr>
          <ns0:cNvSpPr>
            <ns1:spLocks noGrp="1"/>
          </ns0:cNvSpPr>
          <ns0:nvPr/>
        </ns0:nvSpPr>
        <ns0:spPr>
          <ns1:xfrm>
            <ns1:off x="11001375" y="4210050"/>
            <ns1:ext cx="4210050" cy="9525"/>
          </ns1:xfrm>
          <ns1:prstGeom prst="rect">
            <ns1:avLst/>
          </ns1:prstGeom>
          <ns1:solidFill>
            <ns1:srgbClr val="CFD7DC"/>
          </ns1:solidFill>
          <ns1:ln w="0">
            <ns1:noFill/>
            <ns1:prstDash val="solid"/>
          </ns1:ln>
        </ns0:spPr>
      </ns0:sp>
      <ns0:sp>
        <ns0:nvSpPr>
          <ns0:cNvPr id="119" name="trace:S06:content.auto.108">
            <ns1:extLst>
              <ns1:ext uri="{FF2B5EF4-FFF2-40B4-BE49-F238E27FC236}">
                <ns2:creationId id="{B5987AAF-90DA-426B-86BA-71EAE25992A7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4514850"/>
            <ns1:ext cx="76200" cy="2381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20" name="trace:S06:content.auto.109">
            <ns1:extLst>
              <ns1:ext uri="{FF2B5EF4-FFF2-40B4-BE49-F238E27FC236}">
                <ns2:creationId id="{4D8987F3-74BD-4B6D-861D-349A55679593}"/>
              </ns1:ext>
            </ns1:extLst>
          </ns0:cNvPr>
          <ns0:cNvSpPr>
            <ns1:spLocks noGrp="1"/>
          </ns0:cNvSpPr>
          <ns0:nvPr/>
        </ns0:nvSpPr>
        <ns0:spPr>
          <ns1:xfrm>
            <ns1:off x="11325225" y="4400550"/>
            <ns1:ext cx="76200" cy="3524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21" name="trace:S06:content.auto.110">
            <ns1:extLst>
              <ns1:ext uri="{FF2B5EF4-FFF2-40B4-BE49-F238E27FC236}">
                <ns2:creationId id="{8AC6F209-B6A7-467E-AE5D-CBB82A1F1FF1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4286250"/>
            <ns1:ext cx="76200" cy="4667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22" name="trace:S06:content.auto.111">
            <ns1:extLst>
              <ns1:ext uri="{FF2B5EF4-FFF2-40B4-BE49-F238E27FC236}">
                <ns2:creationId id="{9B762698-6C05-4686-9BDE-A3963473D7A3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0" y="4752975"/>
            <ns1:ext cx="47625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23" name="trace:S06:content.auto.112">
            <ns1:extLst>
              <ns1:ext uri="{FF2B5EF4-FFF2-40B4-BE49-F238E27FC236}">
                <ns2:creationId id="{4318F46E-C5C5-4C7A-8EDE-7A32A91EAD2E}"/>
              </ns1:ext>
            </ns1:extLst>
          </ns0:cNvPr>
          <ns0:cNvSpPr>
            <ns1:spLocks noGrp="1"/>
          </ns0:cNvSpPr>
          <ns0:nvPr/>
        </ns0:nvSpPr>
        <ns0:spPr>
          <ns1:xfrm>
            <ns1:off x="11791950" y="4371975"/>
            <ns1:ext cx="13239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受注確度の向上</ns1:t>
            </ns1:r>
          </ns1:p>
        </ns0:txBody>
      </ns0:sp>
      <ns0:sp>
        <ns0:nvSpPr>
          <ns0:cNvPr id="124" name="trace:S06:content.auto.113">
            <ns1:extLst>
              <ns1:ext uri="{FF2B5EF4-FFF2-40B4-BE49-F238E27FC236}">
                <ns2:creationId id="{8FC91897-D404-4AF1-AC86-D0422DC3E902}"/>
              </ns1:ext>
            </ns1:extLst>
          </ns0:cNvPr>
          <ns0:cNvSpPr>
            <ns1:spLocks noGrp="1"/>
          </ns0:cNvSpPr>
          <ns0:nvPr/>
        </ns0:nvSpPr>
        <ns0:spPr>
          <ns1:xfrm>
            <ns1:off x="13115925" y="4267200"/>
            <ns1:ext cx="9525" cy="561975"/>
          </ns1:xfrm>
          <ns1:prstGeom prst="rect">
            <ns1:avLst/>
          </ns1:prstGeom>
          <ns1:solidFill>
            <ns1:srgbClr val="CFD7DC"/>
          </ns1:solidFill>
          <ns1:ln w="0">
            <ns1:noFill/>
            <ns1:prstDash val="solid"/>
          </ns1:ln>
        </ns0:spPr>
      </ns0:sp>
      <ns0:sp>
        <ns0:nvSpPr>
          <ns0:cNvPr id="125" name="trace:S06:content.auto.114">
            <ns1:extLst>
              <ns1:ext uri="{FF2B5EF4-FFF2-40B4-BE49-F238E27FC236}">
                <ns2:creationId id="{4FD71A1D-0C53-418B-8ECA-622AF6AF1EEA}"/>
              </ns1:ext>
            </ns1:extLst>
          </ns0:cNvPr>
          <ns0:cNvSpPr>
            <ns1:spLocks noGrp="1"/>
          </ns0:cNvSpPr>
          <ns0:nvPr/>
        </ns0:nvSpPr>
        <ns0:spPr>
          <ns1:xfrm>
            <ns1:off x="13249275" y="4314825"/>
            <ns1:ext cx="1952625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0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データに基づく訴求で</ns1:t>
            </ns1:r>
          </ns1:p>
        </ns0:txBody>
      </ns0:sp>
      <ns0:sp>
        <ns0:nvSpPr>
          <ns0:cNvPr id="126" name="trace:S06:content.auto.115">
            <ns1:extLst>
              <ns1:ext uri="{FF2B5EF4-FFF2-40B4-BE49-F238E27FC236}">
                <ns2:creationId id="{FE1DBDB2-AAE8-45FB-8005-0FAA192CA754}"/>
              </ns1:ext>
            </ns1:extLst>
          </ns0:cNvPr>
          <ns0:cNvSpPr>
            <ns1:spLocks noGrp="1"/>
          </ns0:cNvSpPr>
          <ns0:nvPr/>
        </ns0:nvSpPr>
        <ns0:spPr>
          <ns1:xfrm>
            <ns1:off x="13430250" y="4562475"/>
            <ns1:ext cx="17621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20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約20%向上</ns1:t>
            </ns1:r>
          </ns1:p>
        </ns0:txBody>
      </ns0:sp>
      <ns0:sp>
        <ns0:nvSpPr>
          <ns0:cNvPr id="127" name="trace:S06:content.auto.116">
            <ns1:extLst>
              <ns1:ext uri="{FF2B5EF4-FFF2-40B4-BE49-F238E27FC236}">
                <ns2:creationId id="{59B53705-25E5-4303-8900-0F7369E20274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5133975"/>
            <ns1:ext cx="10096500" cy="2457450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128" name="trace:S06:content.auto.117">
            <ns1:extLst>
              <ns1:ext uri="{FF2B5EF4-FFF2-40B4-BE49-F238E27FC236}">
                <ns2:creationId id="{D517F7A6-B660-4D9F-B644-9484016E3FB5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5248275"/>
            <ns1:ext cx="285750" cy="390525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29" name="trace:S06:content.auto.118">
            <ns1:extLst>
              <ns1:ext uri="{FF2B5EF4-FFF2-40B4-BE49-F238E27FC236}">
                <ns2:creationId id="{1D6DBCD0-068C-476D-B5B0-AFCE78C2E843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248275"/>
            <ns1:ext cx="133350" cy="133350"/>
          </ns1:xfrm>
          <ns1:custGeom>
            <ns1:pathLst>
              <ns1:path w="133350" h="133350">
                <ns1:moveTo>
                  <ns1:pt x="0" y="0"/>
                </ns1:moveTo>
                <ns1:lnTo>
                  <ns1:pt x="133350" y="133350"/>
                </ns1:lnTo>
                <ns1:lnTo>
                  <ns1:pt x="0" y="133350"/>
                </ns1:lnTo>
                <ns1:close/>
              </ns1:path>
            </ns1:pathLst>
          </ns1:cu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30" name="trace:S06:content.auto.119">
            <ns1:extLst>
              <ns1:ext uri="{FF2B5EF4-FFF2-40B4-BE49-F238E27FC236}">
                <ns2:creationId id="{18E59231-F398-434C-818B-6219239A70DB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5391150"/>
            <ns1:ext cx="142875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1" name="trace:S06:content.auto.120">
            <ns1:extLst>
              <ns1:ext uri="{FF2B5EF4-FFF2-40B4-BE49-F238E27FC236}">
                <ns2:creationId id="{4E98C9E4-63B8-4946-A8B0-EF6C1B3BD27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5476875"/>
            <ns1:ext cx="142875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2" name="trace:S06:content.auto.121">
            <ns1:extLst>
              <ns1:ext uri="{FF2B5EF4-FFF2-40B4-BE49-F238E27FC236}">
                <ns2:creationId id="{43A97D97-5B6C-4BA4-B502-30E3EBCEE181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5257800"/>
            <ns1:ext cx="3714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8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ご提供するソリューション</ns1:t>
            </ns1:r>
          </ns1:p>
        </ns0:txBody>
      </ns0:sp>
      <ns0:sp>
        <ns0:nvSpPr>
          <ns0:cNvPr id="133" name="trace:S06:content.auto.122">
            <ns1:extLst>
              <ns1:ext uri="{FF2B5EF4-FFF2-40B4-BE49-F238E27FC236}">
                <ns2:creationId id="{AA233715-83A1-4112-AAE4-5773FBD151C9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5715000"/>
            <ns1:ext cx="3209925" cy="17335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34" name="trace:S06:content.auto.123">
            <ns1:extLst>
              <ns1:ext uri="{FF2B5EF4-FFF2-40B4-BE49-F238E27FC236}">
                <ns2:creationId id="{AF44A021-B34E-41BD-80E4-FA175F12F466}"/>
              </ns1:ext>
            </ns1:extLst>
          </ns0:cNvPr>
          <ns0:cNvSpPr>
            <ns1:spLocks noGrp="1"/>
          </ns0:cNvSpPr>
          <ns0:nvPr/>
        </ns0:nvSpPr>
        <ns0:spPr>
          <ns1:xfrm>
            <ns1:off x="819150" y="5791200"/>
            <ns1:ext cx="3057525" cy="628650"/>
          </ns1:xfrm>
          <ns1:prstGeom prst="rect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35" name="trace:S06:content.auto.124">
            <ns1:extLst>
              <ns1:ext uri="{FF2B5EF4-FFF2-40B4-BE49-F238E27FC236}">
                <ns2:creationId id="{E8696720-F17E-469C-9737-E0D8DF078493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" y="5867400"/>
            <ns1:ext cx="476250" cy="4762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36" name="trace:S06:content.auto.125">
            <ns1:extLst>
              <ns1:ext uri="{FF2B5EF4-FFF2-40B4-BE49-F238E27FC236}">
                <ns2:creationId id="{92A12B85-5081-47C2-9558-837DA31C3A2C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" y="5924550"/>
            <ns1:ext cx="438150" cy="361950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37" name="trace:S06:content.auto.126">
            <ns1:extLst>
              <ns1:ext uri="{FF2B5EF4-FFF2-40B4-BE49-F238E27FC236}">
                <ns2:creationId id="{FED99869-C355-4008-978A-85D084E04C1C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6010275"/>
            <ns1:ext cx="41910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8" name="trace:S06:content.auto.127">
            <ns1:extLst>
              <ns1:ext uri="{FF2B5EF4-FFF2-40B4-BE49-F238E27FC236}">
                <ns2:creationId id="{60FD388F-2DEC-4F9F-BF10-3E5ABD45D578}"/>
              </ns1:ext>
            </ns1:extLst>
          </ns0:cNvPr>
          <ns0:cNvSpPr>
            <ns1:spLocks noGrp="1"/>
          </ns0:cNvSpPr>
          <ns0:nvPr/>
        </ns0:nvSpPr>
        <ns0:spPr>
          <ns1:xfrm>
            <ns1:off x="1171575" y="5953125"/>
            <ns1:ext cx="38100" cy="38100"/>
          </ns1:xfrm>
          <ns1:prstGeom prst="ellipse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9" name="trace:S06:content.auto.128">
            <ns1:extLst>
              <ns1:ext uri="{FF2B5EF4-FFF2-40B4-BE49-F238E27FC236}">
                <ns2:creationId id="{5AB2BE5C-B9A2-4750-B807-3EFA16547007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5953125"/>
            <ns1:ext cx="38100" cy="38100"/>
          </ns1:xfrm>
          <ns1:prstGeom prst="ellipse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40" name="trace:S06:content.auto.129">
            <ns1:extLst>
              <ns1:ext uri="{FF2B5EF4-FFF2-40B4-BE49-F238E27FC236}">
                <ns2:creationId id="{EA2CD157-E4B2-4267-B65C-FCE31AC35E78}"/>
              </ns1:ext>
            </ns1:extLst>
          </ns0:cNvPr>
          <ns0:cNvSpPr>
            <ns1:spLocks noGrp="1"/>
          </ns0:cNvSpPr>
          <ns0:nvPr/>
        </ns0:nvSpPr>
        <ns0:spPr>
          <ns1:xfrm>
            <ns1:off x="1790700" y="5953125"/>
            <ns1:ext cx="1971675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提案書自動生成AI</ns1:t>
            </ns1:r>
          </ns1:p>
        </ns0:txBody>
      </ns0:sp>
      <ns0:sp>
        <ns0:nvSpPr>
          <ns0:cNvPr id="141" name="trace:S06:content.auto.130">
            <ns1:extLst>
              <ns1:ext uri="{FF2B5EF4-FFF2-40B4-BE49-F238E27FC236}">
                <ns2:creationId id="{4A9A6FAC-DC7B-4187-B253-DBAD1878D675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6591300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42" name="trace:S06:content.auto.131">
            <ns1:extLst>
              <ns1:ext uri="{FF2B5EF4-FFF2-40B4-BE49-F238E27FC236}">
                <ns2:creationId id="{2BC9925E-BC09-480A-8212-273287CDD1E5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6543675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案件情報から提案書を自動生成</ns1:t>
            </ns1:r>
          </ns1:p>
        </ns0:txBody>
      </ns0:sp>
      <ns0:sp>
        <ns0:nvSpPr>
          <ns0:cNvPr id="143" name="trace:S06:content.auto.132">
            <ns1:extLst>
              <ns1:ext uri="{FF2B5EF4-FFF2-40B4-BE49-F238E27FC236}">
                <ns2:creationId id="{2D1DCA84-B44E-4839-B1F4-8C185B96D0B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6886575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44" name="trace:S06:content.auto.133">
            <ns1:extLst>
              <ns1:ext uri="{FF2B5EF4-FFF2-40B4-BE49-F238E27FC236}">
                <ns2:creationId id="{D0844E92-E85A-4C1D-9AA4-57781D2AF573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6838950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業界・目的に合わせたテンプレート</ns1:t>
            </ns1:r>
          </ns1:p>
        </ns0:txBody>
      </ns0:sp>
      <ns0:sp>
        <ns0:nvSpPr>
          <ns0:cNvPr id="145" name="trace:S06:content.auto.134">
            <ns1:extLst>
              <ns1:ext uri="{FF2B5EF4-FFF2-40B4-BE49-F238E27FC236}">
                <ns2:creationId id="{5320689E-F2B5-4F09-85DA-989B6A9750A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7181850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46" name="trace:S06:content.auto.135">
            <ns1:extLst>
              <ns1:ext uri="{FF2B5EF4-FFF2-40B4-BE49-F238E27FC236}">
                <ns2:creationId id="{36D76B43-4155-4F47-8F07-3A578D1A4097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7134225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短時間で高品質な資料を作成</ns1:t>
            </ns1:r>
          </ns1:p>
        </ns0:txBody>
      </ns0:sp>
      <ns0:sp>
        <ns0:nvSpPr>
          <ns0:cNvPr id="147" name="trace:S06:content.auto.136">
            <ns1:extLst>
              <ns1:ext uri="{FF2B5EF4-FFF2-40B4-BE49-F238E27FC236}">
                <ns2:creationId id="{6E42701C-39D7-49BE-AC5E-ED71D2375ED9}"/>
              </ns1:ext>
            </ns1:extLst>
          </ns0:cNvPr>
          <ns0:cNvSpPr>
            <ns1:spLocks noGrp="1"/>
          </ns0:cNvSpPr>
          <ns0:nvPr/>
        </ns0:nvSpPr>
        <ns0:spPr>
          <ns1:xfrm>
            <ns1:off x="4295775" y="5715000"/>
            <ns1:ext cx="3209925" cy="17335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48" name="trace:S06:content.auto.137">
            <ns1:extLst>
              <ns1:ext uri="{FF2B5EF4-FFF2-40B4-BE49-F238E27FC236}">
                <ns2:creationId id="{6D2C88ED-AE91-473B-8BE6-1A79F4200FA8}"/>
              </ns1:ext>
            </ns1:extLst>
          </ns0:cNvPr>
          <ns0:cNvSpPr>
            <ns1:spLocks noGrp="1"/>
          </ns0:cNvSpPr>
          <ns0:nvPr/>
        </ns0:nvSpPr>
        <ns0:spPr>
          <ns1:xfrm>
            <ns1:off x="4371975" y="5791200"/>
            <ns1:ext cx="3057525" cy="628650"/>
          </ns1:xfrm>
          <ns1:prstGeom prst="rect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49" name="trace:S06:content.auto.138">
            <ns1:extLst>
              <ns1:ext uri="{FF2B5EF4-FFF2-40B4-BE49-F238E27FC236}">
                <ns2:creationId id="{513D98E0-3953-4497-93EB-D9DB798DA1AE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5867400"/>
            <ns1:ext cx="476250" cy="4762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50" name="trace:S06:content.auto.139">
            <ns1:extLst>
              <ns1:ext uri="{FF2B5EF4-FFF2-40B4-BE49-F238E27FC236}">
                <ns2:creationId id="{94446F47-DFFA-4DF0-BF2E-A6B70A5B3CEE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5915025"/>
            <ns1:ext cx="342900" cy="1333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51" name="trace:S06:content.auto.140">
            <ns1:extLst>
              <ns1:ext uri="{FF2B5EF4-FFF2-40B4-BE49-F238E27FC236}">
                <ns2:creationId id="{70701B28-72BC-4979-9ED2-AAB8DC4162CF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5981700"/>
            <ns1:ext cx="342900" cy="266700"/>
          </ns1:xfrm>
          <ns1:prstGeom prst="rect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52" name="trace:S06:content.auto.141">
            <ns1:extLst>
              <ns1:ext uri="{FF2B5EF4-FFF2-40B4-BE49-F238E27FC236}">
                <ns2:creationId id="{C834F012-E09D-4FD0-AB61-0915AABAF390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6181725"/>
            <ns1:ext cx="342900" cy="1333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53" name="trace:S06:content.auto.142">
            <ns1:extLst>
              <ns1:ext uri="{FF2B5EF4-FFF2-40B4-BE49-F238E27FC236}">
                <ns2:creationId id="{833114BA-BC64-49B6-8CBB-59099EDDA140}"/>
              </ns1:ext>
            </ns1:extLst>
          </ns0:cNvPr>
          <ns0:cNvSpPr>
            <ns1:spLocks noGrp="1"/>
          </ns0:cNvSpPr>
          <ns0:nvPr/>
        </ns0:nvSpPr>
        <ns0:spPr>
          <ns1:xfrm>
            <ns1:off x="5343525" y="5953125"/>
            <ns1:ext cx="1971675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ナレッジ活用</ns1:t>
            </ns1:r>
          </ns1:p>
        </ns0:txBody>
      </ns0:sp>
      <ns0:sp>
        <ns0:nvSpPr>
          <ns0:cNvPr id="154" name="trace:S06:content.auto.143">
            <ns1:extLst>
              <ns1:ext uri="{FF2B5EF4-FFF2-40B4-BE49-F238E27FC236}">
                <ns2:creationId id="{99BA09A7-DAB6-43D9-8898-5FEA97B99138}"/>
              </ns1:ext>
            </ns1:extLst>
          </ns0:cNvPr>
          <ns0:cNvSpPr>
            <ns1:spLocks noGrp="1"/>
          </ns0:cNvSpPr>
          <ns0:nvPr/>
        </ns0:nvSpPr>
        <ns0:spPr>
          <ns1:xfrm>
            <ns1:off x="4467225" y="6591300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55" name="trace:S06:content.auto.144">
            <ns1:extLst>
              <ns1:ext uri="{FF2B5EF4-FFF2-40B4-BE49-F238E27FC236}">
                <ns2:creationId id="{C4B7050D-7F27-4056-9CFA-B786F04419DD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6543675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過去の提案事例を学習</ns1:t>
            </ns1:r>
          </ns1:p>
        </ns0:txBody>
      </ns0:sp>
      <ns0:sp>
        <ns0:nvSpPr>
          <ns0:cNvPr id="156" name="trace:S06:content.auto.145">
            <ns1:extLst>
              <ns1:ext uri="{FF2B5EF4-FFF2-40B4-BE49-F238E27FC236}">
                <ns2:creationId id="{17D6A617-4E8C-40D9-8FFE-EBB7C9B78D48}"/>
              </ns1:ext>
            </ns1:extLst>
          </ns0:cNvPr>
          <ns0:cNvSpPr>
            <ns1:spLocks noGrp="1"/>
          </ns0:cNvSpPr>
          <ns0:nvPr/>
        </ns0:nvSpPr>
        <ns0:spPr>
          <ns1:xfrm>
            <ns1:off x="4467225" y="6886575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57" name="trace:S06:content.auto.146">
            <ns1:extLst>
              <ns1:ext uri="{FF2B5EF4-FFF2-40B4-BE49-F238E27FC236}">
                <ns2:creationId id="{853E50FF-A3A4-4547-971F-F1D74C7CE834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6838950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最適な構成・訴求ポイントを提案</ns1:t>
            </ns1:r>
          </ns1:p>
        </ns0:txBody>
      </ns0:sp>
      <ns0:sp>
        <ns0:nvSpPr>
          <ns0:cNvPr id="158" name="trace:S06:content.auto.147">
            <ns1:extLst>
              <ns1:ext uri="{FF2B5EF4-FFF2-40B4-BE49-F238E27FC236}">
                <ns2:creationId id="{8DC81A56-5EB7-43B2-9C99-6FEFA1ECBE27}"/>
              </ns1:ext>
            </ns1:extLst>
          </ns0:cNvPr>
          <ns0:cNvSpPr>
            <ns1:spLocks noGrp="1"/>
          </ns0:cNvSpPr>
          <ns0:nvPr/>
        </ns0:nvSpPr>
        <ns0:spPr>
          <ns1:xfrm>
            <ns1:off x="4467225" y="7181850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59" name="trace:S06:content.auto.148">
            <ns1:extLst>
              <ns1:ext uri="{FF2B5EF4-FFF2-40B4-BE49-F238E27FC236}">
                <ns2:creationId id="{90E0AAA3-D28B-46BC-9531-96B9EF712140}"/>
              </ns1:ext>
            </ns1:extLst>
          </ns0:cNvPr>
          <ns0:cNvSpPr>
            <ns1:spLocks noGrp="1"/>
          </ns0:cNvSpPr>
          <ns0:nvPr/>
        </ns0:nvSpPr>
        <ns0:spPr>
          <ns1:xfrm>
            <ns1:off x="4657725" y="7134225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社内の知見を資産化</ns1:t>
            </ns1:r>
          </ns1:p>
        </ns0:txBody>
      </ns0:sp>
      <ns0:sp>
        <ns0:nvSpPr>
          <ns0:cNvPr id="160" name="trace:S06:content.auto.149">
            <ns1:extLst>
              <ns1:ext uri="{FF2B5EF4-FFF2-40B4-BE49-F238E27FC236}">
                <ns2:creationId id="{8DF3447D-DFD0-4C69-8A3E-16EA5ED8722A}"/>
              </ns1:ext>
            </ns1:extLst>
          </ns0:cNvPr>
          <ns0:cNvSpPr>
            <ns1:spLocks noGrp="1"/>
          </ns0:cNvSpPr>
          <ns0:nvPr/>
        </ns0:nvSpPr>
        <ns0:spPr>
          <ns1:xfrm>
            <ns1:off x="7381875" y="5715000"/>
            <ns1:ext cx="3209925" cy="17335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61" name="trace:S06:content.auto.150">
            <ns1:extLst>
              <ns1:ext uri="{FF2B5EF4-FFF2-40B4-BE49-F238E27FC236}">
                <ns2:creationId id="{B0C35E1D-3BFB-41BB-9FEF-070667A13C88}"/>
              </ns1:ext>
            </ns1:extLst>
          </ns0:cNvPr>
          <ns0:cNvSpPr>
            <ns1:spLocks noGrp="1"/>
          </ns0:cNvSpPr>
          <ns0:nvPr/>
        </ns0:nvSpPr>
        <ns0:spPr>
          <ns1:xfrm>
            <ns1:off x="7458075" y="5791200"/>
            <ns1:ext cx="3057525" cy="628650"/>
          </ns1:xfrm>
          <ns1:prstGeom prst="rect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62" name="trace:S06:content.auto.151">
            <ns1:extLst>
              <ns1:ext uri="{FF2B5EF4-FFF2-40B4-BE49-F238E27FC236}">
                <ns2:creationId id="{2E1724FB-2337-4EEB-B52B-CC90F415D198}"/>
              </ns1:ext>
            </ns1:extLst>
          </ns0:cNvPr>
          <ns0:cNvSpPr>
            <ns1:spLocks noGrp="1"/>
          </ns0:cNvSpPr>
          <ns0:nvPr/>
        </ns0:nvSpPr>
        <ns0:spPr>
          <ns1:xfrm>
            <ns1:off x="7734300" y="5867400"/>
            <ns1:ext cx="476250" cy="476250"/>
          </ns1:xfrm>
          <ns1:prstGeom prst="ellipse">
            <ns1:avLst/>
          </ns1:prstGeom>
          <ns1:solidFill>
            <ns1:srgbClr val="FCEBED"/>
          </ns1:solidFill>
          <ns1:ln w="0">
            <ns1:noFill/>
            <ns1:prstDash val="solid"/>
          </ns1:ln>
        </ns0:spPr>
      </ns0:sp>
      <ns0:sp>
        <ns0:nvSpPr>
          <ns0:cNvPr id="163" name="trace:S06:content.auto.152">
            <ns1:extLst>
              <ns1:ext uri="{FF2B5EF4-FFF2-40B4-BE49-F238E27FC236}">
                <ns2:creationId id="{F3FD7B2D-E9FE-4BA0-8DDF-C880BFB93A4E}"/>
              </ns1:ext>
            </ns1:extLst>
          </ns0:cNvPr>
          <ns0:cNvSpPr>
            <ns1:spLocks noGrp="1"/>
          </ns0:cNvSpPr>
          <ns0:nvPr/>
        </ns0:nvSpPr>
        <ns0:spPr>
          <ns1:xfrm>
            <ns1:off x="7886700" y="5886450"/>
            <ns1:ext cx="171450" cy="1714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64" name="trace:S06:content.auto.153">
            <ns1:extLst>
              <ns1:ext uri="{FF2B5EF4-FFF2-40B4-BE49-F238E27FC236}">
                <ns2:creationId id="{0912EAE8-6B9D-4F20-AE90-0BBF6C54F9EF}"/>
              </ns1:ext>
            </ns1:extLst>
          </ns0:cNvPr>
          <ns0:cNvSpPr>
            <ns1:spLocks noGrp="1"/>
          </ns0:cNvSpPr>
          <ns0:nvPr/>
        </ns0:nvSpPr>
        <ns0:spPr>
          <ns1:xfrm>
            <ns1:off x="7705725" y="5953125"/>
            <ns1:ext cx="133350" cy="1333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65" name="trace:S06:content.auto.154">
            <ns1:extLst>
              <ns1:ext uri="{FF2B5EF4-FFF2-40B4-BE49-F238E27FC236}">
                <ns2:creationId id="{AD6C65FF-E1CC-4348-BE3B-D6EE1F9BECB6}"/>
              </ns1:ext>
            </ns1:extLst>
          </ns0:cNvPr>
          <ns0:cNvSpPr>
            <ns1:spLocks noGrp="1"/>
          </ns0:cNvSpPr>
          <ns0:nvPr/>
        </ns0:nvSpPr>
        <ns0:spPr>
          <ns1:xfrm>
            <ns1:off x="8105775" y="5953125"/>
            <ns1:ext cx="133350" cy="1333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66" name="trace:S06:content.auto.155">
            <ns1:extLst>
              <ns1:ext uri="{FF2B5EF4-FFF2-40B4-BE49-F238E27FC236}">
                <ns2:creationId id="{E95FBB6A-8D30-4225-98EF-CE8CF37DFC92}"/>
              </ns1:ext>
            </ns1:extLst>
          </ns0:cNvPr>
          <ns0:cNvSpPr>
            <ns1:spLocks noGrp="1"/>
          </ns0:cNvSpPr>
          <ns0:nvPr/>
        </ns0:nvSpPr>
        <ns0:spPr>
          <ns1:xfrm>
            <ns1:off x="7791450" y="6096000"/>
            <ns1:ext cx="361950" cy="228600"/>
          </ns1:xfrm>
          <ns1:custGeom>
            <ns1:pathLst>
              <ns1:path w="361950" h="228600">
                <ns1:moveTo>
                  <ns1:pt x="0" y="228600"/>
                </ns1:moveTo>
                <ns1:lnTo>
                  <ns1:pt x="28575" y="66675"/>
                </ns1:lnTo>
                <ns1:lnTo>
                  <ns1:pt x="114300" y="0"/>
                </ns1:lnTo>
                <ns1:lnTo>
                  <ns1:pt x="247650" y="0"/>
                </ns1:lnTo>
                <ns1:lnTo>
                  <ns1:pt x="333375" y="66675"/>
                </ns1:lnTo>
                <ns1:lnTo>
                  <ns1:pt x="361950" y="228600"/>
                </ns1:lnTo>
                <ns1:close/>
              </ns1:path>
            </ns1:pathLst>
          </ns1:cu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67" name="trace:S06:content.auto.156">
            <ns1:extLst>
              <ns1:ext uri="{FF2B5EF4-FFF2-40B4-BE49-F238E27FC236}">
                <ns2:creationId id="{E5DFA14D-0522-4C24-AF2B-4AACBE2D7498}"/>
              </ns1:ext>
            </ns1:extLst>
          </ns0:cNvPr>
          <ns0:cNvSpPr>
            <ns1:spLocks noGrp="1"/>
          </ns0:cNvSpPr>
          <ns0:nvPr/>
        </ns0:nvSpPr>
        <ns0:spPr>
          <ns1:xfrm>
            <ns1:off x="7648575" y="6115050"/>
            <ns1:ext cx="171450" cy="171450"/>
          </ns1:xfrm>
          <ns1:custGeom>
            <ns1:pathLst>
              <ns1:path w="171450" h="171450">
                <ns1:moveTo>
                  <ns1:pt x="0" y="180975"/>
                </ns1:moveTo>
                <ns1:lnTo>
                  <ns1:pt x="28575" y="76200"/>
                </ns1:lnTo>
                <ns1:lnTo>
                  <ns1:pt x="85725" y="28575"/>
                </ns1:lnTo>
                <ns1:lnTo>
                  <ns1:pt x="142875" y="76200"/>
                </ns1:lnTo>
                <ns1:lnTo>
                  <ns1:pt x="171450" y="180975"/>
                </ns1:lnTo>
                <ns1:close/>
              </ns1:path>
            </ns1:pathLst>
          </ns1:custGeom>
          <ns1:noFill/>
          <ns1:ln w="19050">
            <ns1:solidFill>
              <ns1:srgbClr val="121820"/>
            </ns1:solidFill>
            <ns1:prstDash val="solid"/>
          </ns1:ln>
        </ns0:spPr>
      </ns0:sp>
      <ns0:sp>
        <ns0:nvSpPr>
          <ns0:cNvPr id="168" name="trace:S06:content.auto.157">
            <ns1:extLst>
              <ns1:ext uri="{FF2B5EF4-FFF2-40B4-BE49-F238E27FC236}">
                <ns2:creationId id="{D268493C-82CF-4878-9ACD-0FFD93771BB0}"/>
              </ns1:ext>
            </ns1:extLst>
          </ns0:cNvPr>
          <ns0:cNvSpPr>
            <ns1:spLocks noGrp="1"/>
          </ns0:cNvSpPr>
          <ns0:nvPr/>
        </ns0:nvSpPr>
        <ns0:spPr>
          <ns1:xfrm>
            <ns1:off x="8124825" y="6115050"/>
            <ns1:ext cx="171450" cy="171450"/>
          </ns1:xfrm>
          <ns1:custGeom>
            <ns1:pathLst>
              <ns1:path w="171450" h="171450">
                <ns1:moveTo>
                  <ns1:pt x="0" y="180975"/>
                </ns1:moveTo>
                <ns1:lnTo>
                  <ns1:pt x="28575" y="76200"/>
                </ns1:lnTo>
                <ns1:lnTo>
                  <ns1:pt x="85725" y="28575"/>
                </ns1:lnTo>
                <ns1:lnTo>
                  <ns1:pt x="142875" y="76200"/>
                </ns1:lnTo>
                <ns1:lnTo>
                  <ns1:pt x="171450" y="180975"/>
                </ns1:lnTo>
                <ns1:close/>
              </ns1:path>
            </ns1:pathLst>
          </ns1:custGeom>
          <ns1:noFill/>
          <ns1:ln w="19050">
            <ns1:solidFill>
              <ns1:srgbClr val="121820"/>
            </ns1:solidFill>
            <ns1:prstDash val="solid"/>
          </ns1:ln>
        </ns0:spPr>
      </ns0:sp>
      <ns0:sp>
        <ns0:nvSpPr>
          <ns0:cNvPr id="169" name="trace:S06:content.auto.158">
            <ns1:extLst>
              <ns1:ext uri="{FF2B5EF4-FFF2-40B4-BE49-F238E27FC236}">
                <ns2:creationId id="{F6C708E0-4DEA-4FD9-89C4-C0DA8F11CFD5}"/>
              </ns1:ext>
            </ns1:extLst>
          </ns0:cNvPr>
          <ns0:cNvSpPr>
            <ns1:spLocks noGrp="1"/>
          </ns0:cNvSpPr>
          <ns0:nvPr/>
        </ns0:nvSpPr>
        <ns0:spPr>
          <ns1:xfrm>
            <ns1:off x="8429625" y="5953125"/>
            <ns1:ext cx="1971675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伴走サポート</ns1:t>
            </ns1:r>
          </ns1:p>
        </ns0:txBody>
      </ns0:sp>
      <ns0:sp>
        <ns0:nvSpPr>
          <ns0:cNvPr id="170" name="trace:S06:content.auto.159">
            <ns1:extLst>
              <ns1:ext uri="{FF2B5EF4-FFF2-40B4-BE49-F238E27FC236}">
                <ns2:creationId id="{9265250C-AE02-4BFC-971F-68F5A6F40194}"/>
              </ns1:ext>
            </ns1:extLst>
          </ns0:cNvPr>
          <ns0:cNvSpPr>
            <ns1:spLocks noGrp="1"/>
          </ns0:cNvSpPr>
          <ns0:nvPr/>
        </ns0:nvSpPr>
        <ns0:spPr>
          <ns1:xfrm>
            <ns1:off x="7553325" y="6591300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71" name="trace:S06:content.auto.160">
            <ns1:extLst>
              <ns1:ext uri="{FF2B5EF4-FFF2-40B4-BE49-F238E27FC236}">
                <ns2:creationId id="{00088152-2D44-4A14-8905-D19E56420699}"/>
              </ns1:ext>
            </ns1:extLst>
          </ns0:cNvPr>
          <ns0:cNvSpPr>
            <ns1:spLocks noGrp="1"/>
          </ns0:cNvSpPr>
          <ns0:nvPr/>
        </ns0:nvSpPr>
        <ns0:spPr>
          <ns1:xfrm>
            <ns1:off x="7743825" y="6543675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導入から運用まで専任で支援</ns1:t>
            </ns1:r>
          </ns1:p>
        </ns0:txBody>
      </ns0:sp>
      <ns0:sp>
        <ns0:nvSpPr>
          <ns0:cNvPr id="172" name="trace:S06:content.auto.161">
            <ns1:extLst>
              <ns1:ext uri="{FF2B5EF4-FFF2-40B4-BE49-F238E27FC236}">
                <ns2:creationId id="{499D7DA9-C39C-4DE6-80C1-B7C928FD5EB8}"/>
              </ns1:ext>
            </ns1:extLst>
          </ns0:cNvPr>
          <ns0:cNvSpPr>
            <ns1:spLocks noGrp="1"/>
          </ns0:cNvSpPr>
          <ns0:nvPr/>
        </ns0:nvSpPr>
        <ns0:spPr>
          <ns1:xfrm>
            <ns1:off x="7553325" y="6886575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73" name="trace:S06:content.auto.162">
            <ns1:extLst>
              <ns1:ext uri="{FF2B5EF4-FFF2-40B4-BE49-F238E27FC236}">
                <ns2:creationId id="{8B8EC7B3-5EED-42D7-829E-6E7B5ADD3C68}"/>
              </ns1:ext>
            </ns1:extLst>
          </ns0:cNvPr>
          <ns0:cNvSpPr>
            <ns1:spLocks noGrp="1"/>
          </ns0:cNvSpPr>
          <ns0:nvPr/>
        </ns0:nvSpPr>
        <ns0:spPr>
          <ns1:xfrm>
            <ns1:off x="7743825" y="6838950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効果検証と改善提案</ns1:t>
            </ns1:r>
          </ns1:p>
        </ns0:txBody>
      </ns0:sp>
      <ns0:sp>
        <ns0:nvSpPr>
          <ns0:cNvPr id="174" name="trace:S06:content.auto.163">
            <ns1:extLst>
              <ns1:ext uri="{FF2B5EF4-FFF2-40B4-BE49-F238E27FC236}">
                <ns2:creationId id="{9E9E77F4-C138-4D10-AB19-567C61689D26}"/>
              </ns1:ext>
            </ns1:extLst>
          </ns0:cNvPr>
          <ns0:cNvSpPr>
            <ns1:spLocks noGrp="1"/>
          </ns0:cNvSpPr>
          <ns0:nvPr/>
        </ns0:nvSpPr>
        <ns0:spPr>
          <ns1:xfrm>
            <ns1:off x="7553325" y="7181850"/>
            <ns1:ext cx="95250" cy="9525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75" name="trace:S06:content.auto.164">
            <ns1:extLst>
              <ns1:ext uri="{FF2B5EF4-FFF2-40B4-BE49-F238E27FC236}">
                <ns2:creationId id="{F0049C8B-FD7F-4093-9621-3D04DA2AEED9}"/>
              </ns1:ext>
            </ns1:extLst>
          </ns0:cNvPr>
          <ns0:cNvSpPr>
            <ns1:spLocks noGrp="1"/>
          </ns0:cNvSpPr>
          <ns0:nvPr/>
        </ns0:nvSpPr>
        <ns0:spPr>
          <ns1:xfrm>
            <ns1:off x="7743825" y="7134225"/>
            <ns1:ext cx="2714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社内定着のためのトレーニング</ns1:t>
            </ns1:r>
          </ns1:p>
        </ns0:txBody>
      </ns0:sp>
      <ns0:sp>
        <ns0:nvSpPr>
          <ns0:cNvPr id="176" name="trace:S06:content.auto.165">
            <ns1:extLst>
              <ns1:ext uri="{FF2B5EF4-FFF2-40B4-BE49-F238E27FC236}">
                <ns2:creationId id="{35881B17-DF9B-47E9-8D9F-E0238DA7A860}"/>
              </ns1:ext>
            </ns1:extLst>
          </ns0:cNvPr>
          <ns0:cNvSpPr>
            <ns1:spLocks noGrp="1"/>
          </ns0:cNvSpPr>
          <ns0:nvPr/>
        </ns0:nvSpPr>
        <ns0:spPr>
          <ns1:xfrm>
            <ns1:off x="10829925" y="5133975"/>
            <ns1:ext cx="4552950" cy="2457450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177" name="trace:S06:content.auto.166">
            <ns1:extLst>
              <ns1:ext uri="{FF2B5EF4-FFF2-40B4-BE49-F238E27FC236}">
                <ns2:creationId id="{EC257334-7471-4BC5-B37F-3B60415AC09E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0" y="5248275"/>
            <ns1:ext cx="266700" cy="285750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78" name="trace:S06:content.auto.167">
            <ns1:extLst>
              <ns1:ext uri="{FF2B5EF4-FFF2-40B4-BE49-F238E27FC236}">
                <ns2:creationId id="{D717267A-8668-4371-BF7A-FABBE920D055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5534025"/>
            <ns1:ext cx="152400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79" name="trace:S06:content.auto.168">
            <ns1:extLst>
              <ns1:ext uri="{FF2B5EF4-FFF2-40B4-BE49-F238E27FC236}">
                <ns2:creationId id="{C2D2599F-8051-43D4-867C-C593578C9C31}"/>
              </ns1:ext>
            </ns1:extLst>
          </ns0:cNvPr>
          <ns0:cNvSpPr>
            <ns1:spLocks noGrp="1"/>
          </ns0:cNvSpPr>
          <ns0:nvPr/>
        </ns0:nvSpPr>
        <ns0:spPr>
          <ns1:xfrm>
            <ns1:off x="11125200" y="5591175"/>
            <ns1:ext cx="114300" cy="381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80" name="trace:S06:content.auto.169">
            <ns1:extLst>
              <ns1:ext uri="{FF2B5EF4-FFF2-40B4-BE49-F238E27FC236}">
                <ns2:creationId id="{D13ED7D1-DE64-40F9-B3C6-1E566BAAEA5F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5162550"/>
            <ns1:ext cx="28575" cy="762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81" name="trace:S06:content.auto.170">
            <ns1:extLst>
              <ns1:ext uri="{FF2B5EF4-FFF2-40B4-BE49-F238E27FC236}">
                <ns2:creationId id="{E9AACB17-54AC-4CC6-B364-CA43EAF555AD}"/>
              </ns1:ext>
            </ns1:extLst>
          </ns0:cNvPr>
          <ns0:cNvSpPr>
            <ns1:spLocks noGrp="1"/>
          </ns0:cNvSpPr>
          <ns0:nvPr/>
        </ns0:nvSpPr>
        <ns0:spPr>
          <ns1:xfrm>
            <ns1:off x="10925175" y="5324475"/>
            <ns1:ext cx="7620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82" name="trace:S06:content.auto.171">
            <ns1:extLst>
              <ns1:ext uri="{FF2B5EF4-FFF2-40B4-BE49-F238E27FC236}">
                <ns2:creationId id="{1A458B91-CB55-4708-AA8E-4AE9E3401524}"/>
              </ns1:ext>
            </ns1:extLst>
          </ns0:cNvPr>
          <ns0:cNvSpPr>
            <ns1:spLocks noGrp="1"/>
          </ns0:cNvSpPr>
          <ns0:nvPr/>
        </ns0:nvSpPr>
        <ns0:spPr>
          <ns1:xfrm>
            <ns1:off x="11363325" y="5324475"/>
            <ns1:ext cx="76200" cy="2857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83" name="trace:S06:content.auto.172">
            <ns1:extLst>
              <ns1:ext uri="{FF2B5EF4-FFF2-40B4-BE49-F238E27FC236}">
                <ns2:creationId id="{B034C0CD-DAB5-4505-8E8E-BD112B41FA56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5238750"/>
            <ns1:ext cx="2476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8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成功のポイント</ns1:t>
            </ns1:r>
          </ns1:p>
        </ns0:txBody>
      </ns0:sp>
      <ns0:sp>
        <ns0:nvSpPr>
          <ns0:cNvPr id="184" name="trace:S06:content.auto.173">
            <ns1:extLst>
              <ns1:ext uri="{FF2B5EF4-FFF2-40B4-BE49-F238E27FC236}">
                <ns2:creationId id="{7B9980F5-E8E9-431A-B5BD-BCCC61A2CD2D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5753100"/>
            <ns1:ext cx="495300" cy="49530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85" name="trace:S06:content.auto.174">
            <ns1:extLst>
              <ns1:ext uri="{FF2B5EF4-FFF2-40B4-BE49-F238E27FC236}">
                <ns2:creationId id="{40AB7309-D2D7-47F6-8357-3C07DDCFF75C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5848350"/>
            <ns1:ext cx="4953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186" name="trace:S06:content.auto.175">
            <ns1:extLst>
              <ns1:ext uri="{FF2B5EF4-FFF2-40B4-BE49-F238E27FC236}">
                <ns2:creationId id="{2222003D-34E6-4AD6-BD7A-A40C6F46DE5C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0" y="5781675"/>
            <ns1:ext cx="2190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目的の明確化</ns1:t>
            </ns1:r>
          </ns1:p>
        </ns0:txBody>
      </ns0:sp>
      <ns0:sp>
        <ns0:nvSpPr>
          <ns0:cNvPr id="187" name="trace:S06:content.auto.176">
            <ns1:extLst>
              <ns1:ext uri="{FF2B5EF4-FFF2-40B4-BE49-F238E27FC236}">
                <ns2:creationId id="{7C9832DF-B5D8-40E9-8A8F-36D4603809F2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0" y="6019800"/>
            <ns1:ext cx="3524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解決したい課題とゴールを共有する</ns1:t>
            </ns1:r>
          </ns1:p>
        </ns0:txBody>
      </ns0:sp>
      <ns0:sp>
        <ns0:nvSpPr>
          <ns0:cNvPr id="188" name="trace:S06:content.auto.177">
            <ns1:extLst>
              <ns1:ext uri="{FF2B5EF4-FFF2-40B4-BE49-F238E27FC236}">
                <ns2:creationId id="{FCE1C774-0769-44DC-A6AC-90D4FCC402B0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324600"/>
            <ns1:ext cx="495300" cy="49530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89" name="trace:S06:content.auto.178">
            <ns1:extLst>
              <ns1:ext uri="{FF2B5EF4-FFF2-40B4-BE49-F238E27FC236}">
                <ns2:creationId id="{A4C9E47F-1B02-4800-88E4-73C5F654F78A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419850"/>
            <ns1:ext cx="4953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190" name="trace:S06:content.auto.179">
            <ns1:extLst>
              <ns1:ext uri="{FF2B5EF4-FFF2-40B4-BE49-F238E27FC236}">
                <ns2:creationId id="{D32C92AA-6A08-4819-9025-FA67FA6192FB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0" y="6353175"/>
            <ns1:ext cx="2190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段階的な導入</ns1:t>
            </ns1:r>
          </ns1:p>
        </ns0:txBody>
      </ns0:sp>
      <ns0:sp>
        <ns0:nvSpPr>
          <ns0:cNvPr id="191" name="trace:S06:content.auto.180">
            <ns1:extLst>
              <ns1:ext uri="{FF2B5EF4-FFF2-40B4-BE49-F238E27FC236}">
                <ns2:creationId id="{07F1BD35-0219-4904-B3CC-7E8EA9E2CA39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0" y="6591300"/>
            <ns1:ext cx="3524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スモールスタートで早期に効果を実感する</ns1:t>
            </ns1:r>
          </ns1:p>
        </ns0:txBody>
      </ns0:sp>
      <ns0:sp>
        <ns0:nvSpPr>
          <ns0:cNvPr id="192" name="trace:S06:content.auto.181">
            <ns1:extLst>
              <ns1:ext uri="{FF2B5EF4-FFF2-40B4-BE49-F238E27FC236}">
                <ns2:creationId id="{5333E017-0AAE-4BA3-8F62-7390B0249750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896100"/>
            <ns1:ext cx="495300" cy="495300"/>
          </ns1:xfrm>
          <ns1:prstGeom prst="ellipse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93" name="trace:S06:content.auto.182">
            <ns1:extLst>
              <ns1:ext uri="{FF2B5EF4-FFF2-40B4-BE49-F238E27FC236}">
                <ns2:creationId id="{F5C3B3D2-21B5-439D-A670-1FDE20C9D623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991350"/>
            <ns1:ext cx="4953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194" name="trace:S06:content.auto.183">
            <ns1:extLst>
              <ns1:ext uri="{FF2B5EF4-FFF2-40B4-BE49-F238E27FC236}">
                <ns2:creationId id="{5172D6FC-2A60-4E0D-A7B8-1A0C4D65D3D7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0" y="6924675"/>
            <ns1:ext cx="21907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継続的な改善</ns1:t>
            </ns1:r>
          </ns1:p>
        </ns0:txBody>
      </ns0:sp>
      <ns0:sp>
        <ns0:nvSpPr>
          <ns0:cNvPr id="195" name="trace:S06:content.auto.184">
            <ns1:extLst>
              <ns1:ext uri="{FF2B5EF4-FFF2-40B4-BE49-F238E27FC236}">
                <ns2:creationId id="{5CFEB0D7-B066-432C-AEB7-C9892B9D5986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0" y="7162800"/>
            <ns1:ext cx="3524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運用後もデータを活用し、精度を高める</ns1:t>
            </ns1:r>
          </ns1:p>
        </ns0:txBody>
      </ns0:sp>
      <ns0:sp>
        <ns0:nvSpPr>
          <ns0:cNvPr id="196" name="trace:S06:content.auto.185">
            <ns1:extLst>
              <ns1:ext uri="{FF2B5EF4-FFF2-40B4-BE49-F238E27FC236}">
                <ns2:creationId id="{11EE8610-DFA5-4FBC-BBF9-FC818DE3F85A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7781925"/>
            <ns1:ext cx="14801850" cy="561975"/>
          </ns1:xfrm>
          <ns1:prstGeom prst="rect">
            <ns1:avLst/>
          </ns1:prstGeom>
          <ns1:solidFill>
            <ns1:srgbClr val="FCEBED"/>
          </ns1:solidFill>
          <ns1:ln w="9525">
            <ns1:solidFill>
              <ns1:srgbClr val="E51D27"/>
            </ns1:solidFill>
            <ns1:prstDash val="solid"/>
          </ns1:ln>
        </ns0:spPr>
      </ns0:sp>
      <ns0:sp>
        <ns0:nvSpPr>
          <ns0:cNvPr id="197" name="trace:S06:content.auto.186">
            <ns1:extLst>
              <ns1:ext uri="{FF2B5EF4-FFF2-40B4-BE49-F238E27FC236}">
                <ns2:creationId id="{C794BD08-AA32-498F-B700-A1D11EAED5B8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7781925"/>
            <ns1:ext cx="3543300" cy="561975"/>
          </ns1:xfrm>
          <ns1:custGeom>
            <ns1:pathLst>
              <ns1:path w="3543300" h="561975">
                <ns1:moveTo>
                  <ns1:pt x="0" y="0"/>
                </ns1:moveTo>
                <ns1:lnTo>
                  <ns1:pt x="3209925" y="0"/>
                </ns1:lnTo>
                <ns1:lnTo>
                  <ns1:pt x="3543300" y="276225"/>
                </ns1:lnTo>
                <ns1:lnTo>
                  <ns1:pt x="3209925" y="561975"/>
                </ns1:lnTo>
                <ns1:lnTo>
                  <ns1:pt x="0" y="561975"/>
                </ns1:lnTo>
                <ns1:close/>
              </ns1:path>
            </ns1:pathLst>
          </ns1:cu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198" name="trace:S06:content.auto.187">
            <ns1:extLst>
              <ns1:ext uri="{FF2B5EF4-FFF2-40B4-BE49-F238E27FC236}">
                <ns2:creationId id="{7589E0AC-571F-4842-9672-76F771B54067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7915275"/>
            <ns1:ext cx="28575" cy="285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99" name="trace:S06:content.auto.188">
            <ns1:extLst>
              <ns1:ext uri="{FF2B5EF4-FFF2-40B4-BE49-F238E27FC236}">
                <ns2:creationId id="{B9E606F4-5564-4D96-9FE1-E3136F9CC94D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7924800"/>
            <ns1:ext cx="266700" cy="123825"/>
          </ns1:xfrm>
          <ns1:custGeom>
            <ns1:pathLst>
              <ns1:path w="266700" h="123825">
                <ns1:moveTo>
                  <ns1:pt x="0" y="0"/>
                </ns1:moveTo>
                <ns1:lnTo>
                  <ns1:pt x="266700" y="47625"/>
                </ns1:lnTo>
                <ns1:lnTo>
                  <ns1:pt x="0" y="114300"/>
                </ns1:lnTo>
                <ns1:close/>
              </ns1:path>
            </ns1:pathLst>
          </ns1:cu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200" name="trace:S06:content.auto.189">
            <ns1:extLst>
              <ns1:ext uri="{FF2B5EF4-FFF2-40B4-BE49-F238E27FC236}">
                <ns2:creationId id="{C52E0E2B-842D-4273-B250-63EF2D002BF3}"/>
              </ns1:ext>
            </ns1:extLst>
          </ns0:cNvPr>
          <ns0:cNvSpPr>
            <ns1:spLocks noGrp="1"/>
          </ns0:cNvSpPr>
          <ns0:nvPr/>
        </ns0:nvSpPr>
        <ns0:spPr>
          <ns1:xfrm>
            <ns1:off x="1400175" y="7886700"/>
            <ns1:ext cx="2476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7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プロジェクトのゴール</ns1:t>
            </ns1:r>
          </ns1:p>
        </ns0:txBody>
      </ns0:sp>
      <ns0:sp>
        <ns0:nvSpPr>
          <ns0:cNvPr id="201" name="trace:S06:content.auto.190">
            <ns1:extLst>
              <ns1:ext uri="{FF2B5EF4-FFF2-40B4-BE49-F238E27FC236}">
                <ns2:creationId id="{FC00E9EB-D993-4A73-8B12-61A3C91360C5}"/>
              </ns1:ext>
            </ns1:extLst>
          </ns0:cNvPr>
          <ns0:cNvSpPr>
            <ns1:spLocks noGrp="1"/>
          </ns0:cNvSpPr>
          <ns0:nvPr/>
        </ns0:nvSpPr>
        <ns0:spPr>
          <ns1:xfrm>
            <ns1:off x="5124450" y="7896225"/>
            <ns1:ext cx="2476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5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提案業務を効率化し、</ns1:t>
            </ns1:r>
          </ns1:p>
        </ns0:txBody>
      </ns0:sp>
      <ns0:sp>
        <ns0:nvSpPr>
          <ns0:cNvPr id="202" name="trace:S06:content.auto.191">
            <ns1:extLst>
              <ns1:ext uri="{FF2B5EF4-FFF2-40B4-BE49-F238E27FC236}">
                <ns2:creationId id="{31BFBEF8-8EC7-472E-AA62-DA7D7B535CF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0" y="7896225"/>
            <ns1:ext cx="233362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50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提案の質と量を高め、</ns1:t>
            </ns1:r>
          </ns1:p>
        </ns0:txBody>
      </ns0:sp>
      <ns0:sp>
        <ns0:nvSpPr>
          <ns0:cNvPr id="203" name="trace:S06:content.auto.192">
            <ns1:extLst>
              <ns1:ext uri="{FF2B5EF4-FFF2-40B4-BE49-F238E27FC236}">
                <ns2:creationId id="{A813CAEE-FB35-469C-8D34-AB9FE4085826}"/>
              </ns1:ext>
            </ns1:extLst>
          </ns0:cNvPr>
          <ns0:cNvSpPr>
            <ns1:spLocks noGrp="1"/>
          </ns0:cNvSpPr>
          <ns0:nvPr/>
        </ns0:nvSpPr>
        <ns0:spPr>
          <ns1:xfrm>
            <ns1:off x="9963150" y="7896225"/>
            <ns1:ext cx="50673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5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継続的に成果を生み出す仕組みを構築します。</ns1:t>
            </ns1:r>
          </ns1:p>
        </ns0:txBody>
      </ns0:sp>
      <ns0:sp>
        <ns0:nvSpPr>
          <ns0:cNvPr id="204" name="trace:S06:content.auto.193">
            <ns1:extLst>
              <ns1:ext uri="{FF2B5EF4-FFF2-40B4-BE49-F238E27FC236}">
                <ns2:creationId id="{84B82BEF-83B5-4CBF-8E10-F25739006939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8458200"/>
            <ns1:ext cx="14801850" cy="9525"/>
          </ns1:xfrm>
          <ns1:prstGeom prst="rect">
            <ns1:avLst/>
          </ns1:prstGeom>
          <ns1:solidFill>
            <ns1:srgbClr val="CFD7DC"/>
          </ns1:solidFill>
          <ns1:ln w="0">
            <ns1:noFill/>
            <ns1:prstDash val="solid"/>
          </ns1:ln>
        </ns0:spPr>
      </ns0:sp>
      <ns0:sp>
        <ns0:nvSpPr>
          <ns0:cNvPr id="205" name="trace:S06:content.auto.194">
            <ns1:extLst>
              <ns1:ext uri="{FF2B5EF4-FFF2-40B4-BE49-F238E27FC236}">
                <ns2:creationId id="{E79443BF-C785-4662-A8DA-4C6C710C3CE4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8534400"/>
            <ns1:ext cx="5715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E51D27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206" name="trace:S06:content.auto.195">
            <ns1:extLst>
              <ns1:ext uri="{FF2B5EF4-FFF2-40B4-BE49-F238E27FC236}">
                <ns2:creationId id="{48F5AA60-FBCE-4AAA-BE71-8885CAA7E9F4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8524875"/>
            <ns1:ext cx="19050" cy="257175"/>
          </ns1:xfrm>
          <ns1:prstGeom prst="rect">
            <ns1:avLst/>
          </ns1:prstGeom>
          <ns1:solidFill>
            <ns1:srgbClr val="E51D27"/>
          </ns1:solidFill>
          <ns1:ln w="0">
            <ns1:noFill/>
            <ns1:prstDash val="solid"/>
          </ns1:ln>
        </ns0:spPr>
      </ns0:sp>
      <ns0:sp>
        <ns0:nvSpPr>
          <ns0:cNvPr id="207" name="trace:S06:footer.brand">
            <ns1:extLst>
              <ns1:ext uri="{FF2B5EF4-FFF2-40B4-BE49-F238E27FC236}">
                <ns2:creationId id="{6C53D7B1-54A6-44DA-AC9D-CD71E6322DA4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8515350"/>
            <ns1:ext cx="1524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208" name="trace:S06:footer.brand.2">
            <ns1:extLst>
              <ns1:ext uri="{FF2B5EF4-FFF2-40B4-BE49-F238E27FC236}">
                <ns2:creationId id="{449D7F60-ECB2-47DC-BC8D-DA1A19559DC3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0" y="8524875"/>
            <ns1:ext cx="4048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r">
              <ns1:buNone/>
              <ns1:defRPr sz="1050">
                <ns1:solidFill>
                  <ns1:srgbClr val="5C6C7B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C6C7B"/>
                </ns1:solidFill>
                <ns1:latin typeface="Yu Gothic"/>
                <ns1:ea typeface="Yu Gothic"/>
                <ns1:cs typeface="Yu Gothic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295778644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2026-09-20T23:21:37.3510000Z</dcterms:created>
  <dcterms:modified xsi:type="dcterms:W3CDTF">2026-09-20T23:21:37.3510000Z</dcterms:modified>
</coreProperties>
</file>