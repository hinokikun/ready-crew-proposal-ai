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b7abc323c64e3e" /><Relationship Type="http://schemas.openxmlformats.org/officeDocument/2006/relationships/extended-properties" Target="/docProps/app.xml" Id="R7795b66f0b72408b" /><Relationship Type="http://schemas.openxmlformats.org/officeDocument/2006/relationships/officeDocument" Target="/ppt/presentation.xml" Id="Rb36609e62f484e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20e6cf886d42d6"/>
  </p:sldMasterIdLst>
  <p:notesMasterIdLst>
    <p:notesMasterId xmlns:r="http://schemas.openxmlformats.org/officeDocument/2006/relationships" r:id="R78dfeff342a54a9d"/>
  </p:notesMasterIdLst>
  <p:sldIdLst>
    <p:sldId xmlns:r="http://schemas.openxmlformats.org/officeDocument/2006/relationships" id="256" r:id="R718dbdf108c64756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09c7d7c29f4770" /><Relationship Type="http://schemas.openxmlformats.org/officeDocument/2006/relationships/slideMaster" Target="/ppt/slideMasters/slideMaster1.xml" Id="R3a20e6cf886d42d6" /><Relationship Type="http://schemas.openxmlformats.org/officeDocument/2006/relationships/notesMaster" Target="/ppt/notesMasters/notesMaster1.xml" Id="R78dfeff342a54a9d" /><Relationship Type="http://schemas.openxmlformats.org/officeDocument/2006/relationships/presProps" Target="/ppt/presProps.xml" Id="R51dece11c97e4ec8" /><Relationship Type="http://schemas.openxmlformats.org/officeDocument/2006/relationships/tableStyles" Target="/ppt/tableStyles.xml" Id="R53f446ba813544df" /><Relationship Type="http://schemas.openxmlformats.org/officeDocument/2006/relationships/slide" Target="/ppt/slides/slide1.xml" Id="R718dbdf108c647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8d4d617a5944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1d02c407b44142" /><Relationship Type="http://schemas.openxmlformats.org/officeDocument/2006/relationships/notesMaster" Target="/ppt/notesMasters/notesMaster1.xml" Id="Rea354f6c636a46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5006a9b5f44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7ac4dfb5f14596" /><Relationship Type="http://schemas.openxmlformats.org/officeDocument/2006/relationships/slideLayout" Target="/ppt/slideLayouts/slideLayout1.xml" Id="R29e6f5de564341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e6f5de564341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b3672a184445d" /><Relationship Type="http://schemas.openxmlformats.org/officeDocument/2006/relationships/notesSlide" Target="/ppt/notesSlides/notesSlide1.xml" Id="R631bda1ea51343c0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8" name="trace:S02:content.auto">
            <ns1:extLst>
              <ns1:ext uri="{FF2B5EF4-FFF2-40B4-BE49-F238E27FC236}">
                <ns2:creationId id="{E71F8BB7-343A-45B9-ADA7-1222C6D65DE6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219075"/>
            <ns1:ext cx="342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02</ns1:t>
            </ns1:r>
          </ns1:p>
        </ns0:txBody>
      </ns0:sp>
      <ns0:sp>
        <ns0:nvSpPr>
          <ns0:cNvPr id="2" name="trace:S02:content.auto.2">
            <ns1:extLst>
              <ns1:ext uri="{FF2B5EF4-FFF2-40B4-BE49-F238E27FC236}">
                <ns2:creationId id="{04170C04-F51E-434D-A13A-1266F5896105}"/>
              </ns1:ext>
            </ns1:extLst>
          </ns0:cNvPr>
          <ns0:cNvSpPr>
            <ns1:spLocks noGrp="1"/>
          </ns0:cNvSpPr>
          <ns0:nvPr/>
        </ns0:nvSpPr>
        <ns0:spPr>
          <ns1:xfrm>
            <ns1:off x="771525" y="219075"/>
            <ns1:ext cx="9525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3" name="trace:S02:content.auto.3">
            <ns1:extLst>
              <ns1:ext uri="{FF2B5EF4-FFF2-40B4-BE49-F238E27FC236}">
                <ns2:creationId id="{E099505C-1770-495A-8AEC-90C3E11D463C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190500"/>
            <ns1:ext cx="2190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経営判断</ns1:t>
            </ns1:r>
          </ns1:p>
        </ns0:txBody>
      </ns0:sp>
      <ns0:sp>
        <ns0:nvSpPr>
          <ns0:cNvPr id="4" name="trace:S02:content.auto.4">
            <ns1:extLst>
              <ns1:ext uri="{FF2B5EF4-FFF2-40B4-BE49-F238E27FC236}">
                <ns2:creationId id="{C909C521-57A8-4A50-B628-7CD661E3B9E4}"/>
              </ns1:ext>
            </ns1:extLst>
          </ns0:cNvPr>
          <ns0:cNvSpPr>
            <ns1:spLocks noGrp="1"/>
          </ns0:cNvSpPr>
          <ns0:nvPr/>
        </ns0:nvSpPr>
        <ns0:spPr>
          <ns1:xfrm>
            <ns1:off x="1943100" y="304800"/>
            <ns1:ext cx="10382250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5" name="trace:S02:footer.date">
            <ns1:extLst>
              <ns1:ext uri="{FF2B5EF4-FFF2-40B4-BE49-F238E27FC236}">
                <ns2:creationId id="{87B033AE-5FBB-4492-93D3-38F289EF4860}"/>
              </ns1:ext>
            </ns1:extLst>
          </ns0:cNvPr>
          <ns0:cNvSpPr>
            <ns1:spLocks noGrp="1"/>
          </ns0:cNvSpPr>
          <ns0:nvPr/>
        </ns0:nvSpPr>
        <ns0:spPr>
          <ns1:xfrm>
            <ns1:off x="12001500" y="209550"/>
            <ns1:ext cx="133350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r">
              <ns1:lnSpc>
                <ns1:spcPct val="108000"/>
              </ns1:lnSpc>
              <ns1:buNone/>
              <ns1:defRPr sz="97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7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2026.08.26</ns1:t>
            </ns1:r>
          </ns1:p>
        </ns0:txBody>
      </ns0:sp>
      <ns0:sp>
        <ns0:nvSpPr>
          <ns0:cNvPr id="6" name="trace:S02:title.primary">
            <ns1:extLst>
              <ns1:ext uri="{FF2B5EF4-FFF2-40B4-BE49-F238E27FC236}">
                <ns2:creationId id="{A7C63091-9FCC-4E64-95F4-176AD5CB05DC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571500"/>
            <ns1:ext cx="647700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5000"/>
              </ns1:lnSpc>
              <ns1:buNone/>
              <ns1:defRPr sz="3750">
                <ns1:latin typeface="Yu Gothic UI"/>
                <ns1:ea typeface="Yu Gothic UI"/>
                <ns1:cs typeface="Yu Gothic UI"/>
              </ns1:defRPr>
            </ns1:pPr>
            <ns1:r>
              <ns1:rPr sz="375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経営判断</ns1:t>
            </ns1:r>
            <ns1:r>
              <ns1:rPr sz="37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の要点</ns1:t>
            </ns1:r>
          </ns1:p>
        </ns0:txBody>
      </ns0:sp>
      <ns0:sp>
        <ns0:nvSpPr>
          <ns0:cNvPr id="7" name="trace:S02:title.primary.2">
            <ns1:extLst>
              <ns1:ext uri="{FF2B5EF4-FFF2-40B4-BE49-F238E27FC236}">
                <ns2:creationId id="{8633590D-84C0-49AA-A06B-D2F0F8487126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1362075"/>
            <ns1:ext cx="1257300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5000"/>
              </ns1:lnSpc>
              <ns1:buNone/>
              <ns1:defRPr sz="1575">
                <ns1:latin typeface="Yu Gothic UI"/>
                <ns1:ea typeface="Yu Gothic UI"/>
                <ns1:cs typeface="Yu Gothic UI"/>
              </ns1:defRPr>
            </ns1:pPr>
            <ns1:r>
              <ns1:rPr sz="1575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導入判断に必要な論点を整理し、課題適合と運用定着の両面から、</ns1:t>
            </ns1:r>
            <ns1:r>
              <ns1:rPr sz="15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優先して確認すべき事項</ns1:t>
            </ns1:r>
            <ns1:r>
              <ns1:rPr sz="1575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を明確化します。</ns1:t>
            </ns1:r>
          </ns1:p>
        </ns0:txBody>
      </ns0:sp>
      <ns0:sp>
        <ns0:nvSpPr>
          <ns0:cNvPr id="8" name="trace:S02:content.auto.5">
            <ns1:extLst>
              <ns1:ext uri="{FF2B5EF4-FFF2-40B4-BE49-F238E27FC236}">
                <ns2:creationId id="{C0EBAA1A-4E4A-4B7B-958F-34DC12D22E0D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1990725"/>
            <ns1:ext cx="400050" cy="0"/>
          </ns1:xfrm>
          <ns1:prstGeom prst="line">
            <ns1:avLst/>
          </ns1:prstGeom>
          <ns1:noFill/>
          <ns1:ln w="38100">
            <ns1:solidFill>
              <ns1:srgbClr val="E91D2B"/>
            </ns1:solidFill>
            <ns1:prstDash val="solid"/>
          </ns1:ln>
        </ns0:spPr>
      </ns0:sp>
      <ns0:sp>
        <ns0:nvSpPr>
          <ns0:cNvPr id="9" name="trace:S02:content.auto.6">
            <ns1:extLst>
              <ns1:ext uri="{FF2B5EF4-FFF2-40B4-BE49-F238E27FC236}">
                <ns2:creationId id="{48F009AB-E7EE-4577-9C22-87FB58799E46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1895475"/>
            <ns1:ext cx="2095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判断の前提</ns1:t>
            </ns1:r>
          </ns1:p>
        </ns0:txBody>
      </ns0:sp>
      <ns0:sp>
        <ns0:nvSpPr>
          <ns0:cNvPr id="10" name="trace:S02:content.auto.7">
            <ns1:extLst>
              <ns1:ext uri="{FF2B5EF4-FFF2-40B4-BE49-F238E27FC236}">
                <ns2:creationId id="{CE963DBD-75D7-4BC9-9846-02C92652B194}"/>
              </ns1:ext>
            </ns1:extLst>
          </ns0:cNvPr>
          <ns0:cNvSpPr>
            <ns1:spLocks noGrp="1"/>
          </ns0:cNvSpPr>
          <ns0:nvPr/>
        </ns0:nvSpPr>
        <ns0:spPr>
          <ns1:xfrm>
            <ns1:off x="8801100" y="1924050"/>
            <ns1:ext cx="0" cy="0"/>
          </ns1:xfrm>
          <ns1:prstGeom prst="line">
            <ns1:avLst/>
          </ns1:prstGeom>
          <ns1:noFill/>
          <ns1:ln w="9525">
            <ns1:solidFill>
              <ns1:srgbClr val="D8E0E7"/>
            </ns1:solidFill>
            <ns1:prstDash val="solid"/>
          </ns1:ln>
        </ns0:spPr>
      </ns0:sp>
      <ns0:sp>
        <ns0:nvSpPr>
          <ns0:cNvPr id="11" name="trace:S02:content.auto.8">
            <ns1:extLst>
              <ns1:ext uri="{FF2B5EF4-FFF2-40B4-BE49-F238E27FC236}">
                <ns2:creationId id="{C824369B-DDA5-45A8-956E-B8D2C3F320A0}"/>
              </ns1:ext>
            </ns1:extLst>
          </ns0:cNvPr>
          <ns0:cNvSpPr>
            <ns1:spLocks noGrp="1"/>
          </ns0:cNvSpPr>
          <ns0:nvPr/>
        </ns0:nvSpPr>
        <ns0:spPr>
          <ns1:xfrm>
            <ns1:off x="9525000" y="1895475"/>
            <ns1:ext cx="1905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期待効果</ns1:t>
            </ns1:r>
          </ns1:p>
        </ns0:txBody>
      </ns0:sp>
      <ns0:sp>
        <ns0:nvSpPr>
          <ns0:cNvPr id="12" name="trace:S02:content.auto.9">
            <ns1:extLst>
              <ns1:ext uri="{FF2B5EF4-FFF2-40B4-BE49-F238E27FC236}">
                <ns2:creationId id="{E059E879-B085-40EE-B229-5DB029A0E50B}"/>
              </ns1:ext>
            </ns1:extLst>
          </ns0:cNvPr>
          <ns0:cNvSpPr>
            <ns1:spLocks noGrp="1"/>
          </ns0:cNvSpPr>
          <ns0:nvPr/>
        </ns0:nvSpPr>
        <ns0:spPr>
          <ns1:xfrm>
            <ns1:off x="8991600" y="1990725"/>
            <ns1:ext cx="400050" cy="0"/>
          </ns1:xfrm>
          <ns1:prstGeom prst="line">
            <ns1:avLst/>
          </ns1:prstGeom>
          <ns1:noFill/>
          <ns1:ln w="38100">
            <ns1:solidFill>
              <ns1:srgbClr val="E91D2B"/>
            </ns1:solidFill>
            <ns1:prstDash val="solid"/>
          </ns1:ln>
        </ns0:spPr>
      </ns0:sp>
      <ns0:sp>
        <ns0:nvSpPr>
          <ns0:cNvPr id="13" name="trace:S02:content.auto.10">
            <ns1:extLst>
              <ns1:ext uri="{FF2B5EF4-FFF2-40B4-BE49-F238E27FC236}">
                <ns2:creationId id="{81F45E1E-1F3B-43FE-84E4-16ED5BFDEE5B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2219325"/>
            <ns1:ext cx="2667000" cy="2714625"/>
          </ns1:xfrm>
          <ns1:prstGeom prst="roundRect">
            <ns1:avLst>
              <ns1:gd name="adj" fmla="val 2857"/>
            </ns1:avLst>
          </ns1:prstGeom>
          <ns1:solidFill>
            <ns1:srgbClr val="FFF0F2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14" name="trace:S02:content.auto.11">
            <ns1:extLst>
              <ns1:ext uri="{FF2B5EF4-FFF2-40B4-BE49-F238E27FC236}">
                <ns2:creationId id="{53C3256E-3B46-4A5E-A669-0428AC66A43A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2324100"/>
            <ns1:ext cx="514350" cy="514350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5" name="trace:S02:content.auto.12">
            <ns1:extLst>
              <ns1:ext uri="{FF2B5EF4-FFF2-40B4-BE49-F238E27FC236}">
                <ns2:creationId id="{66BBFF55-0F67-4081-9DC5-AAA9CB18650C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2419350"/>
            <ns1:ext cx="514350" cy="438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20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01</ns1:t>
            </ns1:r>
          </ns1:p>
        </ns0:txBody>
      </ns0:sp>
      <ns0:sp>
        <ns0:nvSpPr>
          <ns0:cNvPr id="16" name="trace:S02:content.auto.13">
            <ns1:extLst>
              <ns1:ext uri="{FF2B5EF4-FFF2-40B4-BE49-F238E27FC236}">
                <ns2:creationId id="{54580BA6-21F7-4007-ADE4-0107468C4721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" y="2438400"/>
            <ns1:ext cx="1009650" cy="1009650"/>
          </ns1:xfrm>
          <ns1:prstGeom prst="ellipse">
            <ns1:avLst/>
          </ns1:prstGeom>
          <ns1:solidFill>
            <ns1:srgbClr val="FDE6E9"/>
          </ns1:solidFill>
          <ns1:ln w="9525">
            <ns1:solidFill>
              <ns1:srgbClr val="FDE6E9"/>
            </ns1:solidFill>
            <ns1:prstDash val="solid"/>
          </ns1:ln>
        </ns0:spPr>
      </ns0:sp>
      <ns0:sp>
        <ns0:nvSpPr>
          <ns0:cNvPr id="17" name="trace:S02:content.auto.14">
            <ns1:extLst>
              <ns1:ext uri="{FF2B5EF4-FFF2-40B4-BE49-F238E27FC236}">
                <ns2:creationId id="{8FD4A852-CE9A-4EDC-AC25-86FA021D5A22}"/>
              </ns1:ext>
            </ns1:extLst>
          </ns0:cNvPr>
          <ns0:cNvSpPr>
            <ns1:spLocks noGrp="1"/>
          </ns0:cNvSpPr>
          <ns0:nvPr/>
        </ns0:nvSpPr>
        <ns0:spPr>
          <ns1:xfrm>
            <ns1:off x="1647825" y="2657475"/>
            <ns1:ext cx="289179" cy="394335"/>
          </ns1:xfrm>
          <ns1:prstGeom prst="rect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8" name="trace:S02:content.auto.15">
            <ns1:extLst>
              <ns1:ext uri="{FF2B5EF4-FFF2-40B4-BE49-F238E27FC236}">
                <ns2:creationId id="{7D2ADEC1-4F31-4774-B935-2932454DF8BE}"/>
              </ns1:ext>
            </ns1:extLst>
          </ns0:cNvPr>
          <ns0:cNvSpPr>
            <ns1:spLocks noGrp="1"/>
          </ns0:cNvSpPr>
          <ns0:nvPr/>
        </ns0:nvSpPr>
        <ns0:spPr>
          <ns1:xfrm>
            <ns1:off x="1713548" y="2841498"/>
            <ns1:ext cx="157734" cy="0"/>
          </ns1:xfrm>
          <ns1:prstGeom prst="line">
            <ns1:avLst/>
          </ns1:prstGeom>
          <ns1:noFill/>
          <ns1:ln w="14288">
            <ns1:solidFill>
              <ns1:srgbClr val="0D2238"/>
            </ns1:solidFill>
            <ns1:prstDash val="solid"/>
          </ns1:ln>
        </ns0:spPr>
      </ns0:sp>
      <ns0:sp>
        <ns0:nvSpPr>
          <ns0:cNvPr id="19" name="trace:S02:content.auto.16">
            <ns1:extLst>
              <ns1:ext uri="{FF2B5EF4-FFF2-40B4-BE49-F238E27FC236}">
                <ns2:creationId id="{A72AEB74-16C7-42BB-9856-B83EA71FF738}"/>
              </ns1:ext>
            </ns1:extLst>
          </ns0:cNvPr>
          <ns0:cNvSpPr>
            <ns1:spLocks noGrp="1"/>
          </ns0:cNvSpPr>
          <ns0:nvPr/>
        </ns0:nvSpPr>
        <ns0:spPr>
          <ns1:xfrm>
            <ns1:off x="1713548" y="2920365"/>
            <ns1:ext cx="157734" cy="0"/>
          </ns1:xfrm>
          <ns1:prstGeom prst="line">
            <ns1:avLst/>
          </ns1:prstGeom>
          <ns1:noFill/>
          <ns1:ln w="14288">
            <ns1:solidFill>
              <ns1:srgbClr val="0D2238"/>
            </ns1:solidFill>
            <ns1:prstDash val="solid"/>
          </ns1:ln>
        </ns0:spPr>
      </ns0:sp>
      <ns0:sp>
        <ns0:nvSpPr>
          <ns0:cNvPr id="20" name="trace:S02:content.auto.17">
            <ns1:extLst>
              <ns1:ext uri="{FF2B5EF4-FFF2-40B4-BE49-F238E27FC236}">
                <ns2:creationId id="{DC6F1221-9AED-4BE2-979F-D20260B1B4D1}"/>
              </ns1:ext>
            </ns1:extLst>
          </ns0:cNvPr>
          <ns0:cNvSpPr>
            <ns1:spLocks noGrp="1"/>
          </ns0:cNvSpPr>
          <ns0:nvPr/>
        </ns0:nvSpPr>
        <ns0:spPr>
          <ns1:xfrm>
            <ns1:off x="1844993" y="2657475"/>
            <ns1:ext cx="92012" cy="92012"/>
          </ns1:xfrm>
          <ns1:prstGeom prst="line">
            <ns1:avLst/>
          </ns1:prstGeom>
          <ns1:noFill/>
          <ns1:ln w="14288">
            <ns1:solidFill>
              <ns1:srgbClr val="0D2238"/>
            </ns1:solidFill>
            <ns1:prstDash val="solid"/>
          </ns1:ln>
        </ns0:spPr>
      </ns0:sp>
      <ns0:sp>
        <ns0:nvSpPr>
          <ns0:cNvPr id="21" name="trace:S02:content.auto.18">
            <ns1:extLst>
              <ns1:ext uri="{FF2B5EF4-FFF2-40B4-BE49-F238E27FC236}">
                <ns2:creationId id="{FC62C198-B410-4618-A4C7-0A0A6EA482AB}"/>
              </ns1:ext>
            </ns1:extLst>
          </ns0:cNvPr>
          <ns0:cNvSpPr>
            <ns1:spLocks noGrp="1"/>
          </ns0:cNvSpPr>
          <ns0:nvPr/>
        </ns0:nvSpPr>
        <ns0:spPr>
          <ns1:xfrm>
            <ns1:off x="1162050" y="3495675"/>
            <ns1:ext cx="169545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8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8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背景</ns1:t>
            </ns1:r>
          </ns1:p>
        </ns0:txBody>
      </ns0:sp>
      <ns0:sp>
        <ns0:nvSpPr>
          <ns0:cNvPr id="22" name="trace:S02:lead">
            <ns1:extLst>
              <ns1:ext uri="{FF2B5EF4-FFF2-40B4-BE49-F238E27FC236}">
                <ns2:creationId id="{DB43ACA6-CE14-4C2F-9959-353F8AA18EBF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3905250"/>
            <ns1:ext cx="2171700" cy="990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導入範囲を明確化し、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対象業務・連携先・期待成果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を共通認識化する必要が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あります。</ns1:t>
            </ns1:r>
          </ns1:p>
        </ns0:txBody>
      </ns0:sp>
      <ns0:sp>
        <ns0:nvSpPr>
          <ns0:cNvPr id="23" name="trace:S02:content.auto.19">
            <ns1:extLst>
              <ns1:ext uri="{FF2B5EF4-FFF2-40B4-BE49-F238E27FC236}">
                <ns2:creationId id="{0B1D5D54-EAC0-409A-A96C-06122864817C}"/>
              </ns1:ext>
            </ns1:extLst>
          </ns0:cNvPr>
          <ns0:cNvSpPr>
            <ns1:spLocks noGrp="1"/>
          </ns0:cNvSpPr>
          <ns0:nvPr/>
        </ns0:nvSpPr>
        <ns0:spPr>
          <ns1:xfrm>
            <ns1:off x="3162300" y="2219325"/>
            <ns1:ext cx="2667000" cy="2714625"/>
          </ns1:xfrm>
          <ns1:prstGeom prst="roundRect">
            <ns1:avLst>
              <ns1:gd name="adj" fmla="val 2857"/>
            </ns1:avLst>
          </ns1:prstGeom>
          <ns1:solidFill>
            <ns1:srgbClr val="FFF0F2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24" name="trace:S02:content.auto.20">
            <ns1:extLst>
              <ns1:ext uri="{FF2B5EF4-FFF2-40B4-BE49-F238E27FC236}">
                <ns2:creationId id="{D7415BD7-5A80-49FC-94FF-52C14172900E}"/>
              </ns1:ext>
            </ns1:extLst>
          </ns0:cNvPr>
          <ns0:cNvSpPr>
            <ns1:spLocks noGrp="1"/>
          </ns0:cNvSpPr>
          <ns0:nvPr/>
        </ns0:nvSpPr>
        <ns0:spPr>
          <ns1:xfrm>
            <ns1:off x="3333750" y="2324100"/>
            <ns1:ext cx="514350" cy="514350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25" name="trace:S02:content.auto.21">
            <ns1:extLst>
              <ns1:ext uri="{FF2B5EF4-FFF2-40B4-BE49-F238E27FC236}">
                <ns2:creationId id="{2422A7DD-453D-433C-96B9-40F986FBFB47}"/>
              </ns1:ext>
            </ns1:extLst>
          </ns0:cNvPr>
          <ns0:cNvSpPr>
            <ns1:spLocks noGrp="1"/>
          </ns0:cNvSpPr>
          <ns0:nvPr/>
        </ns0:nvSpPr>
        <ns0:spPr>
          <ns1:xfrm>
            <ns1:off x="3333750" y="2419350"/>
            <ns1:ext cx="514350" cy="438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20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02</ns1:t>
            </ns1:r>
          </ns1:p>
        </ns0:txBody>
      </ns0:sp>
      <ns0:sp>
        <ns0:nvSpPr>
          <ns0:cNvPr id="26" name="trace:S02:content.auto.22">
            <ns1:extLst>
              <ns1:ext uri="{FF2B5EF4-FFF2-40B4-BE49-F238E27FC236}">
                <ns2:creationId id="{57C5BE73-A901-43D7-A697-422047B02EF1}"/>
              </ns1:ext>
            </ns1:extLst>
          </ns0:cNvPr>
          <ns0:cNvSpPr>
            <ns1:spLocks noGrp="1"/>
          </ns0:cNvSpPr>
          <ns0:nvPr/>
        </ns0:nvSpPr>
        <ns0:spPr>
          <ns1:xfrm>
            <ns1:off x="4076700" y="2438400"/>
            <ns1:ext cx="1009650" cy="1009650"/>
          </ns1:xfrm>
          <ns1:prstGeom prst="ellipse">
            <ns1:avLst/>
          </ns1:prstGeom>
          <ns1:solidFill>
            <ns1:srgbClr val="FDE6E9"/>
          </ns1:solidFill>
          <ns1:ln w="9525">
            <ns1:solidFill>
              <ns1:srgbClr val="FDE6E9"/>
            </ns1:solidFill>
            <ns1:prstDash val="solid"/>
          </ns1:ln>
        </ns0:spPr>
      </ns0:sp>
      <ns0:sp>
        <ns0:nvSpPr>
          <ns0:cNvPr id="27" name="trace:S02:content.auto.23">
            <ns1:extLst>
              <ns1:ext uri="{FF2B5EF4-FFF2-40B4-BE49-F238E27FC236}">
                <ns2:creationId id="{78A5614E-C5E7-418B-AF5E-05997B9ACA5D}"/>
              </ns1:ext>
            </ns1:extLst>
          </ns0:cNvPr>
          <ns0:cNvSpPr>
            <ns1:spLocks noGrp="1"/>
          </ns0:cNvSpPr>
          <ns0:nvPr/>
        </ns0:nvSpPr>
        <ns0:spPr>
          <ns1:xfrm>
            <ns1:off x="4362450" y="2724150"/>
            <ns1:ext cx="452628" cy="150876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28" name="trace:S02:content.auto.24">
            <ns1:extLst>
              <ns1:ext uri="{FF2B5EF4-FFF2-40B4-BE49-F238E27FC236}">
                <ns2:creationId id="{31357A1A-9EC7-4985-A535-E76585A7376E}"/>
              </ns1:ext>
            </ns1:extLst>
          </ns0:cNvPr>
          <ns0:cNvSpPr>
            <ns1:spLocks noGrp="1"/>
          </ns0:cNvSpPr>
          <ns0:nvPr/>
        </ns0:nvSpPr>
        <ns0:spPr>
          <ns1:xfrm>
            <ns1:off x="4362450" y="2975610"/>
            <ns1:ext cx="452628" cy="150876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29" name="trace:S02:content.auto.25">
            <ns1:extLst>
              <ns1:ext uri="{FF2B5EF4-FFF2-40B4-BE49-F238E27FC236}">
                <ns2:creationId id="{DDB720F4-478D-460A-9C04-0360F54DD2DA}"/>
              </ns1:ext>
            </ns1:extLst>
          </ns0:cNvPr>
          <ns0:cNvSpPr>
            <ns1:spLocks noGrp="1"/>
          </ns0:cNvSpPr>
          <ns0:nvPr/>
        </ns0:nvSpPr>
        <ns0:spPr>
          <ns1:xfrm>
            <ns1:off x="4362450" y="2799588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30" name="trace:S02:content.auto.26">
            <ns1:extLst>
              <ns1:ext uri="{FF2B5EF4-FFF2-40B4-BE49-F238E27FC236}">
                <ns2:creationId id="{0DF334EB-61AC-4C09-81B7-8DCD11DD99E2}"/>
              </ns1:ext>
            </ns1:extLst>
          </ns0:cNvPr>
          <ns0:cNvSpPr>
            <ns1:spLocks noGrp="1"/>
          </ns0:cNvSpPr>
          <ns0:nvPr/>
        </ns0:nvSpPr>
        <ns0:spPr>
          <ns1:xfrm>
            <ns1:off x="4815078" y="2799588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31" name="trace:S02:content.auto.27">
            <ns1:extLst>
              <ns1:ext uri="{FF2B5EF4-FFF2-40B4-BE49-F238E27FC236}">
                <ns2:creationId id="{7D1ED1C0-B483-49F5-96C7-EE788FFBFB5E}"/>
              </ns1:ext>
            </ns1:extLst>
          </ns0:cNvPr>
          <ns0:cNvSpPr>
            <ns1:spLocks noGrp="1"/>
          </ns0:cNvSpPr>
          <ns0:nvPr/>
        </ns0:nvSpPr>
        <ns0:spPr>
          <ns1:xfrm>
            <ns1:off x="4362450" y="3051048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32" name="trace:S02:content.auto.28">
            <ns1:extLst>
              <ns1:ext uri="{FF2B5EF4-FFF2-40B4-BE49-F238E27FC236}">
                <ns2:creationId id="{4225F63B-77BE-48A8-BB7B-20A7CF5AFB4A}"/>
              </ns1:ext>
            </ns1:extLst>
          </ns0:cNvPr>
          <ns0:cNvSpPr>
            <ns1:spLocks noGrp="1"/>
          </ns0:cNvSpPr>
          <ns0:nvPr/>
        </ns0:nvSpPr>
        <ns0:spPr>
          <ns1:xfrm>
            <ns1:off x="4815078" y="3051048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33" name="trace:S02:content.auto.29">
            <ns1:extLst>
              <ns1:ext uri="{FF2B5EF4-FFF2-40B4-BE49-F238E27FC236}">
                <ns2:creationId id="{349C7D0C-F637-462C-BE48-1092028FAE25}"/>
              </ns1:ext>
            </ns1:extLst>
          </ns0:cNvPr>
          <ns0:cNvSpPr>
            <ns1:spLocks noGrp="1"/>
          </ns0:cNvSpPr>
          <ns0:nvPr/>
        </ns0:nvSpPr>
        <ns0:spPr>
          <ns1:xfrm>
            <ns1:off x="3943350" y="3495675"/>
            <ns1:ext cx="169545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8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8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現状課題</ns1:t>
            </ns1:r>
          </ns1:p>
        </ns0:txBody>
      </ns0:sp>
      <ns0:sp>
        <ns0:nvSpPr>
          <ns0:cNvPr id="34" name="trace:S02:lead.2">
            <ns1:extLst>
              <ns1:ext uri="{FF2B5EF4-FFF2-40B4-BE49-F238E27FC236}">
                <ns2:creationId id="{E4C7749B-21E6-403C-B62F-1BE6E40A166B}"/>
              </ns1:ext>
            </ns1:extLst>
          </ns0:cNvPr>
          <ns0:cNvSpPr>
            <ns1:spLocks noGrp="1"/>
          </ns0:cNvSpPr>
          <ns0:nvPr/>
        </ns0:nvSpPr>
        <ns0:spPr>
          <ns1:xfrm>
            <ns1:off x="3409950" y="3905250"/>
            <ns1:ext cx="2171700" cy="990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目的と課題、判断基準、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必要データが分散し、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導入判断に時間がかかって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います。</ns1:t>
            </ns1:r>
          </ns1:p>
        </ns0:txBody>
      </ns0:sp>
      <ns0:sp>
        <ns0:nvSpPr>
          <ns0:cNvPr id="35" name="trace:S02:content.auto.30">
            <ns1:extLst>
              <ns1:ext uri="{FF2B5EF4-FFF2-40B4-BE49-F238E27FC236}">
                <ns2:creationId id="{E85AEAB0-237A-400D-8E13-8B00CAB95F09}"/>
              </ns1:ext>
            </ns1:extLst>
          </ns0:cNvPr>
          <ns0:cNvSpPr>
            <ns1:spLocks noGrp="1"/>
          </ns0:cNvSpPr>
          <ns0:nvPr/>
        </ns0:nvSpPr>
        <ns0:spPr>
          <ns1:xfrm>
            <ns1:off x="5943600" y="2219325"/>
            <ns1:ext cx="2667000" cy="2714625"/>
          </ns1:xfrm>
          <ns1:prstGeom prst="roundRect">
            <ns1:avLst>
              <ns1:gd name="adj" fmla="val 2857"/>
            </ns1:avLst>
          </ns1:prstGeom>
          <ns1:solidFill>
            <ns1:srgbClr val="FFF0F2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36" name="trace:S02:content.auto.31">
            <ns1:extLst>
              <ns1:ext uri="{FF2B5EF4-FFF2-40B4-BE49-F238E27FC236}">
                <ns2:creationId id="{16B0BAFD-9541-4DCF-9D9F-F915B6B18D9B}"/>
              </ns1:ext>
            </ns1:extLst>
          </ns0:cNvPr>
          <ns0:cNvSpPr>
            <ns1:spLocks noGrp="1"/>
          </ns0:cNvSpPr>
          <ns0:nvPr/>
        </ns0:nvSpPr>
        <ns0:spPr>
          <ns1:xfrm>
            <ns1:off x="6115050" y="2324100"/>
            <ns1:ext cx="514350" cy="514350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37" name="trace:S02:content.auto.32">
            <ns1:extLst>
              <ns1:ext uri="{FF2B5EF4-FFF2-40B4-BE49-F238E27FC236}">
                <ns2:creationId id="{558879FF-A092-4C5D-AEDD-6577FF2C3316}"/>
              </ns1:ext>
            </ns1:extLst>
          </ns0:cNvPr>
          <ns0:cNvSpPr>
            <ns1:spLocks noGrp="1"/>
          </ns0:cNvSpPr>
          <ns0:nvPr/>
        </ns0:nvSpPr>
        <ns0:spPr>
          <ns1:xfrm>
            <ns1:off x="6115050" y="2419350"/>
            <ns1:ext cx="514350" cy="438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20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03</ns1:t>
            </ns1:r>
          </ns1:p>
        </ns0:txBody>
      </ns0:sp>
      <ns0:sp>
        <ns0:nvSpPr>
          <ns0:cNvPr id="38" name="trace:S02:content.auto.33">
            <ns1:extLst>
              <ns1:ext uri="{FF2B5EF4-FFF2-40B4-BE49-F238E27FC236}">
                <ns2:creationId id="{64E63715-6E28-4A4A-9368-900A2CECA8B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0" y="2438400"/>
            <ns1:ext cx="1009650" cy="1009650"/>
          </ns1:xfrm>
          <ns1:prstGeom prst="ellipse">
            <ns1:avLst/>
          </ns1:prstGeom>
          <ns1:solidFill>
            <ns1:srgbClr val="FDE6E9"/>
          </ns1:solidFill>
          <ns1:ln w="9525">
            <ns1:solidFill>
              <ns1:srgbClr val="FDE6E9"/>
            </ns1:solidFill>
            <ns1:prstDash val="solid"/>
          </ns1:ln>
        </ns0:spPr>
      </ns0:sp>
      <ns0:sp>
        <ns0:nvSpPr>
          <ns0:cNvPr id="39" name="trace:S02:content.auto.34">
            <ns1:extLst>
              <ns1:ext uri="{FF2B5EF4-FFF2-40B4-BE49-F238E27FC236}">
                <ns2:creationId id="{F7CD06E8-E674-411C-91FE-0DC9143A87EF}"/>
              </ns1:ext>
            </ns1:extLst>
          </ns0:cNvPr>
          <ns0:cNvSpPr>
            <ns1:spLocks noGrp="1"/>
          </ns0:cNvSpPr>
          <ns0:nvPr/>
        </ns0:nvSpPr>
        <ns0:spPr>
          <ns1:xfrm>
            <ns1:off x="7162800" y="2869121"/>
            <ns1:ext cx="76010" cy="130302"/>
          </ns1:xfrm>
          <ns1:prstGeom prst="rect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40" name="trace:S02:content.auto.35">
            <ns1:extLst>
              <ns1:ext uri="{FF2B5EF4-FFF2-40B4-BE49-F238E27FC236}">
                <ns2:creationId id="{4A04A2AB-531E-44B0-AE70-A057FCEA22A6}"/>
              </ns1:ext>
            </ns1:extLst>
          </ns0:cNvPr>
          <ns0:cNvSpPr>
            <ns1:spLocks noGrp="1"/>
          </ns0:cNvSpPr>
          <ns0:nvPr/>
        </ns0:nvSpPr>
        <ns0:spPr>
          <ns1:xfrm>
            <ns1:off x="7293102" y="2793111"/>
            <ns1:ext cx="76010" cy="206311"/>
          </ns1:xfrm>
          <ns1:prstGeom prst="rect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41" name="trace:S02:content.auto.36">
            <ns1:extLst>
              <ns1:ext uri="{FF2B5EF4-FFF2-40B4-BE49-F238E27FC236}">
                <ns2:creationId id="{86203A56-3556-437B-869A-DA8F9283A290}"/>
              </ns1:ext>
            </ns1:extLst>
          </ns0:cNvPr>
          <ns0:cNvSpPr>
            <ns1:spLocks noGrp="1"/>
          </ns0:cNvSpPr>
          <ns0:nvPr/>
        </ns0:nvSpPr>
        <ns0:spPr>
          <ns1:xfrm>
            <ns1:off x="7423404" y="2706243"/>
            <ns1:ext cx="76010" cy="293180"/>
          </ns1:xfrm>
          <ns1:prstGeom prst="rect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42" name="trace:S02:content.auto.37">
            <ns1:extLst>
              <ns1:ext uri="{FF2B5EF4-FFF2-40B4-BE49-F238E27FC236}">
                <ns2:creationId id="{C10A132F-38A1-4359-84EF-4AB5A8356334}"/>
              </ns1:ext>
            </ns1:extLst>
          </ns0:cNvPr>
          <ns0:cNvSpPr>
            <ns1:spLocks noGrp="1"/>
          </ns0:cNvSpPr>
          <ns0:nvPr/>
        </ns0:nvSpPr>
        <ns0:spPr>
          <ns1:xfrm>
            <ns1:off x="7141083" y="2999423"/>
            <ns1:ext cx="423481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43" name="trace:S02:content.auto.38">
            <ns1:extLst>
              <ns1:ext uri="{FF2B5EF4-FFF2-40B4-BE49-F238E27FC236}">
                <ns2:creationId id="{0A5C551E-664F-4320-A6C5-6866851CF0E8}"/>
              </ns1:ext>
            </ns1:extLst>
          </ns0:cNvPr>
          <ns0:cNvSpPr>
            <ns1:spLocks noGrp="1"/>
          </ns0:cNvSpPr>
          <ns0:nvPr/>
        </ns0:nvSpPr>
        <ns0:spPr>
          <ns1:xfrm>
            <ns1:off x="6724650" y="3495675"/>
            <ns1:ext cx="169545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8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8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結論</ns1:t>
            </ns1:r>
          </ns1:p>
        </ns0:txBody>
      </ns0:sp>
      <ns0:sp>
        <ns0:nvSpPr>
          <ns0:cNvPr id="44" name="trace:S02:lead.3">
            <ns1:extLst>
              <ns1:ext uri="{FF2B5EF4-FFF2-40B4-BE49-F238E27FC236}">
                <ns2:creationId id="{C31199C1-3A6D-453F-97FA-36EE25CF687D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3905250"/>
            <ns1:ext cx="2171700" cy="990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ERPを基盤に業務情報を整理し、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標準化・可視化・再利用性を</ns1:t>
            </ns1:r>
          </ns1:p>
          <ns1:p>
            <ns1:pPr algn="l">
              <ns1:lnSpc>
                <ns1:spcPct val="108000"/>
              </ns1:lnSpc>
              <ns1:buNone/>
              <ns1:def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高める進め方が有効です。</ns1:t>
            </ns1:r>
          </ns1:p>
        </ns0:txBody>
      </ns0:sp>
      <ns0:sp>
        <ns0:nvSpPr>
          <ns0:cNvPr id="45" name="trace:S02:content.auto.39">
            <ns1:extLst>
              <ns1:ext uri="{FF2B5EF4-FFF2-40B4-BE49-F238E27FC236}">
                <ns2:creationId id="{3EB954D8-7A16-4190-9D0F-433810DD0C4A}"/>
              </ns1:ext>
            </ns1:extLst>
          </ns0:cNvPr>
          <ns0:cNvSpPr>
            <ns1:spLocks noGrp="1"/>
          </ns0:cNvSpPr>
          <ns0:nvPr/>
        </ns0:nvSpPr>
        <ns0:spPr>
          <ns1:xfrm>
            <ns1:off x="8991600" y="2190750"/>
            <ns1:ext cx="4248150" cy="838200"/>
          </ns1:xfrm>
          <ns1:prstGeom prst="roundRect">
            <ns1:avLst>
              <ns1:gd name="adj" fmla="val 9091"/>
            </ns1:avLst>
          </ns1:prstGeom>
          <ns1:solidFill>
            <ns1:srgbClr val="EFF3F6"/>
          </ns1:solidFill>
          <ns1:ln w="9525">
            <ns1:solidFill>
              <ns1:srgbClr val="EFF3F6"/>
            </ns1:solidFill>
            <ns1:prstDash val="solid"/>
          </ns1:ln>
        </ns0:spPr>
      </ns0:sp>
      <ns0:sp>
        <ns0:nvSpPr>
          <ns0:cNvPr id="46" name="trace:S02:content.auto.40">
            <ns1:extLst>
              <ns1:ext uri="{FF2B5EF4-FFF2-40B4-BE49-F238E27FC236}">
                <ns2:creationId id="{FBE4DC24-E553-4256-A992-F4D5BB5D115C}"/>
              </ns1:ext>
            </ns1:extLst>
          </ns0:cNvPr>
          <ns0:cNvSpPr>
            <ns1:spLocks noGrp="1"/>
          </ns0:cNvSpPr>
          <ns0:nvPr/>
        </ns0:nvSpPr>
        <ns0:spPr>
          <ns1:xfrm>
            <ns1:off x="9115425" y="2247900"/>
            <ns1:ext cx="723900" cy="723900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47" name="trace:S02:content.auto.41">
            <ns1:extLst>
              <ns1:ext uri="{FF2B5EF4-FFF2-40B4-BE49-F238E27FC236}">
                <ns2:creationId id="{9F1CD96D-391E-4C4E-A699-40AE721D6CB1}"/>
              </ns1:ext>
            </ns1:extLst>
          </ns0:cNvPr>
          <ns0:cNvSpPr>
            <ns1:spLocks noGrp="1"/>
          </ns0:cNvSpPr>
          <ns0:nvPr/>
        </ns0:nvSpPr>
        <ns0:spPr>
          <ns1:xfrm>
            <ns1:off x="9315450" y="2447925"/>
            <ns1:ext cx="372427" cy="372427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48" name="trace:S02:content.auto.42">
            <ns1:extLst>
              <ns1:ext uri="{FF2B5EF4-FFF2-40B4-BE49-F238E27FC236}">
                <ns2:creationId id="{D50B14B4-E331-40A9-A80A-249187A10CFE}"/>
              </ns1:ext>
            </ns1:extLst>
          </ns0:cNvPr>
          <ns0:cNvSpPr>
            <ns1:spLocks noGrp="1"/>
          </ns0:cNvSpPr>
          <ns0:nvPr/>
        </ns0:nvSpPr>
        <ns0:spPr>
          <ns1:xfrm>
            <ns1:off x="9501664" y="2513648"/>
            <ns1:ext cx="0" cy="0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49" name="trace:S02:content.auto.43">
            <ns1:extLst>
              <ns1:ext uri="{FF2B5EF4-FFF2-40B4-BE49-F238E27FC236}">
                <ns2:creationId id="{8B08559F-D330-4234-84D0-D491AA976726}"/>
              </ns1:ext>
            </ns1:extLst>
          </ns0:cNvPr>
          <ns0:cNvSpPr>
            <ns1:spLocks noGrp="1"/>
          </ns0:cNvSpPr>
          <ns0:nvPr/>
        </ns0:nvSpPr>
        <ns0:spPr>
          <ns1:xfrm>
            <ns1:off x="9501664" y="2634139"/>
            <ns1:ext cx="109538" cy="0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50" name="trace:S02:content.auto.44">
            <ns1:extLst>
              <ns1:ext uri="{FF2B5EF4-FFF2-40B4-BE49-F238E27FC236}">
                <ns2:creationId id="{BAF00164-9E3C-4041-827B-E31F3A39BC81}"/>
              </ns1:ext>
            </ns1:extLst>
          </ns0:cNvPr>
          <ns0:cNvSpPr>
            <ns1:spLocks noGrp="1"/>
          </ns0:cNvSpPr>
          <ns0:nvPr/>
        </ns0:nvSpPr>
        <ns0:spPr>
          <ns1:xfrm>
            <ns1:off x="10125075" y="2305050"/>
            <ns1:ext cx="0" cy="0"/>
          </ns1:xfrm>
          <ns1:prstGeom prst="line">
            <ns1:avLst/>
          </ns1:prstGeom>
          <ns1:noFill/>
          <ns1:ln w="9525">
            <ns1:solidFill>
              <ns1:srgbClr val="D8E0E7"/>
            </ns1:solidFill>
            <ns1:prstDash val="solid"/>
          </ns1:ln>
        </ns0:spPr>
      </ns0:sp>
      <ns0:sp>
        <ns0:nvSpPr>
          <ns0:cNvPr id="51" name="trace:S02:content.auto.45">
            <ns1:extLst>
              <ns1:ext uri="{FF2B5EF4-FFF2-40B4-BE49-F238E27FC236}">
                <ns2:creationId id="{1F7DF279-491E-43F8-BCA9-0EE620A4F032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2324100"/>
            <ns1:ext cx="2667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業務時間削減</ns1:t>
            </ns1:r>
          </ns1:p>
        </ns0:txBody>
      </ns0:sp>
      <ns0:sp>
        <ns0:nvSpPr>
          <ns0:cNvPr id="52" name="trace:S02:title.primary.3">
            <ns1:extLst>
              <ns1:ext uri="{FF2B5EF4-FFF2-40B4-BE49-F238E27FC236}">
                <ns2:creationId id="{DC58DDFD-CF0C-4356-B963-AA5B2548E4D4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2667000"/>
            <ns1:ext cx="2952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情報整理と資料準備の工数を削減</ns1:t>
            </ns1:r>
          </ns1:p>
        </ns0:txBody>
      </ns0:sp>
      <ns0:sp>
        <ns0:nvSpPr>
          <ns0:cNvPr id="53" name="trace:S02:content.auto.46">
            <ns1:extLst>
              <ns1:ext uri="{FF2B5EF4-FFF2-40B4-BE49-F238E27FC236}">
                <ns2:creationId id="{55DFFC6D-FD8C-406C-91CD-82166B6DB918}"/>
              </ns1:ext>
            </ns1:extLst>
          </ns0:cNvPr>
          <ns0:cNvSpPr>
            <ns1:spLocks noGrp="1"/>
          </ns0:cNvSpPr>
          <ns0:nvPr/>
        </ns0:nvSpPr>
        <ns0:spPr>
          <ns1:xfrm>
            <ns1:off x="8991600" y="3133725"/>
            <ns1:ext cx="4248150" cy="838200"/>
          </ns1:xfrm>
          <ns1:prstGeom prst="roundRect">
            <ns1:avLst>
              <ns1:gd name="adj" fmla="val 9091"/>
            </ns1:avLst>
          </ns1:prstGeom>
          <ns1:solidFill>
            <ns1:srgbClr val="EFF3F6"/>
          </ns1:solidFill>
          <ns1:ln w="9525">
            <ns1:solidFill>
              <ns1:srgbClr val="EFF3F6"/>
            </ns1:solidFill>
            <ns1:prstDash val="solid"/>
          </ns1:ln>
        </ns0:spPr>
      </ns0:sp>
      <ns0:sp>
        <ns0:nvSpPr>
          <ns0:cNvPr id="54" name="trace:S02:content.auto.47">
            <ns1:extLst>
              <ns1:ext uri="{FF2B5EF4-FFF2-40B4-BE49-F238E27FC236}">
                <ns2:creationId id="{EE64133A-35CE-4F28-9BE6-D9930D6AF646}"/>
              </ns1:ext>
            </ns1:extLst>
          </ns0:cNvPr>
          <ns0:cNvSpPr>
            <ns1:spLocks noGrp="1"/>
          </ns0:cNvSpPr>
          <ns0:nvPr/>
        </ns0:nvSpPr>
        <ns0:spPr>
          <ns1:xfrm>
            <ns1:off x="9115425" y="3190875"/>
            <ns1:ext cx="723900" cy="723900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55" name="trace:S02:content.auto.48">
            <ns1:extLst>
              <ns1:ext uri="{FF2B5EF4-FFF2-40B4-BE49-F238E27FC236}">
                <ns2:creationId id="{7A6F0220-F579-4D56-8D8E-90096BF2B66B}"/>
              </ns1:ext>
            </ns1:extLst>
          </ns0:cNvPr>
          <ns0:cNvSpPr>
            <ns1:spLocks noGrp="1"/>
          </ns0:cNvSpPr>
          <ns0:nvPr/>
        </ns0:nvSpPr>
        <ns0:spPr>
          <ns1:xfrm>
            <ns1:off x="9286875" y="3622358"/>
            <ns1:ext cx="73343" cy="125730"/>
          </ns1:xfrm>
          <ns1:prstGeom prst="rect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56" name="trace:S02:content.auto.49">
            <ns1:extLst>
              <ns1:ext uri="{FF2B5EF4-FFF2-40B4-BE49-F238E27FC236}">
                <ns2:creationId id="{AD31A164-7FC5-43E1-82F6-77612EEFA35A}"/>
              </ns1:ext>
            </ns1:extLst>
          </ns0:cNvPr>
          <ns0:cNvSpPr>
            <ns1:spLocks noGrp="1"/>
          </ns0:cNvSpPr>
          <ns0:nvPr/>
        </ns0:nvSpPr>
        <ns0:spPr>
          <ns1:xfrm>
            <ns1:off x="9412605" y="3549015"/>
            <ns1:ext cx="73343" cy="199073"/>
          </ns1:xfrm>
          <ns1:prstGeom prst="rect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57" name="trace:S02:content.auto.50">
            <ns1:extLst>
              <ns1:ext uri="{FF2B5EF4-FFF2-40B4-BE49-F238E27FC236}">
                <ns2:creationId id="{7BA6EDCE-C949-4679-BD40-08A36A3EF194}"/>
              </ns1:ext>
            </ns1:extLst>
          </ns0:cNvPr>
          <ns0:cNvSpPr>
            <ns1:spLocks noGrp="1"/>
          </ns0:cNvSpPr>
          <ns0:nvPr/>
        </ns0:nvSpPr>
        <ns0:spPr>
          <ns1:xfrm>
            <ns1:off x="9538335" y="3465195"/>
            <ns1:ext cx="73343" cy="282893"/>
          </ns1:xfrm>
          <ns1:prstGeom prst="rect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58" name="trace:S02:content.auto.51">
            <ns1:extLst>
              <ns1:ext uri="{FF2B5EF4-FFF2-40B4-BE49-F238E27FC236}">
                <ns2:creationId id="{EF4B6A8F-B583-498B-8FD3-9D84A5239413}"/>
              </ns1:ext>
            </ns1:extLst>
          </ns0:cNvPr>
          <ns0:cNvSpPr>
            <ns1:spLocks noGrp="1"/>
          </ns0:cNvSpPr>
          <ns0:nvPr/>
        </ns0:nvSpPr>
        <ns0:spPr>
          <ns1:xfrm>
            <ns1:off x="9265920" y="3748088"/>
            <ns1:ext cx="408623" cy="0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59" name="trace:S02:content.auto.52">
            <ns1:extLst>
              <ns1:ext uri="{FF2B5EF4-FFF2-40B4-BE49-F238E27FC236}">
                <ns2:creationId id="{210FDD65-7F15-425F-BCF7-EA54B8AE4DD5}"/>
              </ns1:ext>
            </ns1:extLst>
          </ns0:cNvPr>
          <ns0:cNvSpPr>
            <ns1:spLocks noGrp="1"/>
          </ns0:cNvSpPr>
          <ns0:nvPr/>
        </ns0:nvSpPr>
        <ns0:spPr>
          <ns1:xfrm>
            <ns1:off x="10125075" y="3248025"/>
            <ns1:ext cx="0" cy="0"/>
          </ns1:xfrm>
          <ns1:prstGeom prst="line">
            <ns1:avLst/>
          </ns1:prstGeom>
          <ns1:noFill/>
          <ns1:ln w="9525">
            <ns1:solidFill>
              <ns1:srgbClr val="D8E0E7"/>
            </ns1:solidFill>
            <ns1:prstDash val="solid"/>
          </ns1:ln>
        </ns0:spPr>
      </ns0:sp>
      <ns0:sp>
        <ns0:nvSpPr>
          <ns0:cNvPr id="60" name="trace:S02:content.auto.53">
            <ns1:extLst>
              <ns1:ext uri="{FF2B5EF4-FFF2-40B4-BE49-F238E27FC236}">
                <ns2:creationId id="{B8474C0A-D895-4921-899B-B70B6E496F6E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3267075"/>
            <ns1:ext cx="2667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判断スピード向上</ns1:t>
            </ns1:r>
          </ns1:p>
        </ns0:txBody>
      </ns0:sp>
      <ns0:sp>
        <ns0:nvSpPr>
          <ns0:cNvPr id="61" name="trace:S02:lead.4">
            <ns1:extLst>
              <ns1:ext uri="{FF2B5EF4-FFF2-40B4-BE49-F238E27FC236}">
                <ns2:creationId id="{1BA8B8B6-386B-496E-808E-3107E1BAA440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3609975"/>
            <ns1:ext cx="2952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判断材料の可視化で意思決定を迅速化</ns1:t>
            </ns1:r>
          </ns1:p>
        </ns0:txBody>
      </ns0:sp>
      <ns0:sp>
        <ns0:nvSpPr>
          <ns0:cNvPr id="62" name="trace:S02:content.auto.54">
            <ns1:extLst>
              <ns1:ext uri="{FF2B5EF4-FFF2-40B4-BE49-F238E27FC236}">
                <ns2:creationId id="{5F80FDB5-2311-437C-8E20-891E72698354}"/>
              </ns1:ext>
            </ns1:extLst>
          </ns0:cNvPr>
          <ns0:cNvSpPr>
            <ns1:spLocks noGrp="1"/>
          </ns0:cNvSpPr>
          <ns0:nvPr/>
        </ns0:nvSpPr>
        <ns0:spPr>
          <ns1:xfrm>
            <ns1:off x="8991600" y="4076700"/>
            <ns1:ext cx="4248150" cy="838200"/>
          </ns1:xfrm>
          <ns1:prstGeom prst="roundRect">
            <ns1:avLst>
              <ns1:gd name="adj" fmla="val 9091"/>
            </ns1:avLst>
          </ns1:prstGeom>
          <ns1:solidFill>
            <ns1:srgbClr val="EFF3F6"/>
          </ns1:solidFill>
          <ns1:ln w="9525">
            <ns1:solidFill>
              <ns1:srgbClr val="EFF3F6"/>
            </ns1:solidFill>
            <ns1:prstDash val="solid"/>
          </ns1:ln>
        </ns0:spPr>
      </ns0:sp>
      <ns0:sp>
        <ns0:nvSpPr>
          <ns0:cNvPr id="63" name="trace:S02:content.auto.55">
            <ns1:extLst>
              <ns1:ext uri="{FF2B5EF4-FFF2-40B4-BE49-F238E27FC236}">
                <ns2:creationId id="{09F3C593-2973-4C34-B0D7-66155DF776C8}"/>
              </ns1:ext>
            </ns1:extLst>
          </ns0:cNvPr>
          <ns0:cNvSpPr>
            <ns1:spLocks noGrp="1"/>
          </ns0:cNvSpPr>
          <ns0:nvPr/>
        </ns0:nvSpPr>
        <ns0:spPr>
          <ns1:xfrm>
            <ns1:off x="9115425" y="4133850"/>
            <ns1:ext cx="723900" cy="723900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64" name="trace:S02:content.auto.56">
            <ns1:extLst>
              <ns1:ext uri="{FF2B5EF4-FFF2-40B4-BE49-F238E27FC236}">
                <ns2:creationId id="{4D45A8A0-E8BF-4DA8-B315-D5F19A843FCF}"/>
              </ns1:ext>
            </ns1:extLst>
          </ns0:cNvPr>
          <ns0:cNvSpPr>
            <ns1:spLocks noGrp="1"/>
          </ns0:cNvSpPr>
          <ns0:nvPr/>
        </ns0:nvSpPr>
        <ns0:spPr>
          <ns1:xfrm>
            <ns1:off x="9413558" y="4324350"/>
            <ns1:ext cx="94298" cy="94298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65" name="trace:S02:content.auto.57">
            <ns1:extLst>
              <ns1:ext uri="{FF2B5EF4-FFF2-40B4-BE49-F238E27FC236}">
                <ns2:creationId id="{530D7EE2-EE0C-4786-A6F5-2499773AF4C3}"/>
              </ns1:ext>
            </ns1:extLst>
          </ns0:cNvPr>
          <ns0:cNvSpPr>
            <ns1:spLocks noGrp="1"/>
          </ns0:cNvSpPr>
          <ns0:nvPr/>
        </ns0:nvSpPr>
        <ns0:spPr>
          <ns1:xfrm>
            <ns1:off x="9277350" y="4397693"/>
            <ns1:ext cx="73343" cy="73343"/>
          </ns1:xfrm>
          <ns1:prstGeom prst="ellipse">
            <ns1:avLst/>
          </ns1:prstGeom>
          <ns1:noFill/>
          <ns1:ln w="17145">
            <ns1:solidFill>
              <ns1:srgbClr val="FFFFFF"/>
            </ns1:solidFill>
            <ns1:prstDash val="solid"/>
          </ns1:ln>
        </ns0:spPr>
      </ns0:sp>
      <ns0:sp>
        <ns0:nvSpPr>
          <ns0:cNvPr id="66" name="trace:S02:content.auto.58">
            <ns1:extLst>
              <ns1:ext uri="{FF2B5EF4-FFF2-40B4-BE49-F238E27FC236}">
                <ns2:creationId id="{B699DA04-B685-4EDD-820E-AE1E007C122E}"/>
              </ns1:ext>
            </ns1:extLst>
          </ns0:cNvPr>
          <ns0:cNvSpPr>
            <ns1:spLocks noGrp="1"/>
          </ns0:cNvSpPr>
          <ns0:nvPr/>
        </ns0:nvSpPr>
        <ns0:spPr>
          <ns1:xfrm>
            <ns1:off x="9560243" y="4397693"/>
            <ns1:ext cx="73343" cy="73343"/>
          </ns1:xfrm>
          <ns1:prstGeom prst="ellipse">
            <ns1:avLst/>
          </ns1:prstGeom>
          <ns1:noFill/>
          <ns1:ln w="17145">
            <ns1:solidFill>
              <ns1:srgbClr val="FFFFFF"/>
            </ns1:solidFill>
            <ns1:prstDash val="solid"/>
          </ns1:ln>
        </ns0:spPr>
      </ns0:sp>
      <ns0:sp>
        <ns0:nvSpPr>
          <ns0:cNvPr id="67" name="trace:S02:content.auto.59">
            <ns1:extLst>
              <ns1:ext uri="{FF2B5EF4-FFF2-40B4-BE49-F238E27FC236}">
                <ns2:creationId id="{676F7910-464A-45CE-B12B-F0C85979FFC0}"/>
              </ns1:ext>
            </ns1:extLst>
          </ns0:cNvPr>
          <ns0:cNvSpPr>
            <ns1:spLocks noGrp="1"/>
          </ns0:cNvSpPr>
          <ns0:nvPr/>
        </ns0:nvSpPr>
        <ns0:spPr>
          <ns1:xfrm>
            <ns1:off x="9350693" y="4502468"/>
            <ns1:ext cx="220028" cy="157163"/>
          </ns1:xfrm>
          <ns1:prstGeom prst="arc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68" name="trace:S02:content.auto.60">
            <ns1:extLst>
              <ns1:ext uri="{FF2B5EF4-FFF2-40B4-BE49-F238E27FC236}">
                <ns2:creationId id="{79309FE1-F87D-4043-944F-45CC828C005B}"/>
              </ns1:ext>
            </ns1:extLst>
          </ns0:cNvPr>
          <ns0:cNvSpPr>
            <ns1:spLocks noGrp="1"/>
          </ns0:cNvSpPr>
          <ns0:nvPr/>
        </ns0:nvSpPr>
        <ns0:spPr>
          <ns1:xfrm>
            <ns1:off x="9245918" y="4512945"/>
            <ns1:ext cx="136208" cy="125730"/>
          </ns1:xfrm>
          <ns1:prstGeom prst="arc">
            <ns1:avLst/>
          </ns1:prstGeom>
          <ns1:noFill/>
          <ns1:ln w="17145">
            <ns1:solidFill>
              <ns1:srgbClr val="FFFFFF"/>
            </ns1:solidFill>
            <ns1:prstDash val="solid"/>
          </ns1:ln>
        </ns0:spPr>
      </ns0:sp>
      <ns0:sp>
        <ns0:nvSpPr>
          <ns0:cNvPr id="69" name="trace:S02:content.auto.61">
            <ns1:extLst>
              <ns1:ext uri="{FF2B5EF4-FFF2-40B4-BE49-F238E27FC236}">
                <ns2:creationId id="{3732E5EF-9466-43BB-8F54-CD307F3C730F}"/>
              </ns1:ext>
            </ns1:extLst>
          </ns0:cNvPr>
          <ns0:cNvSpPr>
            <ns1:spLocks noGrp="1"/>
          </ns0:cNvSpPr>
          <ns0:nvPr/>
        </ns0:nvSpPr>
        <ns0:spPr>
          <ns1:xfrm>
            <ns1:off x="9539288" y="4512945"/>
            <ns1:ext cx="136208" cy="125730"/>
          </ns1:xfrm>
          <ns1:prstGeom prst="arc">
            <ns1:avLst/>
          </ns1:prstGeom>
          <ns1:noFill/>
          <ns1:ln w="17145">
            <ns1:solidFill>
              <ns1:srgbClr val="FFFFFF"/>
            </ns1:solidFill>
            <ns1:prstDash val="solid"/>
          </ns1:ln>
        </ns0:spPr>
      </ns0:sp>
      <ns0:sp>
        <ns0:nvSpPr>
          <ns0:cNvPr id="70" name="trace:S02:content.auto.62">
            <ns1:extLst>
              <ns1:ext uri="{FF2B5EF4-FFF2-40B4-BE49-F238E27FC236}">
                <ns2:creationId id="{7FA4E71C-8981-4DCE-ACAF-A25C01F9D8A2}"/>
              </ns1:ext>
            </ns1:extLst>
          </ns0:cNvPr>
          <ns0:cNvSpPr>
            <ns1:spLocks noGrp="1"/>
          </ns0:cNvSpPr>
          <ns0:nvPr/>
        </ns0:nvSpPr>
        <ns0:spPr>
          <ns1:xfrm>
            <ns1:off x="10125075" y="4191000"/>
            <ns1:ext cx="0" cy="0"/>
          </ns1:xfrm>
          <ns1:prstGeom prst="line">
            <ns1:avLst/>
          </ns1:prstGeom>
          <ns1:noFill/>
          <ns1:ln w="9525">
            <ns1:solidFill>
              <ns1:srgbClr val="D8E0E7"/>
            </ns1:solidFill>
            <ns1:prstDash val="solid"/>
          </ns1:ln>
        </ns0:spPr>
      </ns0:sp>
      <ns0:sp>
        <ns0:nvSpPr>
          <ns0:cNvPr id="71" name="trace:S02:content.auto.63">
            <ns1:extLst>
              <ns1:ext uri="{FF2B5EF4-FFF2-40B4-BE49-F238E27FC236}">
                <ns2:creationId id="{A78BCC8B-65D9-465C-A94A-B86697F0763C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4210050"/>
            <ns1:ext cx="2667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運用定着</ns1:t>
            </ns1:r>
          </ns1:p>
        </ns0:txBody>
      </ns0:sp>
      <ns0:sp>
        <ns0:nvSpPr>
          <ns0:cNvPr id="72" name="trace:S02:content.auto.64">
            <ns1:extLst>
              <ns1:ext uri="{FF2B5EF4-FFF2-40B4-BE49-F238E27FC236}">
                <ns2:creationId id="{A680CC70-E0E3-4CFA-9219-4420B341984F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4552950"/>
            <ns1:ext cx="2952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範囲・役割・KPIを明確にし定着を支援</ns1:t>
            </ns1:r>
          </ns1:p>
        </ns0:txBody>
      </ns0:sp>
      <ns0:sp>
        <ns0:nvSpPr>
          <ns0:cNvPr id="73" name="trace:S02:content.auto.65">
            <ns1:extLst>
              <ns1:ext uri="{FF2B5EF4-FFF2-40B4-BE49-F238E27FC236}">
                <ns2:creationId id="{D4ABC4B6-8BE5-4F87-B34E-382C3A9A8A6B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5067300"/>
            <ns1:ext cx="400050" cy="0"/>
          </ns1:xfrm>
          <ns1:prstGeom prst="line">
            <ns1:avLst/>
          </ns1:prstGeom>
          <ns1:noFill/>
          <ns1:ln w="38100">
            <ns1:solidFill>
              <ns1:srgbClr val="E91D2B"/>
            </ns1:solidFill>
            <ns1:prstDash val="solid"/>
          </ns1:ln>
        </ns0:spPr>
      </ns0:sp>
      <ns0:sp>
        <ns0:nvSpPr>
          <ns0:cNvPr id="74" name="trace:S02:content.auto.66">
            <ns1:extLst>
              <ns1:ext uri="{FF2B5EF4-FFF2-40B4-BE49-F238E27FC236}">
                <ns2:creationId id="{F241676C-5F08-4B14-A353-7EFC10FADD86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4972050"/>
            <ns1:ext cx="2095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判断事項</ns1:t>
            </ns1:r>
          </ns1:p>
        </ns0:txBody>
      </ns0:sp>
      <ns0:sp>
        <ns0:nvSpPr>
          <ns0:cNvPr id="75" name="trace:S02:content.auto.67">
            <ns1:extLst>
              <ns1:ext uri="{FF2B5EF4-FFF2-40B4-BE49-F238E27FC236}">
                <ns2:creationId id="{032384DE-30A6-4A52-9C50-26636F3EA384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5210175"/>
            <ns1:ext cx="3143250" cy="1123950"/>
          </ns1:xfrm>
          <ns1:custGeom>
            <ns1:pathLst>
              <ns1:path w="3143250" h="1123950">
                <ns1:moveTo>
                  <ns1:pt x="0" y="0"/>
                </ns1:moveTo>
                <ns1:lnTo>
                  <ns1:pt x="2933700" y="0"/>
                </ns1:lnTo>
                <ns1:lnTo>
                  <ns1:pt x="3143250" y="561975"/>
                </ns1:lnTo>
                <ns1:lnTo>
                  <ns1:pt x="2933700" y="1123950"/>
                </ns1:lnTo>
                <ns1:lnTo>
                  <ns1:pt x="0" y="1123950"/>
                </ns1:lnTo>
                <ns1:lnTo>
                  <ns1:pt x="104775" y="561975"/>
                </ns1:lnTo>
                <ns1:close/>
              </ns1:path>
            </ns1:pathLst>
          </ns1:custGeom>
          <ns1:solidFill>
            <ns1:srgbClr val="EFF3F6"/>
          </ns1:solidFill>
          <ns1:ln w="9525">
            <ns1:solidFill>
              <ns1:srgbClr val="EFF3F6"/>
            </ns1:solidFill>
            <ns1:prstDash val="solid"/>
          </ns1:ln>
        </ns0:spPr>
      </ns0:sp>
      <ns0:sp>
        <ns0:nvSpPr>
          <ns0:cNvPr id="76" name="trace:S02:content.auto.68">
            <ns1:extLst>
              <ns1:ext uri="{FF2B5EF4-FFF2-40B4-BE49-F238E27FC236}">
                <ns2:creationId id="{F93223BE-D947-4EC4-BEBF-E7DC9D363EFE}"/>
              </ns1:ext>
            </ns1:extLst>
          </ns0:cNvPr>
          <ns0:cNvSpPr>
            <ns1:spLocks noGrp="1"/>
          </ns0:cNvSpPr>
          <ns0:nvPr/>
        </ns0:nvSpPr>
        <ns0:spPr>
          <ns1:xfrm>
            <ns1:off x="704850" y="5438775"/>
            <ns1:ext cx="285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01</ns1:t>
            </ns1:r>
          </ns1:p>
        </ns0:txBody>
      </ns0:sp>
      <ns0:sp>
        <ns0:nvSpPr>
          <ns0:cNvPr id="77" name="trace:S02:content.auto.69">
            <ns1:extLst>
              <ns1:ext uri="{FF2B5EF4-FFF2-40B4-BE49-F238E27FC236}">
                <ns2:creationId id="{2DDCF1A2-DCC3-42BE-94F5-5EEF7903AEEC}"/>
              </ns1:ext>
            </ns1:extLst>
          </ns0:cNvPr>
          <ns0:cNvSpPr>
            <ns1:spLocks noGrp="1"/>
          </ns0:cNvSpPr>
          <ns0:nvPr/>
        </ns0:nvSpPr>
        <ns0:spPr>
          <ns1:xfrm>
            <ns1:off x="1695450" y="5467350"/>
            <ns1:ext cx="0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78" name="trace:S02:content.auto.70">
            <ns1:extLst>
              <ns1:ext uri="{FF2B5EF4-FFF2-40B4-BE49-F238E27FC236}">
                <ns2:creationId id="{0C12FF8B-2BE7-4A6D-B97A-DA70D3A4CE3F}"/>
              </ns1:ext>
            </ns1:extLst>
          </ns0:cNvPr>
          <ns0:cNvSpPr>
            <ns1:spLocks noGrp="1"/>
          </ns0:cNvSpPr>
          <ns0:nvPr/>
        </ns0:nvSpPr>
        <ns0:spPr>
          <ns1:xfrm>
            <ns1:off x="1162050" y="5562600"/>
            <ns1:ext cx="234696" cy="320040"/>
          </ns1:xfrm>
          <ns1:prstGeom prst="rect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79" name="trace:S02:content.auto.71">
            <ns1:extLst>
              <ns1:ext uri="{FF2B5EF4-FFF2-40B4-BE49-F238E27FC236}">
                <ns2:creationId id="{89E3717E-2005-4400-83C0-C3271F083442}"/>
              </ns1:ext>
            </ns1:extLst>
          </ns0:cNvPr>
          <ns0:cNvSpPr>
            <ns1:spLocks noGrp="1"/>
          </ns0:cNvSpPr>
          <ns0:nvPr/>
        </ns0:nvSpPr>
        <ns0:spPr>
          <ns1:xfrm>
            <ns1:off x="1215390" y="5711952"/>
            <ns1:ext cx="128016" cy="0"/>
          </ns1:xfrm>
          <ns1:prstGeom prst="line">
            <ns1:avLst/>
          </ns1:prstGeom>
          <ns1:noFill/>
          <ns1:ln w="14288">
            <ns1:solidFill>
              <ns1:srgbClr val="0D2238"/>
            </ns1:solidFill>
            <ns1:prstDash val="solid"/>
          </ns1:ln>
        </ns0:spPr>
      </ns0:sp>
      <ns0:sp>
        <ns0:nvSpPr>
          <ns0:cNvPr id="80" name="trace:S02:content.auto.72">
            <ns1:extLst>
              <ns1:ext uri="{FF2B5EF4-FFF2-40B4-BE49-F238E27FC236}">
                <ns2:creationId id="{41AFDAEC-8D27-489A-8C85-71AA2C8774F4}"/>
              </ns1:ext>
            </ns1:extLst>
          </ns0:cNvPr>
          <ns0:cNvSpPr>
            <ns1:spLocks noGrp="1"/>
          </ns0:cNvSpPr>
          <ns0:nvPr/>
        </ns0:nvSpPr>
        <ns0:spPr>
          <ns1:xfrm>
            <ns1:off x="1215390" y="5775960"/>
            <ns1:ext cx="128016" cy="0"/>
          </ns1:xfrm>
          <ns1:prstGeom prst="line">
            <ns1:avLst/>
          </ns1:prstGeom>
          <ns1:noFill/>
          <ns1:ln w="14288">
            <ns1:solidFill>
              <ns1:srgbClr val="0D2238"/>
            </ns1:solidFill>
            <ns1:prstDash val="solid"/>
          </ns1:ln>
        </ns0:spPr>
      </ns0:sp>
      <ns0:sp>
        <ns0:nvSpPr>
          <ns0:cNvPr id="81" name="trace:S02:content.auto.73">
            <ns1:extLst>
              <ns1:ext uri="{FF2B5EF4-FFF2-40B4-BE49-F238E27FC236}">
                <ns2:creationId id="{3AF50146-4ADF-4E26-AAFB-D1791259FCCD}"/>
              </ns1:ext>
            </ns1:extLst>
          </ns0:cNvPr>
          <ns0:cNvSpPr>
            <ns1:spLocks noGrp="1"/>
          </ns0:cNvSpPr>
          <ns0:nvPr/>
        </ns0:nvSpPr>
        <ns0:spPr>
          <ns1:xfrm>
            <ns1:off x="1322070" y="5562600"/>
            <ns1:ext cx="74676" cy="74676"/>
          </ns1:xfrm>
          <ns1:prstGeom prst="line">
            <ns1:avLst/>
          </ns1:prstGeom>
          <ns1:noFill/>
          <ns1:ln w="14288">
            <ns1:solidFill>
              <ns1:srgbClr val="0D2238"/>
            </ns1:solidFill>
            <ns1:prstDash val="solid"/>
          </ns1:ln>
        </ns0:spPr>
      </ns0:sp>
      <ns0:sp>
        <ns0:nvSpPr>
          <ns0:cNvPr id="82" name="trace:S02:content.auto.74">
            <ns1:extLst>
              <ns1:ext uri="{FF2B5EF4-FFF2-40B4-BE49-F238E27FC236}">
                <ns2:creationId id="{F77C31EF-425D-40C4-85BA-F21DA6C905C6}"/>
              </ns1:ext>
            </ns1:extLst>
          </ns0:cNvPr>
          <ns0:cNvSpPr>
            <ns1:spLocks noGrp="1"/>
          </ns0:cNvSpPr>
          <ns0:nvPr/>
        </ns0:nvSpPr>
        <ns0:spPr>
          <ns1:xfrm>
            <ns1:off x="1847850" y="5381625"/>
            <ns1:ext cx="1428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導入範囲</ns1:t>
            </ns1:r>
          </ns1:p>
        </ns0:txBody>
      </ns0:sp>
      <ns0:sp>
        <ns0:nvSpPr>
          <ns0:cNvPr id="83" name="trace:S02:content.auto.75">
            <ns1:extLst>
              <ns1:ext uri="{FF2B5EF4-FFF2-40B4-BE49-F238E27FC236}">
                <ns2:creationId id="{8E68515A-368B-44B0-848D-FE1E9DFCE0B0}"/>
              </ns1:ext>
            </ns1:extLst>
          </ns0:cNvPr>
          <ns0:cNvSpPr>
            <ns1:spLocks noGrp="1"/>
          </ns0:cNvSpPr>
          <ns0:nvPr/>
        </ns0:nvSpPr>
        <ns0:spPr>
          <ns1:xfrm>
            <ns1:off x="1847850" y="5743575"/>
            <ns1:ext cx="1381125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対象業務・対象部門・</ns1:t>
            </ns1:r>
          </ns1:p>
          <ns1:p>
            <ns1:pPr algn="l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連携先の確定</ns1:t>
            </ns1:r>
          </ns1:p>
        </ns0:txBody>
      </ns0:sp>
      <ns0:sp>
        <ns0:nvSpPr>
          <ns0:cNvPr id="84" name="trace:S02:content.auto.76">
            <ns1:extLst>
              <ns1:ext uri="{FF2B5EF4-FFF2-40B4-BE49-F238E27FC236}">
                <ns2:creationId id="{18D45E18-E50A-4E89-B214-1B31A01FDEB6}"/>
              </ns1:ext>
            </ns1:extLst>
          </ns0:cNvPr>
          <ns0:cNvSpPr>
            <ns1:spLocks noGrp="1"/>
          </ns0:cNvSpPr>
          <ns0:nvPr/>
        </ns0:nvSpPr>
        <ns0:spPr>
          <ns1:xfrm>
            <ns1:off x="3619500" y="5210175"/>
            <ns1:ext cx="3143250" cy="1123950"/>
          </ns1:xfrm>
          <ns1:custGeom>
            <ns1:pathLst>
              <ns1:path w="3143250" h="1123950">
                <ns1:moveTo>
                  <ns1:pt x="0" y="0"/>
                </ns1:moveTo>
                <ns1:lnTo>
                  <ns1:pt x="2933700" y="0"/>
                </ns1:lnTo>
                <ns1:lnTo>
                  <ns1:pt x="3143250" y="561975"/>
                </ns1:lnTo>
                <ns1:lnTo>
                  <ns1:pt x="2933700" y="1123950"/>
                </ns1:lnTo>
                <ns1:lnTo>
                  <ns1:pt x="0" y="1123950"/>
                </ns1:lnTo>
                <ns1:lnTo>
                  <ns1:pt x="104775" y="561975"/>
                </ns1:lnTo>
                <ns1:close/>
              </ns1:path>
            </ns1:pathLst>
          </ns1:custGeom>
          <ns1:solidFill>
            <ns1:srgbClr val="FFF0F2"/>
          </ns1:solidFill>
          <ns1:ln w="9525">
            <ns1:solidFill>
              <ns1:srgbClr val="FFF0F2"/>
            </ns1:solidFill>
            <ns1:prstDash val="solid"/>
          </ns1:ln>
        </ns0:spPr>
      </ns0:sp>
      <ns0:sp>
        <ns0:nvSpPr>
          <ns0:cNvPr id="85" name="trace:S02:content.auto.77">
            <ns1:extLst>
              <ns1:ext uri="{FF2B5EF4-FFF2-40B4-BE49-F238E27FC236}">
                <ns2:creationId id="{7F4D4972-CA53-422D-9624-6DCF20875E92}"/>
              </ns1:ext>
            </ns1:extLst>
          </ns0:cNvPr>
          <ns0:cNvSpPr>
            <ns1:spLocks noGrp="1"/>
          </ns0:cNvSpPr>
          <ns0:nvPr/>
        </ns0:nvSpPr>
        <ns0:spPr>
          <ns1:xfrm>
            <ns1:off x="3943350" y="5438775"/>
            <ns1:ext cx="285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02</ns1:t>
            </ns1:r>
          </ns1:p>
        </ns0:txBody>
      </ns0:sp>
      <ns0:sp>
        <ns0:nvSpPr>
          <ns0:cNvPr id="86" name="trace:S02:content.auto.78">
            <ns1:extLst>
              <ns1:ext uri="{FF2B5EF4-FFF2-40B4-BE49-F238E27FC236}">
                <ns2:creationId id="{AFEF3A28-0D21-4F6D-AA67-DD24AD43CFA1}"/>
              </ns1:ext>
            </ns1:extLst>
          </ns0:cNvPr>
          <ns0:cNvSpPr>
            <ns1:spLocks noGrp="1"/>
          </ns0:cNvSpPr>
          <ns0:nvPr/>
        </ns0:nvSpPr>
        <ns0:spPr>
          <ns1:xfrm>
            <ns1:off x="4933950" y="5467350"/>
            <ns1:ext cx="0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87" name="trace:S02:content.auto.79">
            <ns1:extLst>
              <ns1:ext uri="{FF2B5EF4-FFF2-40B4-BE49-F238E27FC236}">
                <ns2:creationId id="{9104BB15-9FFF-4104-A54A-29B740783EDC}"/>
              </ns1:ext>
            </ns1:extLst>
          </ns0:cNvPr>
          <ns0:cNvSpPr>
            <ns1:spLocks noGrp="1"/>
          </ns0:cNvSpPr>
          <ns0:nvPr/>
        </ns0:nvSpPr>
        <ns0:spPr>
          <ns1:xfrm>
            <ns1:off x="4403408" y="5594033"/>
            <ns1:ext cx="180213" cy="180213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88" name="trace:S02:content.auto.80">
            <ns1:extLst>
              <ns1:ext uri="{FF2B5EF4-FFF2-40B4-BE49-F238E27FC236}">
                <ns2:creationId id="{60273CB9-6CBB-4282-B107-CE8129711B71}"/>
              </ns1:ext>
            </ns1:extLst>
          </ns0:cNvPr>
          <ns0:cNvSpPr>
            <ns1:spLocks noGrp="1"/>
          </ns0:cNvSpPr>
          <ns0:nvPr/>
        </ns0:nvSpPr>
        <ns0:spPr>
          <ns1:xfrm>
            <ns1:off x="4460748" y="5651373"/>
            <ns1:ext cx="65532" cy="65532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89" name="trace:S02:content.auto.81">
            <ns1:extLst>
              <ns1:ext uri="{FF2B5EF4-FFF2-40B4-BE49-F238E27FC236}">
                <ns2:creationId id="{3DF598C8-F43F-4E46-AE05-94639EAB644A}"/>
              </ns1:ext>
            </ns1:extLst>
          </ns0:cNvPr>
          <ns0:cNvSpPr>
            <ns1:spLocks noGrp="1"/>
          </ns0:cNvSpPr>
          <ns0:nvPr/>
        </ns0:nvSpPr>
        <ns0:spPr>
          <ns1:xfrm>
            <ns1:off x="4477131" y="5553075"/>
            <ns1:ext cx="57340" cy="57340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90" name="trace:S02:content.auto.82">
            <ns1:extLst>
              <ns1:ext uri="{FF2B5EF4-FFF2-40B4-BE49-F238E27FC236}">
                <ns2:creationId id="{D333249B-0269-4612-91FB-69B9873054A3}"/>
              </ns1:ext>
            </ns1:extLst>
          </ns0:cNvPr>
          <ns0:cNvSpPr>
            <ns1:spLocks noGrp="1"/>
          </ns0:cNvSpPr>
          <ns0:nvPr/>
        </ns0:nvSpPr>
        <ns0:spPr>
          <ns1:xfrm>
            <ns1:off x="4477131" y="5766054"/>
            <ns1:ext cx="57340" cy="57340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91" name="trace:S02:content.auto.83">
            <ns1:extLst>
              <ns1:ext uri="{FF2B5EF4-FFF2-40B4-BE49-F238E27FC236}">
                <ns2:creationId id="{ED338141-4CE9-4C22-9598-BA71C6FE0BFA}"/>
              </ns1:ext>
            </ns1:extLst>
          </ns0:cNvPr>
          <ns0:cNvSpPr>
            <ns1:spLocks noGrp="1"/>
          </ns0:cNvSpPr>
          <ns0:nvPr/>
        </ns0:nvSpPr>
        <ns0:spPr>
          <ns1:xfrm>
            <ns1:off x="4362450" y="5667756"/>
            <ns1:ext cx="57340" cy="57340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92" name="trace:S02:content.auto.84">
            <ns1:extLst>
              <ns1:ext uri="{FF2B5EF4-FFF2-40B4-BE49-F238E27FC236}">
                <ns2:creationId id="{E7A3446E-43A5-42D8-B637-4DA9CA4EDC8A}"/>
              </ns1:ext>
            </ns1:extLst>
          </ns0:cNvPr>
          <ns0:cNvSpPr>
            <ns1:spLocks noGrp="1"/>
          </ns0:cNvSpPr>
          <ns0:nvPr/>
        </ns0:nvSpPr>
        <ns0:spPr>
          <ns1:xfrm>
            <ns1:off x="4591812" y="5667756"/>
            <ns1:ext cx="57340" cy="57340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93" name="trace:S02:content.auto.85">
            <ns1:extLst>
              <ns1:ext uri="{FF2B5EF4-FFF2-40B4-BE49-F238E27FC236}">
                <ns2:creationId id="{14412AE1-FB43-4FD8-9A86-20D94A8DA582}"/>
              </ns1:ext>
            </ns1:extLst>
          </ns0:cNvPr>
          <ns0:cNvSpPr>
            <ns1:spLocks noGrp="1"/>
          </ns0:cNvSpPr>
          <ns0:nvPr/>
        </ns0:nvSpPr>
        <ns0:spPr>
          <ns1:xfrm>
            <ns1:off x="4403408" y="5594033"/>
            <ns1:ext cx="57340" cy="57340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94" name="trace:S02:content.auto.86">
            <ns1:extLst>
              <ns1:ext uri="{FF2B5EF4-FFF2-40B4-BE49-F238E27FC236}">
                <ns2:creationId id="{8F51C660-BF6B-42AE-AE60-274C057B3D39}"/>
              </ns1:ext>
            </ns1:extLst>
          </ns0:cNvPr>
          <ns0:cNvSpPr>
            <ns1:spLocks noGrp="1"/>
          </ns0:cNvSpPr>
          <ns0:nvPr/>
        </ns0:nvSpPr>
        <ns0:spPr>
          <ns1:xfrm>
            <ns1:off x="4550855" y="5594033"/>
            <ns1:ext cx="57340" cy="57340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95" name="trace:S02:content.auto.87">
            <ns1:extLst>
              <ns1:ext uri="{FF2B5EF4-FFF2-40B4-BE49-F238E27FC236}">
                <ns2:creationId id="{A94F26F3-FBB3-448C-AAE6-023843DF441C}"/>
              </ns1:ext>
            </ns1:extLst>
          </ns0:cNvPr>
          <ns0:cNvSpPr>
            <ns1:spLocks noGrp="1"/>
          </ns0:cNvSpPr>
          <ns0:nvPr/>
        </ns0:nvSpPr>
        <ns0:spPr>
          <ns1:xfrm>
            <ns1:off x="4403408" y="5741480"/>
            <ns1:ext cx="57340" cy="57340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96" name="trace:S02:content.auto.88">
            <ns1:extLst>
              <ns1:ext uri="{FF2B5EF4-FFF2-40B4-BE49-F238E27FC236}">
                <ns2:creationId id="{FAE57B7E-21FD-44A8-AFA0-C557A97E77AF}"/>
              </ns1:ext>
            </ns1:extLst>
          </ns0:cNvPr>
          <ns0:cNvSpPr>
            <ns1:spLocks noGrp="1"/>
          </ns0:cNvSpPr>
          <ns0:nvPr/>
        </ns0:nvSpPr>
        <ns0:spPr>
          <ns1:xfrm>
            <ns1:off x="4550855" y="5741480"/>
            <ns1:ext cx="57340" cy="57340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97" name="trace:S02:content.auto.89">
            <ns1:extLst>
              <ns1:ext uri="{FF2B5EF4-FFF2-40B4-BE49-F238E27FC236}">
                <ns2:creationId id="{5DDCCB46-90D1-4095-AC4B-DC71FD687472}"/>
              </ns1:ext>
            </ns1:extLst>
          </ns0:cNvPr>
          <ns0:cNvSpPr>
            <ns1:spLocks noGrp="1"/>
          </ns0:cNvSpPr>
          <ns0:nvPr/>
        </ns0:nvSpPr>
        <ns0:spPr>
          <ns1:xfrm>
            <ns1:off x="5086350" y="5381625"/>
            <ns1:ext cx="1428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KPI設計</ns1:t>
            </ns1:r>
          </ns1:p>
        </ns0:txBody>
      </ns0:sp>
      <ns0:sp>
        <ns0:nvSpPr>
          <ns0:cNvPr id="98" name="trace:S02:content.auto.90">
            <ns1:extLst>
              <ns1:ext uri="{FF2B5EF4-FFF2-40B4-BE49-F238E27FC236}">
                <ns2:creationId id="{D0A9BE72-6FED-42CA-BCA4-E62A5C603AEB}"/>
              </ns1:ext>
            </ns1:extLst>
          </ns0:cNvPr>
          <ns0:cNvSpPr>
            <ns1:spLocks noGrp="1"/>
          </ns0:cNvSpPr>
          <ns0:nvPr/>
        </ns0:nvSpPr>
        <ns0:spPr>
          <ns1:xfrm>
            <ns1:off x="5086350" y="5743575"/>
            <ns1:ext cx="1381125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現状値・目標値・</ns1:t>
            </ns1:r>
          </ns1:p>
          <ns1:p>
            <ns1:pPr algn="l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測定方法の整理</ns1:t>
            </ns1:r>
          </ns1:p>
        </ns0:txBody>
      </ns0:sp>
      <ns0:sp>
        <ns0:nvSpPr>
          <ns0:cNvPr id="99" name="trace:S02:content.auto.91">
            <ns1:extLst>
              <ns1:ext uri="{FF2B5EF4-FFF2-40B4-BE49-F238E27FC236}">
                <ns2:creationId id="{11326E27-702B-44E7-A475-B9574B4BE8B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0" y="5210175"/>
            <ns1:ext cx="3143250" cy="1123950"/>
          </ns1:xfrm>
          <ns1:custGeom>
            <ns1:pathLst>
              <ns1:path w="3143250" h="1123950">
                <ns1:moveTo>
                  <ns1:pt x="0" y="0"/>
                </ns1:moveTo>
                <ns1:lnTo>
                  <ns1:pt x="2933700" y="0"/>
                </ns1:lnTo>
                <ns1:lnTo>
                  <ns1:pt x="3143250" y="561975"/>
                </ns1:lnTo>
                <ns1:lnTo>
                  <ns1:pt x="2933700" y="1123950"/>
                </ns1:lnTo>
                <ns1:lnTo>
                  <ns1:pt x="0" y="1123950"/>
                </ns1:lnTo>
                <ns1:lnTo>
                  <ns1:pt x="104775" y="561975"/>
                </ns1:lnTo>
                <ns1:close/>
              </ns1:path>
            </ns1:pathLst>
          </ns1:custGeom>
          <ns1:solidFill>
            <ns1:srgbClr val="EFF3F6"/>
          </ns1:solidFill>
          <ns1:ln w="9525">
            <ns1:solidFill>
              <ns1:srgbClr val="EFF3F6"/>
            </ns1:solidFill>
            <ns1:prstDash val="solid"/>
          </ns1:ln>
        </ns0:spPr>
      </ns0:sp>
      <ns0:sp>
        <ns0:nvSpPr>
          <ns0:cNvPr id="100" name="trace:S02:content.auto.92">
            <ns1:extLst>
              <ns1:ext uri="{FF2B5EF4-FFF2-40B4-BE49-F238E27FC236}">
                <ns2:creationId id="{297F04FF-4533-4964-8D1A-9C642F365FD5}"/>
              </ns1:ext>
            </ns1:extLst>
          </ns0:cNvPr>
          <ns0:cNvSpPr>
            <ns1:spLocks noGrp="1"/>
          </ns0:cNvSpPr>
          <ns0:nvPr/>
        </ns0:nvSpPr>
        <ns0:spPr>
          <ns1:xfrm>
            <ns1:off x="7181850" y="5438775"/>
            <ns1:ext cx="285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03</ns1:t>
            </ns1:r>
          </ns1:p>
        </ns0:txBody>
      </ns0:sp>
      <ns0:sp>
        <ns0:nvSpPr>
          <ns0:cNvPr id="101" name="trace:S02:content.auto.93">
            <ns1:extLst>
              <ns1:ext uri="{FF2B5EF4-FFF2-40B4-BE49-F238E27FC236}">
                <ns2:creationId id="{1AD28CB6-2DF6-47B8-A2F8-8B44337C4B94}"/>
              </ns1:ext>
            </ns1:extLst>
          </ns0:cNvPr>
          <ns0:cNvSpPr>
            <ns1:spLocks noGrp="1"/>
          </ns0:cNvSpPr>
          <ns0:nvPr/>
        </ns0:nvSpPr>
        <ns0:spPr>
          <ns1:xfrm>
            <ns1:off x="8172450" y="5467350"/>
            <ns1:ext cx="0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102" name="trace:S02:content.auto.94">
            <ns1:extLst>
              <ns1:ext uri="{FF2B5EF4-FFF2-40B4-BE49-F238E27FC236}">
                <ns2:creationId id="{31A54D8F-2F5C-47B7-A169-DC794127864E}"/>
              </ns1:ext>
            </ns1:extLst>
          </ns0:cNvPr>
          <ns0:cNvSpPr>
            <ns1:spLocks noGrp="1"/>
          </ns0:cNvSpPr>
          <ns0:nvPr/>
        </ns0:nvSpPr>
        <ns0:spPr>
          <ns1:xfrm>
            <ns1:off x="7600950" y="5600700"/>
            <ns1:ext cx="315468" cy="105156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03" name="trace:S02:content.auto.95">
            <ns1:extLst>
              <ns1:ext uri="{FF2B5EF4-FFF2-40B4-BE49-F238E27FC236}">
                <ns2:creationId id="{BC7E17DA-F968-4614-B400-AE2A8F904542}"/>
              </ns1:ext>
            </ns1:extLst>
          </ns0:cNvPr>
          <ns0:cNvSpPr>
            <ns1:spLocks noGrp="1"/>
          </ns0:cNvSpPr>
          <ns0:nvPr/>
        </ns0:nvSpPr>
        <ns0:spPr>
          <ns1:xfrm>
            <ns1:off x="7600950" y="5775960"/>
            <ns1:ext cx="315468" cy="105156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04" name="trace:S02:content.auto.96">
            <ns1:extLst>
              <ns1:ext uri="{FF2B5EF4-FFF2-40B4-BE49-F238E27FC236}">
                <ns2:creationId id="{FBAC13FC-DB31-44EE-AA17-D33F994EB54C}"/>
              </ns1:ext>
            </ns1:extLst>
          </ns0:cNvPr>
          <ns0:cNvSpPr>
            <ns1:spLocks noGrp="1"/>
          </ns0:cNvSpPr>
          <ns0:nvPr/>
        </ns0:nvSpPr>
        <ns0:spPr>
          <ns1:xfrm>
            <ns1:off x="7600950" y="5653278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05" name="trace:S02:content.auto.97">
            <ns1:extLst>
              <ns1:ext uri="{FF2B5EF4-FFF2-40B4-BE49-F238E27FC236}">
                <ns2:creationId id="{F8CE84A7-83E6-4683-83EF-84A71519070B}"/>
              </ns1:ext>
            </ns1:extLst>
          </ns0:cNvPr>
          <ns0:cNvSpPr>
            <ns1:spLocks noGrp="1"/>
          </ns0:cNvSpPr>
          <ns0:nvPr/>
        </ns0:nvSpPr>
        <ns0:spPr>
          <ns1:xfrm>
            <ns1:off x="7916418" y="5653278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06" name="trace:S02:content.auto.98">
            <ns1:extLst>
              <ns1:ext uri="{FF2B5EF4-FFF2-40B4-BE49-F238E27FC236}">
                <ns2:creationId id="{D78C3FDD-CFA8-47B0-8809-089BE7BECE3C}"/>
              </ns1:ext>
            </ns1:extLst>
          </ns0:cNvPr>
          <ns0:cNvSpPr>
            <ns1:spLocks noGrp="1"/>
          </ns0:cNvSpPr>
          <ns0:nvPr/>
        </ns0:nvSpPr>
        <ns0:spPr>
          <ns1:xfrm>
            <ns1:off x="7600950" y="5828538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07" name="trace:S02:content.auto.99">
            <ns1:extLst>
              <ns1:ext uri="{FF2B5EF4-FFF2-40B4-BE49-F238E27FC236}">
                <ns2:creationId id="{B1291949-D474-42C9-B2D5-37D3549AEE9E}"/>
              </ns1:ext>
            </ns1:extLst>
          </ns0:cNvPr>
          <ns0:cNvSpPr>
            <ns1:spLocks noGrp="1"/>
          </ns0:cNvSpPr>
          <ns0:nvPr/>
        </ns0:nvSpPr>
        <ns0:spPr>
          <ns1:xfrm>
            <ns1:off x="7916418" y="5828538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08" name="trace:S02:content.auto.100">
            <ns1:extLst>
              <ns1:ext uri="{FF2B5EF4-FFF2-40B4-BE49-F238E27FC236}">
                <ns2:creationId id="{8CD2D887-CC3C-4B8A-8390-6292BC1D211F}"/>
              </ns1:ext>
            </ns1:extLst>
          </ns0:cNvPr>
          <ns0:cNvSpPr>
            <ns1:spLocks noGrp="1"/>
          </ns0:cNvSpPr>
          <ns0:nvPr/>
        </ns0:nvSpPr>
        <ns0:spPr>
          <ns1:xfrm>
            <ns1:off x="8324850" y="5381625"/>
            <ns1:ext cx="1428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予算</ns1:t>
            </ns1:r>
          </ns1:p>
        </ns0:txBody>
      </ns0:sp>
      <ns0:sp>
        <ns0:nvSpPr>
          <ns0:cNvPr id="109" name="trace:S02:content.auto.101">
            <ns1:extLst>
              <ns1:ext uri="{FF2B5EF4-FFF2-40B4-BE49-F238E27FC236}">
                <ns2:creationId id="{410C6CDF-8340-4DE0-B3FD-771EEC40CEF7}"/>
              </ns1:ext>
            </ns1:extLst>
          </ns0:cNvPr>
          <ns0:cNvSpPr>
            <ns1:spLocks noGrp="1"/>
          </ns0:cNvSpPr>
          <ns0:nvPr/>
        </ns0:nvSpPr>
        <ns0:spPr>
          <ns1:xfrm>
            <ns1:off x="8324850" y="5743575"/>
            <ns1:ext cx="1381125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必須・推奨・任意の</ns1:t>
            </ns1:r>
          </ns1:p>
          <ns1:p>
            <ns1:pPr algn="l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費用レンジ確認</ns1:t>
            </ns1:r>
          </ns1:p>
        </ns0:txBody>
      </ns0:sp>
      <ns0:sp>
        <ns0:nvSpPr>
          <ns0:cNvPr id="110" name="trace:S02:content.auto.102">
            <ns1:extLst>
              <ns1:ext uri="{FF2B5EF4-FFF2-40B4-BE49-F238E27FC236}">
                <ns2:creationId id="{6E219AF2-E5FD-42D1-91F7-4E49B4588574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0" y="5210175"/>
            <ns1:ext cx="3143250" cy="1123950"/>
          </ns1:xfrm>
          <ns1:custGeom>
            <ns1:pathLst>
              <ns1:path w="3143250" h="1123950">
                <ns1:moveTo>
                  <ns1:pt x="0" y="0"/>
                </ns1:moveTo>
                <ns1:lnTo>
                  <ns1:pt x="2933700" y="0"/>
                </ns1:lnTo>
                <ns1:lnTo>
                  <ns1:pt x="3143250" y="561975"/>
                </ns1:lnTo>
                <ns1:lnTo>
                  <ns1:pt x="2933700" y="1123950"/>
                </ns1:lnTo>
                <ns1:lnTo>
                  <ns1:pt x="0" y="1123950"/>
                </ns1:lnTo>
                <ns1:lnTo>
                  <ns1:pt x="104775" y="561975"/>
                </ns1:lnTo>
                <ns1:close/>
              </ns1:path>
            </ns1:pathLst>
          </ns1:custGeom>
          <ns1:solidFill>
            <ns1:srgbClr val="FFF0F2"/>
          </ns1:solidFill>
          <ns1:ln w="9525">
            <ns1:solidFill>
              <ns1:srgbClr val="FFF0F2"/>
            </ns1:solidFill>
            <ns1:prstDash val="solid"/>
          </ns1:ln>
        </ns0:spPr>
      </ns0:sp>
      <ns0:sp>
        <ns0:nvSpPr>
          <ns0:cNvPr id="111" name="trace:S02:content.auto.103">
            <ns1:extLst>
              <ns1:ext uri="{FF2B5EF4-FFF2-40B4-BE49-F238E27FC236}">
                <ns2:creationId id="{1DF01D6C-14F9-49EF-9D08-F1CB0668D2EB}"/>
              </ns1:ext>
            </ns1:extLst>
          </ns0:cNvPr>
          <ns0:cNvSpPr>
            <ns1:spLocks noGrp="1"/>
          </ns0:cNvSpPr>
          <ns0:nvPr/>
        </ns0:nvSpPr>
        <ns0:spPr>
          <ns1:xfrm>
            <ns1:off x="10420350" y="5438775"/>
            <ns1:ext cx="285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04</ns1:t>
            </ns1:r>
          </ns1:p>
        </ns0:txBody>
      </ns0:sp>
      <ns0:sp>
        <ns0:nvSpPr>
          <ns0:cNvPr id="112" name="trace:S02:content.auto.104">
            <ns1:extLst>
              <ns1:ext uri="{FF2B5EF4-FFF2-40B4-BE49-F238E27FC236}">
                <ns2:creationId id="{5AF3A3C2-7F52-4E98-ADCB-320E785B034F}"/>
              </ns1:ext>
            </ns1:extLst>
          </ns0:cNvPr>
          <ns0:cNvSpPr>
            <ns1:spLocks noGrp="1"/>
          </ns0:cNvSpPr>
          <ns0:nvPr/>
        </ns0:nvSpPr>
        <ns0:spPr>
          <ns1:xfrm>
            <ns1:off x="11410950" y="5467350"/>
            <ns1:ext cx="0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113" name="trace:S02:content.auto.105">
            <ns1:extLst>
              <ns1:ext uri="{FF2B5EF4-FFF2-40B4-BE49-F238E27FC236}">
                <ns2:creationId id="{B918999D-3330-439C-B808-E3862C5E2E33}"/>
              </ns1:ext>
            </ns1:extLst>
          </ns0:cNvPr>
          <ns0:cNvSpPr>
            <ns1:spLocks noGrp="1"/>
          </ns0:cNvSpPr>
          <ns0:nvPr/>
        </ns0:nvSpPr>
        <ns0:spPr>
          <ns1:xfrm>
            <ns1:off x="10960799" y="5543550"/>
            <ns1:ext cx="84011" cy="84011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14" name="trace:S02:content.auto.106">
            <ns1:extLst>
              <ns1:ext uri="{FF2B5EF4-FFF2-40B4-BE49-F238E27FC236}">
                <ns2:creationId id="{F195DC44-C3AB-45F4-9407-50E477DAF90D}"/>
              </ns1:ext>
            </ns1:extLst>
          </ns0:cNvPr>
          <ns0:cNvSpPr>
            <ns1:spLocks noGrp="1"/>
          </ns0:cNvSpPr>
          <ns0:nvPr/>
        </ns0:nvSpPr>
        <ns0:spPr>
          <ns1:xfrm>
            <ns1:off x="10839450" y="5608892"/>
            <ns1:ext cx="65341" cy="65341"/>
          </ns1:xfrm>
          <ns1:prstGeom prst="ellipse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115" name="trace:S02:content.auto.107">
            <ns1:extLst>
              <ns1:ext uri="{FF2B5EF4-FFF2-40B4-BE49-F238E27FC236}">
                <ns2:creationId id="{525B9562-F54D-4D3F-BEA3-558B73E07CDA}"/>
              </ns1:ext>
            </ns1:extLst>
          </ns0:cNvPr>
          <ns0:cNvSpPr>
            <ns1:spLocks noGrp="1"/>
          </ns0:cNvSpPr>
          <ns0:nvPr/>
        </ns0:nvSpPr>
        <ns0:spPr>
          <ns1:xfrm>
            <ns1:off x="11091482" y="5608892"/>
            <ns1:ext cx="65341" cy="65341"/>
          </ns1:xfrm>
          <ns1:prstGeom prst="ellipse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116" name="trace:S02:content.auto.108">
            <ns1:extLst>
              <ns1:ext uri="{FF2B5EF4-FFF2-40B4-BE49-F238E27FC236}">
                <ns2:creationId id="{B7878B13-DE57-47DA-AE80-1F66650C613D}"/>
              </ns1:ext>
            </ns1:extLst>
          </ns0:cNvPr>
          <ns0:cNvSpPr>
            <ns1:spLocks noGrp="1"/>
          </ns0:cNvSpPr>
          <ns0:nvPr/>
        </ns0:nvSpPr>
        <ns0:spPr>
          <ns1:xfrm>
            <ns1:off x="10904791" y="5702237"/>
            <ns1:ext cx="196024" cy="140018"/>
          </ns1:xfrm>
          <ns1:prstGeom prst="arc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17" name="trace:S02:content.auto.109">
            <ns1:extLst>
              <ns1:ext uri="{FF2B5EF4-FFF2-40B4-BE49-F238E27FC236}">
                <ns2:creationId id="{162509B8-CA31-443C-B8DB-34D4357385EF}"/>
              </ns1:ext>
            </ns1:extLst>
          </ns0:cNvPr>
          <ns0:cNvSpPr>
            <ns1:spLocks noGrp="1"/>
          </ns0:cNvSpPr>
          <ns0:nvPr/>
        </ns0:nvSpPr>
        <ns0:spPr>
          <ns1:xfrm>
            <ns1:off x="10811447" y="5711571"/>
            <ns1:ext cx="121349" cy="112014"/>
          </ns1:xfrm>
          <ns1:prstGeom prst="arc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118" name="trace:S02:content.auto.110">
            <ns1:extLst>
              <ns1:ext uri="{FF2B5EF4-FFF2-40B4-BE49-F238E27FC236}">
                <ns2:creationId id="{869417C4-2F99-4B71-82A2-D63F0E6B1316}"/>
              </ns1:ext>
            </ns1:extLst>
          </ns0:cNvPr>
          <ns0:cNvSpPr>
            <ns1:spLocks noGrp="1"/>
          </ns0:cNvSpPr>
          <ns0:nvPr/>
        </ns0:nvSpPr>
        <ns0:spPr>
          <ns1:xfrm>
            <ns1:off x="11072813" y="5711571"/>
            <ns1:ext cx="121349" cy="112014"/>
          </ns1:xfrm>
          <ns1:prstGeom prst="arc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119" name="trace:S02:content.auto.111">
            <ns1:extLst>
              <ns1:ext uri="{FF2B5EF4-FFF2-40B4-BE49-F238E27FC236}">
                <ns2:creationId id="{E34A2429-BEEC-4021-8F9C-17E3D81B0B95}"/>
              </ns1:ext>
            </ns1:extLst>
          </ns0:cNvPr>
          <ns0:cNvSpPr>
            <ns1:spLocks noGrp="1"/>
          </ns0:cNvSpPr>
          <ns0:nvPr/>
        </ns0:nvSpPr>
        <ns0:spPr>
          <ns1:xfrm>
            <ns1:off x="11563350" y="5381625"/>
            <ns1:ext cx="1428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42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推進体制</ns1:t>
            </ns1:r>
          </ns1:p>
        </ns0:txBody>
      </ns0:sp>
      <ns0:sp>
        <ns0:nvSpPr>
          <ns0:cNvPr id="120" name="trace:S02:content.auto.112">
            <ns1:extLst>
              <ns1:ext uri="{FF2B5EF4-FFF2-40B4-BE49-F238E27FC236}">
                <ns2:creationId id="{785DDB75-8ACE-4FC9-B970-59506853C049}"/>
              </ns1:ext>
            </ns1:extLst>
          </ns0:cNvPr>
          <ns0:cNvSpPr>
            <ns1:spLocks noGrp="1"/>
          </ns0:cNvSpPr>
          <ns0:nvPr/>
        </ns0:nvSpPr>
        <ns0:spPr>
          <ns1:xfrm>
            <ns1:off x="11563350" y="5743575"/>
            <ns1:ext cx="1381125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決裁者・担当者・</ns1:t>
            </ns1:r>
          </ns1:p>
          <ns1:p>
            <ns1:pPr algn="l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導入スケジュールの確認</ns1:t>
            </ns1:r>
          </ns1:p>
        </ns0:txBody>
      </ns0:sp>
      <ns0:sp>
        <ns0:nvSpPr>
          <ns0:cNvPr id="121" name="trace:S02:content.auto.113">
            <ns1:extLst>
              <ns1:ext uri="{FF2B5EF4-FFF2-40B4-BE49-F238E27FC236}">
                <ns2:creationId id="{8B61BC13-5ABB-4894-8947-4CB95F20657F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6391275"/>
            <ns1:ext cx="12954000" cy="571500"/>
          </ns1:xfrm>
          <ns1:prstGeom prst="rect">
            <ns1:avLst/>
          </ns1:prstGeom>
          <ns1:solidFill>
            <ns1:srgbClr val="FFF0F2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22" name="trace:S02:content.auto.114">
            <ns1:extLst>
              <ns1:ext uri="{FF2B5EF4-FFF2-40B4-BE49-F238E27FC236}">
                <ns2:creationId id="{DF0171DB-6D7F-4459-9484-0012495C5B2C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6391275"/>
            <ns1:ext cx="1714500" cy="571500"/>
          </ns1:xfrm>
          <ns1:custGeom>
            <ns1:pathLst>
              <ns1:path w="1714500" h="571500">
                <ns1:moveTo>
                  <ns1:pt x="0" y="0"/>
                </ns1:moveTo>
                <ns1:lnTo>
                  <ns1:pt x="1524000" y="0"/>
                </ns1:lnTo>
                <ns1:lnTo>
                  <ns1:pt x="1714500" y="285750"/>
                </ns1:lnTo>
                <ns1:lnTo>
                  <ns1:pt x="1524000" y="571500"/>
                </ns1:lnTo>
                <ns1:lnTo>
                  <ns1:pt x="0" y="571500"/>
                </ns1:lnTo>
                <ns1:close/>
              </ns1:path>
            </ns1:pathLst>
          </ns1:cu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23" name="trace:S02:content.auto.115">
            <ns1:extLst>
              <ns1:ext uri="{FF2B5EF4-FFF2-40B4-BE49-F238E27FC236}">
                <ns2:creationId id="{DC00B88F-28EB-4411-BC0D-26BA5FB3E3BB}"/>
              </ns1:ext>
            </ns1:extLst>
          </ns0:cNvPr>
          <ns0:cNvSpPr>
            <ns1:spLocks noGrp="1"/>
          </ns0:cNvSpPr>
          <ns0:nvPr/>
        </ns0:nvSpPr>
        <ns0:spPr>
          <ns1:xfrm>
            <ns1:off x="697230" y="6515100"/>
            <ns1:ext cx="0" cy="0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24" name="trace:S02:content.auto.116">
            <ns1:extLst>
              <ns1:ext uri="{FF2B5EF4-FFF2-40B4-BE49-F238E27FC236}">
                <ns2:creationId id="{AA2C1C62-17BC-4AA6-8679-7774E2529E13}"/>
              </ns1:ext>
            </ns1:extLst>
          </ns0:cNvPr>
          <ns0:cNvSpPr>
            <ns1:spLocks noGrp="1"/>
          </ns0:cNvSpPr>
          <ns0:nvPr/>
        </ns0:nvSpPr>
        <ns0:spPr>
          <ns1:xfrm>
            <ns1:off x="697230" y="6515100"/>
            <ns1:ext cx="240030" cy="162878"/>
          </ns1:xfrm>
          <ns1:custGeom>
            <ns1:pathLst>
              <ns1:path w="240030" h="162878">
                <ns1:moveTo>
                  <ns1:pt x="0" y="0"/>
                </ns1:moveTo>
                <ns1:lnTo>
                  <ns1:pt x="222885" y="42863"/>
                </ns1:lnTo>
                <ns1:lnTo>
                  <ns1:pt x="102870" y="77153"/>
                </ns1:lnTo>
                <ns1:lnTo>
                  <ns1:pt x="222885" y="137160"/>
                </ns1:lnTo>
                <ns1:lnTo>
                  <ns1:pt x="0" y="102870"/>
                </ns1:lnTo>
                <ns1:close/>
              </ns1:path>
            </ns1:pathLst>
          </ns1:cu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25" name="trace:S02:content.auto.117">
            <ns1:extLst>
              <ns1:ext uri="{FF2B5EF4-FFF2-40B4-BE49-F238E27FC236}">
                <ns2:creationId id="{90ABECAF-4456-4127-BCB9-416CE9EF27AB}"/>
              </ns1:ext>
            </ns1:extLst>
          </ns0:cNvPr>
          <ns0:cNvSpPr>
            <ns1:spLocks noGrp="1"/>
          </ns0:cNvSpPr>
          <ns0:nvPr/>
        </ns0:nvSpPr>
        <ns0:spPr>
          <ns1:xfrm>
            <ns1:off x="1171575" y="6524625"/>
            <ns1:ext cx="7143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7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7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示唆</ns1:t>
            </ns1:r>
          </ns1:p>
        </ns0:txBody>
      </ns0:sp>
      <ns0:sp>
        <ns0:nvSpPr>
          <ns0:cNvPr id="126" name="trace:S02:content.auto.118">
            <ns1:extLst>
              <ns1:ext uri="{FF2B5EF4-FFF2-40B4-BE49-F238E27FC236}">
                <ns2:creationId id="{1010424C-141C-4AD9-A7E9-504E057DF7AA}"/>
              </ns1:ext>
            </ns1:extLst>
          </ns0:cNvPr>
          <ns0:cNvSpPr>
            <ns1:spLocks noGrp="1"/>
          </ns0:cNvSpPr>
          <ns0:nvPr/>
        </ns0:nvSpPr>
        <ns0:spPr>
          <ns1:xfrm>
            <ns1:off x="2476500" y="6553200"/>
            <ns1:ext cx="10001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5000"/>
              </ns1:lnSpc>
              <ns1:buNone/>
              <ns1:defRPr sz="1575">
                <ns1:latin typeface="Yu Gothic UI"/>
                <ns1:ea typeface="Yu Gothic UI"/>
                <ns1:cs typeface="Yu Gothic UI"/>
              </ns1:defRPr>
            </ns1:pPr>
            <ns1:r>
              <ns1:rPr sz="15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範囲・KPI・予算の合意を起点に、</ns1:t>
            </ns1:r>
            <ns1:r>
              <ns1:rPr sz="15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段階導入で早期成果と運用定着</ns1:t>
            </ns1:r>
            <ns1:r>
              <ns1:rPr sz="15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を両立します。</ns1:t>
            </ns1:r>
          </ns1:p>
        </ns0:txBody>
      </ns0:sp>
      <ns0:sp>
        <ns0:nvSpPr>
          <ns0:cNvPr id="127" name="trace:S02:content.auto.119">
            <ns1:extLst>
              <ns1:ext uri="{FF2B5EF4-FFF2-40B4-BE49-F238E27FC236}">
                <ns2:creationId id="{B79D642E-3465-49B4-BFED-80FB0AD92C28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7162800"/>
            <ns1:ext cx="12954000" cy="0"/>
          </ns1:xfrm>
          <ns1:prstGeom prst="line">
            <ns1:avLst/>
          </ns1:prstGeom>
          <ns1:noFill/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28" name="trace:S02:content.auto.120">
            <ns1:extLst>
              <ns1:ext uri="{FF2B5EF4-FFF2-40B4-BE49-F238E27FC236}">
                <ns2:creationId id="{8BBDEF08-5FD4-46E4-ADF3-18A18497D974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7296150"/>
            <ns1:ext cx="26670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02</ns1:t>
            </ns1:r>
          </ns1:p>
        </ns0:txBody>
      </ns0:sp>
      <ns0:sp>
        <ns0:nvSpPr>
          <ns0:cNvPr id="129" name="trace:S02:content.auto.121">
            <ns1:extLst>
              <ns1:ext uri="{FF2B5EF4-FFF2-40B4-BE49-F238E27FC236}">
                <ns2:creationId id="{E7125EE0-E1F1-45C8-AB52-6FDBE557F430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7286625"/>
            <ns1:ext cx="9525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130" name="trace:S02:content.auto.122">
            <ns1:extLst>
              <ns1:ext uri="{FF2B5EF4-FFF2-40B4-BE49-F238E27FC236}">
                <ns2:creationId id="{5525DBDF-739E-442D-870F-7801F900EA8C}"/>
              </ns1:ext>
            </ns1:extLst>
          </ns0:cNvPr>
          <ns0:cNvSpPr>
            <ns1:spLocks noGrp="1"/>
          </ns0:cNvSpPr>
          <ns0:nvPr/>
        </ns0:nvSpPr>
        <ns0:spPr>
          <ns1:xfrm>
            <ns1:off x="934403" y="7219950"/>
            <ns1:ext cx="120015" cy="70009"/>
          </ns1:xfrm>
          <ns1:custGeom>
            <ns1:pathLst>
              <ns1:path w="120015" h="70009">
                <ns1:moveTo>
                  <ns1:pt x="60008" y="0"/>
                </ns1:moveTo>
                <ns1:lnTo>
                  <ns1:pt x="120015" y="35004"/>
                </ns1:lnTo>
                <ns1:lnTo>
                  <ns1:pt x="60008" y="70009"/>
                </ns1:lnTo>
                <ns1:lnTo>
                  <ns1:pt x="0" y="35004"/>
                </ns1:lnTo>
                <ns1:close/>
              </ns1:path>
            </ns1:pathLst>
          </ns1:custGeom>
          <ns1:solidFill>
            <ns1:srgbClr val="E91D2B"/>
          </ns1:solidFill>
          <ns1:ln w="0">
            <ns1:noFill/>
            <ns1:prstDash val="solid"/>
          </ns1:ln>
        </ns0:spPr>
      </ns0:sp>
      <ns0:sp>
        <ns0:nvSpPr>
          <ns0:cNvPr id="131" name="trace:S02:content.auto.123">
            <ns1:extLst>
              <ns1:ext uri="{FF2B5EF4-FFF2-40B4-BE49-F238E27FC236}">
                <ns2:creationId id="{9DD95F94-E353-4E7E-8787-AFC6CA94789E}"/>
              </ns1:ext>
            </ns1:extLst>
          </ns0:cNvPr>
          <ns0:cNvSpPr>
            <ns1:spLocks noGrp="1"/>
          </ns0:cNvSpPr>
          <ns0:nvPr/>
        </ns0:nvSpPr>
        <ns0:spPr>
          <ns1:xfrm>
            <ns1:off x="934403" y="7289959"/>
            <ns1:ext cx="120015" cy="70009"/>
          </ns1:xfrm>
          <ns1:custGeom>
            <ns1:pathLst>
              <ns1:path w="120015" h="70009">
                <ns1:moveTo>
                  <ns1:pt x="60008" y="0"/>
                </ns1:moveTo>
                <ns1:lnTo>
                  <ns1:pt x="120015" y="35004"/>
                </ns1:lnTo>
                <ns1:lnTo>
                  <ns1:pt x="60008" y="70009"/>
                </ns1:lnTo>
                <ns1:lnTo>
                  <ns1:pt x="0" y="35004"/>
                </ns1:lnTo>
                <ns1:close/>
              </ns1:path>
            </ns1:pathLst>
          </ns1:custGeom>
          <ns1:solidFill>
            <ns1:srgbClr val="0D2238"/>
          </ns1:solidFill>
          <ns1:ln w="0">
            <ns1:noFill/>
            <ns1:prstDash val="solid"/>
          </ns1:ln>
        </ns0:spPr>
      </ns0:sp>
      <ns0:sp>
        <ns0:nvSpPr>
          <ns0:cNvPr id="132" name="trace:S02:content.auto.124">
            <ns1:extLst>
              <ns1:ext uri="{FF2B5EF4-FFF2-40B4-BE49-F238E27FC236}">
                <ns2:creationId id="{B8EC0B76-495E-42C1-8D9C-61388851DE4E}"/>
              </ns1:ext>
            </ns1:extLst>
          </ns0:cNvPr>
          <ns0:cNvSpPr>
            <ns1:spLocks noGrp="1"/>
          </ns0:cNvSpPr>
          <ns0:nvPr/>
        </ns0:nvSpPr>
        <ns0:spPr>
          <ns1:xfrm>
            <ns1:off x="934403" y="7359968"/>
            <ns1:ext cx="120015" cy="70009"/>
          </ns1:xfrm>
          <ns1:custGeom>
            <ns1:pathLst>
              <ns1:path w="120015" h="70009">
                <ns1:moveTo>
                  <ns1:pt x="60008" y="0"/>
                </ns1:moveTo>
                <ns1:lnTo>
                  <ns1:pt x="120015" y="35004"/>
                </ns1:lnTo>
                <ns1:lnTo>
                  <ns1:pt x="60008" y="70009"/>
                </ns1:lnTo>
                <ns1:lnTo>
                  <ns1:pt x="0" y="35004"/>
                </ns1:lnTo>
                <ns1:close/>
              </ns1:path>
            </ns1:pathLst>
          </ns1:custGeom>
          <ns1:solidFill>
            <ns1:srgbClr val="6D7781"/>
          </ns1:solidFill>
          <ns1:ln w="0">
            <ns1:noFill/>
            <ns1:prstDash val="solid"/>
          </ns1:ln>
        </ns0:spPr>
      </ns0:sp>
      <ns0:sp>
        <ns0:nvSpPr>
          <ns0:cNvPr id="133" name="trace:S02:footer.brand">
            <ns1:extLst>
              <ns1:ext uri="{FF2B5EF4-FFF2-40B4-BE49-F238E27FC236}">
                <ns2:creationId id="{863EFE1F-16EB-4791-89EC-B6F8633A8B17}"/>
              </ns1:ext>
            </ns1:extLst>
          </ns0:cNvPr>
          <ns0:cNvSpPr>
            <ns1:spLocks noGrp="1"/>
          </ns0:cNvSpPr>
          <ns0:nvPr/>
        </ns0:nvSpPr>
        <ns0:spPr>
          <ns1:xfrm>
            <ns1:off x="1134428" y="7209949"/>
            <ns1:ext cx="1100138" cy="260033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9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提案クエスト</ns1:t>
            </ns1:r>
          </ns1:p>
        </ns0:txBody>
      </ns0:sp>
      <ns0:sp>
        <ns0:nvSpPr>
          <ns0:cNvPr id="134" name="trace:S02:content.auto.125">
            <ns1:extLst>
              <ns1:ext uri="{FF2B5EF4-FFF2-40B4-BE49-F238E27FC236}">
                <ns2:creationId id="{662B6AF0-24BB-48D5-8D3F-67DE75E0CEF3}"/>
              </ns1:ext>
            </ns1:extLst>
          </ns0:cNvPr>
          <ns0:cNvSpPr>
            <ns1:spLocks noGrp="1"/>
          </ns0:cNvSpPr>
          <ns0:nvPr/>
        </ns0:nvSpPr>
        <ns0:spPr>
          <ns1:xfrm>
            <ns1:off x="2114550" y="7286625"/>
            <ns1:ext cx="9525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135" name="trace:S02:footer.tagline.jp">
            <ns1:extLst>
              <ns1:ext uri="{FF2B5EF4-FFF2-40B4-BE49-F238E27FC236}">
                <ns2:creationId id="{CA0AB857-8EE9-40BD-ADF6-202C58C9028B}"/>
              </ns1:ext>
            </ns1:extLst>
          </ns0:cNvPr>
          <ns0:cNvSpPr>
            <ns1:spLocks noGrp="1"/>
          </ns0:cNvSpPr>
          <ns0:nvPr/>
        </ns0:nvSpPr>
        <ns0:spPr>
          <ns1:xfrm>
            <ns1:off x="2305050" y="7181850"/>
            <ns1:ext cx="257175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人とテクノロジーで、より良い社会をつくる</ns1:t>
            </ns1:r>
          </ns1:p>
        </ns0:txBody>
      </ns0:sp>
      <ns0:sp>
        <ns0:nvSpPr>
          <ns0:cNvPr id="136" name="trace:S02:footer.tagline.en">
            <ns1:extLst>
              <ns1:ext uri="{FF2B5EF4-FFF2-40B4-BE49-F238E27FC236}">
                <ns2:creationId id="{C0081B63-1BA3-41B1-ADFE-54F4FCA84287}"/>
              </ns1:ext>
            </ns1:extLst>
          </ns0:cNvPr>
          <ns0:cNvSpPr>
            <ns1:spLocks noGrp="1"/>
          </ns0:cNvSpPr>
          <ns0:nvPr/>
        </ns0:nvSpPr>
        <ns0:spPr>
          <ns1:xfrm>
            <ns1:off x="2305050" y="7353300"/>
            <ns1:ext cx="266700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Think Together, Create the Next.</ns1:t>
            </ns1:r>
          </ns1:p>
        </ns0:txBody>
      </ns0:sp>
      <ns0:sp>
        <ns0:nvSpPr>
          <ns0:cNvPr id="137" name="trace:S02:footer.brand.2">
            <ns1:extLst>
              <ns1:ext uri="{FF2B5EF4-FFF2-40B4-BE49-F238E27FC236}">
                <ns2:creationId id="{D955C8CF-6E2C-4766-AE7F-E223CF5D8442}"/>
              </ns1:ext>
            </ns1:extLst>
          </ns0:cNvPr>
          <ns0:cNvSpPr>
            <ns1:spLocks noGrp="1"/>
          </ns0:cNvSpPr>
          <ns0:nvPr/>
        </ns0:nvSpPr>
        <ns0:spPr>
          <ns1:xfrm>
            <ns1:off x="9715500" y="7296150"/>
            <ns1:ext cx="3619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lnSpc>
                <ns1:spcPct val="108000"/>
              </ns1:lnSpc>
              <ns1:buNone/>
              <ns1:def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© 2026 提案クエスト All Rights Reserved.</ns1:t>
            </ns1:r>
          </ns1:p>
        </ns0:txBody>
      </ns0:sp>
    </ns0:spTree>
    <ns0:extLst>
      <ns0:ext uri="{BB962C8B-B14F-4D97-AF65-F5344CB8AC3E}">
        <ns3:creationId val="459771441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2026-09-24T01:38:59.9420000Z</dcterms:created>
  <dcterms:modified xsi:type="dcterms:W3CDTF">2026-09-24T01:38:59.9420000Z</dcterms:modified>
</coreProperties>
</file>