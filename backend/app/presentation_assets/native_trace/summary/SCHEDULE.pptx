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ba43553bda4a11" /><Relationship Type="http://schemas.openxmlformats.org/officeDocument/2006/relationships/extended-properties" Target="/docProps/app.xml" Id="Rbd50580c71044eb4" /><Relationship Type="http://schemas.openxmlformats.org/officeDocument/2006/relationships/officeDocument" Target="/ppt/presentation.xml" Id="R2809131775cb4582" /></Relationships>
</file>

<file path=ppt/presentation.xml><?xml version="1.0" encoding="utf-8"?>
<p:presentation xmlns:p="http://schemas.openxmlformats.org/presentationml/2006/main">
  <p:sldMasterIdLst>
    <p:sldMasterId xmlns:r="http://schemas.openxmlformats.org/officeDocument/2006/relationships" id="2147483648" r:id="R05af95d59a6f4f28"/>
  </p:sldMasterIdLst>
  <p:notesMasterIdLst>
    <p:notesMasterId xmlns:r="http://schemas.openxmlformats.org/officeDocument/2006/relationships" r:id="R1d25845100ad45e8"/>
  </p:notesMasterIdLst>
  <p:sldIdLst>
    <p:sldId xmlns:r="http://schemas.openxmlformats.org/officeDocument/2006/relationships" id="256" r:id="Racdc3ef7cb7b4c01"/>
  </p:sldIdLst>
  <p:sldSz cx="15925800" cy="896302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5f086fdcc414043" /><Relationship Type="http://schemas.openxmlformats.org/officeDocument/2006/relationships/slideMaster" Target="/ppt/slideMasters/slideMaster1.xml" Id="R05af95d59a6f4f28" /><Relationship Type="http://schemas.openxmlformats.org/officeDocument/2006/relationships/notesMaster" Target="/ppt/notesMasters/notesMaster1.xml" Id="R1d25845100ad45e8" /><Relationship Type="http://schemas.openxmlformats.org/officeDocument/2006/relationships/presProps" Target="/ppt/presProps.xml" Id="Ra81cd6233caf4c1c" /><Relationship Type="http://schemas.openxmlformats.org/officeDocument/2006/relationships/tableStyles" Target="/ppt/tableStyles.xml" Id="R694dffcf5fd64c16" /><Relationship Type="http://schemas.openxmlformats.org/officeDocument/2006/relationships/slide" Target="/ppt/slides/slide1.xml" Id="Racdc3ef7cb7b4c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48ebf4bdb745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b2cf0197a54e4b" /><Relationship Type="http://schemas.openxmlformats.org/officeDocument/2006/relationships/notesMaster" Target="/ppt/notesMasters/notesMaster1.xml" Id="Re450c8ac4cc347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Trace sample schedule, durations, roles, milestones, and dates are reproduced from the approved Canonical PNG for fidelity validation only. They are not verified production facts. Production must use structured schedule data and provenance; unknown owners, dates, and milestones must remain clearly marked.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f24f2bc98145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2b9c810b0a484e" /><Relationship Type="http://schemas.openxmlformats.org/officeDocument/2006/relationships/slideLayout" Target="/ppt/slideLayouts/slideLayout1.xml" Id="Rc91e4637ddae45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1e4637ddae45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074418f43943d6" /><Relationship Type="http://schemas.openxmlformats.org/officeDocument/2006/relationships/notesSlide" Target="/ppt/notesSlides/notesSlide1.xml" Id="Rf8860139ce254ff6"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FFFFF"/>
        </ns1:solidFill>
      </ns0:bgPr>
    </ns0:bg>
    <ns0:spTree>
      <ns0:nvGrpSpPr>
        <ns0:cNvPr id="1" name=""/>
        <ns0:cNvGrpSpPr/>
        <ns0:nvPr/>
      </ns0:nvGrpSpPr>
      <ns0:grpSpPr>
        <ns1:xfrm/>
      </ns0:grpSpPr>
      <ns0:sp>
        <ns0:nvSpPr>
          <ns0:cNvPr id="211" name="trace:SCHEDULE:content.auto">
            <ns1:extLst>
              <ns1:ext uri="{FF2B5EF4-FFF2-40B4-BE49-F238E27FC236}">
                <ns2:creationId id="{CE05CC29-B9E4-4257-8FB7-9D46413A4771}"/>
              </ns1:ext>
            </ns1:extLst>
          </ns0:cNvPr>
          <ns0:cNvSpPr>
            <ns1:spLocks noGrp="1"/>
          </ns0:cNvSpPr>
          <ns0:nvPr/>
        </ns0:nvSpPr>
        <ns0:spPr>
          <ns1:xfrm>
            <ns1:off x="561975" y="228600"/>
            <ns1:ext cx="40005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F52323"/>
                </ns1:solidFill>
                <ns1:latin typeface="Yu Gothic"/>
                <ns1:ea typeface="Yu Gothic"/>
                <ns1:cs typeface="Yu Gothic"/>
              </ns1:defRPr>
            </ns1:pPr>
            <ns1:r>
              <ns1:rPr sz="1350" b="1">
                <ns1:solidFill>
                  <ns1:srgbClr val="F52323"/>
                </ns1:solidFill>
                <ns1:latin typeface="Yu Gothic"/>
                <ns1:ea typeface="Yu Gothic"/>
                <ns1:cs typeface="Yu Gothic"/>
              </ns1:rPr>
              <ns1:t>08</ns1:t>
            </ns1:r>
          </ns1:p>
        </ns0:txBody>
      </ns0:sp>
      <ns0:sp>
        <ns0:nvSpPr>
          <ns0:cNvPr id="2" name="trace:SCHEDULE:content.auto.2">
            <ns1:extLst>
              <ns1:ext uri="{FF2B5EF4-FFF2-40B4-BE49-F238E27FC236}">
                <ns2:creationId id="{F35A619F-3FE5-4C45-BAFB-ED6C335873D6}"/>
              </ns1:ext>
            </ns1:extLst>
          </ns0:cNvPr>
          <ns0:cNvSpPr>
            <ns1:spLocks noGrp="1"/>
          </ns0:cNvSpPr>
          <ns0:nvPr/>
        </ns0:nvSpPr>
        <ns0:spPr>
          <ns1:xfrm>
            <ns1:off x="1009650" y="228600"/>
            <ns1:ext cx="0" cy="266700"/>
          </ns1:xfrm>
          <ns1:prstGeom prst="line">
            <ns1:avLst/>
          </ns1:prstGeom>
          <ns1:noFill/>
          <ns1:ln w="19050">
            <ns1:solidFill>
              <ns1:srgbClr val="F52323"/>
            </ns1:solidFill>
            <ns1:prstDash val="solid"/>
          </ns1:ln>
        </ns0:spPr>
      </ns0:sp>
      <ns0:sp>
        <ns0:nvSpPr>
          <ns0:cNvPr id="3" name="trace:SCHEDULE:content.auto.3">
            <ns1:extLst>
              <ns1:ext uri="{FF2B5EF4-FFF2-40B4-BE49-F238E27FC236}">
                <ns2:creationId id="{968D49DC-29F1-4AE8-9130-EBC330A9C72D}"/>
              </ns1:ext>
            </ns1:extLst>
          </ns0:cNvPr>
          <ns0:cNvSpPr>
            <ns1:spLocks noGrp="1"/>
          </ns0:cNvSpPr>
          <ns0:nvPr/>
        </ns0:nvSpPr>
        <ns0:spPr>
          <ns1:xfrm>
            <ns1:off x="1190625" y="228600"/>
            <ns1:ext cx="2381250" cy="304800"/>
          </ns1:xfrm>
          <ns1:prstGeom prst="rect">
            <ns1:avLst/>
          </ns1:prstGeom>
          <ns1:noFill/>
          <ns1:ln w="0">
            <ns1:noFill/>
            <ns1:prstDash val="solid"/>
          </ns1:ln>
        </ns0:spPr>
        <ns0:txBody>
          <ns1:bodyPr wrap="square" anchor="ctr">
            <ns1:normAutofit fontScale="100000"/>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ご提案内容</ns1:t>
            </ns1:r>
          </ns1:p>
        </ns0:txBody>
      </ns0:sp>
      <ns0:sp>
        <ns0:nvSpPr>
          <ns0:cNvPr id="4" name="trace:SCHEDULE:footer.date">
            <ns1:extLst>
              <ns1:ext uri="{FF2B5EF4-FFF2-40B4-BE49-F238E27FC236}">
                <ns2:creationId id="{BE797656-161F-4D1C-9A9B-3B09F0375C54}"/>
              </ns1:ext>
            </ns1:extLst>
          </ns0:cNvPr>
          <ns0:cNvSpPr>
            <ns1:spLocks noGrp="1"/>
          </ns0:cNvSpPr>
          <ns0:nvPr/>
        </ns0:nvSpPr>
        <ns0:spPr>
          <ns1:xfrm>
            <ns1:off x="14239875" y="200025"/>
            <ns1:ext cx="1333500" cy="285750"/>
          </ns1:xfrm>
          <ns1:prstGeom prst="rect">
            <ns1:avLst/>
          </ns1:prstGeom>
          <ns1:noFill/>
          <ns1:ln w="0">
            <ns1:noFill/>
            <ns1:prstDash val="solid"/>
          </ns1:ln>
        </ns0:spPr>
        <ns0:txBody>
          <ns1:bodyPr wrap="square" anchor="ctr">
            <ns1:normAutofit fontScale="94444"/>
          </ns1:bodyPr>
          <ns1:lstStyle/>
          <ns1:p>
            <ns1:pPr algn="r">
              <ns1:buNone/>
              <ns1:defRPr sz="1350">
                <ns1:solidFill>
                  <ns1:srgbClr val="111111"/>
                </ns1:solidFill>
                <ns1:latin typeface="Yu Gothic"/>
                <ns1:ea typeface="Yu Gothic"/>
                <ns1:cs typeface="Yu Gothic"/>
              </ns1:defRPr>
            </ns1:pPr>
            <ns1:r>
              <ns1:rPr sz="1350">
                <ns1:solidFill>
                  <ns1:srgbClr val="111111"/>
                </ns1:solidFill>
                <ns1:latin typeface="Yu Gothic"/>
                <ns1:ea typeface="Yu Gothic"/>
                <ns1:cs typeface="Yu Gothic"/>
              </ns1:rPr>
              <ns1:t>2026.06.22</ns1:t>
            </ns1:r>
          </ns1:p>
        </ns0:txBody>
      </ns0:sp>
      <ns0:sp>
        <ns0:nvSpPr>
          <ns0:cNvPr id="5" name="trace:SCHEDULE:content.auto.4">
            <ns1:extLst>
              <ns1:ext uri="{FF2B5EF4-FFF2-40B4-BE49-F238E27FC236}">
                <ns2:creationId id="{DD0FBC1E-21CA-47C7-B364-D04109D17AF9}"/>
              </ns1:ext>
            </ns1:extLst>
          </ns0:cNvPr>
          <ns0:cNvSpPr>
            <ns1:spLocks noGrp="1"/>
          </ns0:cNvSpPr>
          <ns0:nvPr/>
        </ns0:nvSpPr>
        <ns0:spPr>
          <ns1:xfrm>
            <ns1:off x="561975" y="561975"/>
            <ns1:ext cx="7781925" cy="0"/>
          </ns1:xfrm>
          <ns1:prstGeom prst="line">
            <ns1:avLst/>
          </ns1:prstGeom>
          <ns1:noFill/>
          <ns1:ln w="28575">
            <ns1:solidFill>
              <ns1:srgbClr val="F52323"/>
            </ns1:solidFill>
            <ns1:prstDash val="solid"/>
          </ns1:ln>
        </ns0:spPr>
      </ns0:sp>
      <ns0:sp>
        <ns0:nvSpPr>
          <ns0:cNvPr id="6" name="trace:SCHEDULE:content.auto.5">
            <ns1:extLst>
              <ns1:ext uri="{FF2B5EF4-FFF2-40B4-BE49-F238E27FC236}">
                <ns2:creationId id="{EB2C8797-952F-46C8-B9C7-BA8CB72AF082}"/>
              </ns1:ext>
            </ns1:extLst>
          </ns0:cNvPr>
          <ns0:cNvSpPr>
            <ns1:spLocks noGrp="1"/>
          </ns0:cNvSpPr>
          <ns0:nvPr/>
        </ns0:nvSpPr>
        <ns0:spPr>
          <ns1:xfrm>
            <ns1:off x="8343900" y="561975"/>
            <ns1:ext cx="7019925" cy="0"/>
          </ns1:xfrm>
          <ns1:prstGeom prst="line">
            <ns1:avLst/>
          </ns1:prstGeom>
          <ns1:noFill/>
          <ns1:ln w="28575">
            <ns1:solidFill>
              <ns1:srgbClr val="111111"/>
            </ns1:solidFill>
            <ns1:prstDash val="solid"/>
          </ns1:ln>
        </ns0:spPr>
      </ns0:sp>
      <ns0:sp>
        <ns0:nvSpPr>
          <ns0:cNvPr id="7" name="trace:SCHEDULE:title.primary">
            <ns1:extLst>
              <ns1:ext uri="{FF2B5EF4-FFF2-40B4-BE49-F238E27FC236}">
                <ns2:creationId id="{EC2BD823-E1EE-484C-8055-B4EABF12CED3}"/>
              </ns1:ext>
            </ns1:extLst>
          </ns0:cNvPr>
          <ns0:cNvSpPr>
            <ns1:spLocks noGrp="1"/>
          </ns0:cNvSpPr>
          <ns0:nvPr/>
        </ns0:nvSpPr>
        <ns0:spPr>
          <ns1:xfrm>
            <ns1:off x="581025" y="828675"/>
            <ns1:ext cx="6191250" cy="504825"/>
          </ns1:xfrm>
          <ns1:prstGeom prst="rect">
            <ns1:avLst/>
          </ns1:prstGeom>
          <ns1:noFill/>
          <ns1:ln w="0">
            <ns1:noFill/>
            <ns1:prstDash val="solid"/>
          </ns1:ln>
        </ns0:spPr>
        <ns0:txBody>
          <ns1:bodyPr wrap="square" anchor="ctr">
            <ns1:normAutofit fontScale="78623"/>
          </ns1:bodyPr>
          <ns1:lstStyle/>
          <ns1:p>
            <ns1:pPr>
              <ns1:buNone/>
              <ns1:defRPr sz="3450" b="1">
                <ns1:solidFill>
                  <ns1:srgbClr val="111111"/>
                </ns1:solidFill>
                <ns1:latin typeface="Yu Gothic"/>
                <ns1:ea typeface="Yu Gothic"/>
                <ns1:cs typeface="Yu Gothic"/>
              </ns1:defRPr>
            </ns1:pPr>
            <ns1:r>
              <ns1:rPr sz="3450" b="1">
                <ns1:solidFill>
                  <ns1:srgbClr val="111111"/>
                </ns1:solidFill>
                <ns1:latin typeface="Yu Gothic"/>
                <ns1:ea typeface="Yu Gothic"/>
                <ns1:cs typeface="Yu Gothic"/>
              </ns1:rPr>
              <ns1:t>導入スケジュールと推進体制</ns1:t>
            </ns1:r>
          </ns1:p>
        </ns0:txBody>
      </ns0:sp>
      <ns0:sp>
        <ns0:nvSpPr>
          <ns0:cNvPr id="8" name="trace:SCHEDULE:title.primary.2">
            <ns1:extLst>
              <ns1:ext uri="{FF2B5EF4-FFF2-40B4-BE49-F238E27FC236}">
                <ns2:creationId id="{F753D756-DC29-42F3-891B-056E38D41EFC}"/>
              </ns1:ext>
            </ns1:extLst>
          </ns0:cNvPr>
          <ns0:cNvSpPr>
            <ns1:spLocks noGrp="1"/>
          </ns0:cNvSpPr>
          <ns0:nvPr/>
        </ns0:nvSpPr>
        <ns0:spPr>
          <ns1:xfrm>
            <ns1:off x="581025" y="1457325"/>
            <ns1:ext cx="10172700" cy="333375"/>
          </ns1:xfrm>
          <ns1:prstGeom prst="rect">
            <ns1:avLst/>
          </ns1:prstGeom>
          <ns1:noFill/>
          <ns1:ln w="0">
            <ns1:noFill/>
            <ns1:prstDash val="solid"/>
          </ns1:ln>
        </ns0:spPr>
        <ns0:txBody>
          <ns1:bodyPr wrap="square" anchor="ctr">
            <ns1:normAutofit fontScale="92029"/>
          </ns1:bodyPr>
          <ns1:lstStyle/>
          <ns1:p>
            <ns1:pPr>
              <ns1:buNone/>
              <ns1:defRPr sz="1725">
                <ns1:solidFill>
                  <ns1:srgbClr val="111111"/>
                </ns1:solidFill>
                <ns1:latin typeface="Yu Gothic"/>
                <ns1:ea typeface="Yu Gothic"/>
                <ns1:cs typeface="Yu Gothic"/>
              </ns1:defRPr>
            </ns1:pPr>
            <ns1:r>
              <ns1:rPr sz="1725">
                <ns1:solidFill>
                  <ns1:srgbClr val="111111"/>
                </ns1:solidFill>
                <ns1:latin typeface="Yu Gothic"/>
                <ns1:ea typeface="Yu Gothic"/>
                <ns1:cs typeface="Yu Gothic"/>
              </ns1:rPr>
              <ns1:t>短期間での立ち上げを実現するため、工程・担当・確認ポイントを明確にした進行計画を示します。</ns1:t>
            </ns1:r>
          </ns1:p>
        </ns0:txBody>
      </ns0:sp>
      <ns0:sp>
        <ns0:nvSpPr>
          <ns0:cNvPr id="9" name="trace:SCHEDULE:content.auto.6">
            <ns1:extLst>
              <ns1:ext uri="{FF2B5EF4-FFF2-40B4-BE49-F238E27FC236}">
                <ns2:creationId id="{9D434ECB-6A8A-4E5A-9E62-E470D3D5B433}"/>
              </ns1:ext>
            </ns1:extLst>
          </ns0:cNvPr>
          <ns0:cNvSpPr>
            <ns1:spLocks noGrp="1"/>
          </ns0:cNvSpPr>
          <ns0:nvPr/>
        </ns0:nvSpPr>
        <ns0:spPr>
          <ns1:xfrm>
            <ns1:off x="561975" y="1952625"/>
            <ns1:ext cx="742950" cy="1485900"/>
          </ns1:xfrm>
          <ns1:prstGeom prst="rect">
            <ns1:avLst/>
          </ns1:prstGeom>
          <ns1:solidFill>
            <ns1:srgbClr val="F3F5F7"/>
          </ns1:solidFill>
          <ns1:ln w="0">
            <ns1:noFill/>
            <ns1:prstDash val="solid"/>
          </ns1:ln>
        </ns0:spPr>
      </ns0:sp>
      <ns0:sp>
        <ns0:nvSpPr>
          <ns0:cNvPr id="10" name="trace:SCHEDULE:content.auto.7">
            <ns1:extLst>
              <ns1:ext uri="{FF2B5EF4-FFF2-40B4-BE49-F238E27FC236}">
                <ns2:creationId id="{6099E90A-80BD-479D-A6C5-9DEC3F2EC1DD}"/>
              </ns1:ext>
            </ns1:extLst>
          </ns0:cNvPr>
          <ns0:cNvSpPr>
            <ns1:spLocks noGrp="1"/>
          </ns0:cNvSpPr>
          <ns0:nvPr/>
        </ns0:nvSpPr>
        <ns0:spPr>
          <ns1:xfrm>
            <ns1:off x="1304925" y="1952625"/>
            <ns1:ext cx="1885950" cy="1485900"/>
          </ns1:xfrm>
          <ns1:custGeom>
            <ns1:pathLst>
              <ns1:path w="1885950" h="1485900">
                <ns1:moveTo>
                  <ns1:pt x="0" y="0"/>
                </ns1:moveTo>
                <ns1:lnTo>
                  <ns1:pt x="1619250" y="0"/>
                </ns1:lnTo>
                <ns1:lnTo>
                  <ns1:pt x="1885950" y="742950"/>
                </ns1:lnTo>
                <ns1:lnTo>
                  <ns1:pt x="1619250" y="1485900"/>
                </ns1:lnTo>
                <ns1:lnTo>
                  <ns1:pt x="0" y="1485900"/>
                </ns1:lnTo>
                <ns1:lnTo>
                  <ns1:pt x="0" y="0"/>
                </ns1:lnTo>
                <ns1:close/>
              </ns1:path>
            </ns1:pathLst>
          </ns1:custGeom>
          <ns1:solidFill>
            <ns1:srgbClr val="FDEBEC"/>
          </ns1:solidFill>
          <ns1:ln w="0">
            <ns1:noFill/>
            <ns1:prstDash val="solid"/>
          </ns1:ln>
        </ns0:spPr>
      </ns0:sp>
      <ns0:sp>
        <ns0:nvSpPr>
          <ns0:cNvPr id="11" name="trace:SCHEDULE:content.auto.8">
            <ns1:extLst>
              <ns1:ext uri="{FF2B5EF4-FFF2-40B4-BE49-F238E27FC236}">
                <ns2:creationId id="{F5C5B5D7-4058-4A44-94CB-09741F1D78EF}"/>
              </ns1:ext>
            </ns1:extLst>
          </ns0:cNvPr>
          <ns0:cNvSpPr>
            <ns1:spLocks noGrp="1"/>
          </ns0:cNvSpPr>
          <ns0:nvPr/>
        </ns0:nvSpPr>
        <ns0:spPr>
          <ns1:xfrm>
            <ns1:off x="1552575" y="2095500"/>
            <ns1:ext cx="495300" cy="266700"/>
          </ns1:xfrm>
          <ns1:prstGeom prst="rect">
            <ns1:avLst/>
          </ns1:prstGeom>
          <ns1:noFill/>
          <ns1:ln w="0">
            <ns1:noFill/>
            <ns1:prstDash val="solid"/>
          </ns1:ln>
        </ns0:spPr>
        <ns0:txBody>
          <ns1:bodyPr wrap="none" anchor="ctr">
            <ns1:normAutofit fontScale="69697"/>
          </ns1:bodyPr>
          <ns1:lstStyle/>
          <ns1:p>
            <ns1:pPr>
              <ns1:buNone/>
              <ns1:defRPr sz="1650" b="1">
                <ns1:solidFill>
                  <ns1:srgbClr val="F52323"/>
                </ns1:solidFill>
                <ns1:latin typeface="Yu Gothic"/>
                <ns1:ea typeface="Yu Gothic"/>
                <ns1:cs typeface="Yu Gothic"/>
              </ns1:defRPr>
            </ns1:pPr>
            <ns1:r>
              <ns1:rPr sz="1650" b="1">
                <ns1:solidFill>
                  <ns1:srgbClr val="F52323"/>
                </ns1:solidFill>
                <ns1:latin typeface="Yu Gothic"/>
                <ns1:ea typeface="Yu Gothic"/>
                <ns1:cs typeface="Yu Gothic"/>
              </ns1:rPr>
              <ns1:t>01</ns1:t>
            </ns1:r>
          </ns1:p>
        </ns0:txBody>
      </ns0:sp>
      <ns0:sp>
        <ns0:nvSpPr>
          <ns0:cNvPr id="12" name="trace:SCHEDULE:content.auto.9">
            <ns1:extLst>
              <ns1:ext uri="{FF2B5EF4-FFF2-40B4-BE49-F238E27FC236}">
                <ns2:creationId id="{72A10ED2-79BA-4FC8-A76E-302DD7AC4964}"/>
              </ns1:ext>
            </ns1:extLst>
          </ns0:cNvPr>
          <ns0:cNvSpPr>
            <ns1:spLocks noGrp="1"/>
          </ns0:cNvSpPr>
          <ns0:nvPr/>
        </ns0:nvSpPr>
        <ns0:spPr>
          <ns1:xfrm>
            <ns1:off x="1552575" y="2381250"/>
            <ns1:ext cx="1524000" cy="381000"/>
          </ns1:xfrm>
          <ns1:prstGeom prst="rect">
            <ns1:avLst/>
          </ns1:prstGeom>
          <ns1:noFill/>
          <ns1:ln w="0">
            <ns1:noFill/>
            <ns1:prstDash val="solid"/>
          </ns1:ln>
        </ns0:spPr>
        <ns0:txBody>
          <ns1:bodyPr wrap="none" anchor="ctr">
            <ns1:normAutofit fontScale="100000"/>
          </ns1:bodyPr>
          <ns1:lstStyle/>
          <ns1:p>
            <ns1:pPr>
              <ns1:buNone/>
              <ns1:defRPr sz="1650" b="1">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要件整理</ns1:t>
            </ns1:r>
          </ns1:p>
        </ns0:txBody>
      </ns0:sp>
      <ns0:sp>
        <ns0:nvSpPr>
          <ns0:cNvPr id="13" name="trace:SCHEDULE:content.auto.10">
            <ns1:extLst>
              <ns1:ext uri="{FF2B5EF4-FFF2-40B4-BE49-F238E27FC236}">
                <ns2:creationId id="{87F0BE52-99BD-4E9A-93EB-B811CF80D20B}"/>
              </ns1:ext>
            </ns1:extLst>
          </ns0:cNvPr>
          <ns0:cNvSpPr>
            <ns1:spLocks noGrp="1"/>
          </ns0:cNvSpPr>
          <ns0:nvPr/>
        </ns0:nvSpPr>
        <ns0:spPr>
          <ns1:xfrm>
            <ns1:off x="1952625" y="2705100"/>
            <ns1:ext cx="590550" cy="590550"/>
          </ns1:xfrm>
          <ns1:prstGeom prst="ellipse">
            <ns1:avLst/>
          </ns1:prstGeom>
          <ns1:solidFill>
            <ns1:srgbClr val="FFF7F7"/>
          </ns1:solidFill>
          <ns1:ln w="0">
            <ns1:noFill/>
            <ns1:prstDash val="solid"/>
          </ns1:ln>
        </ns0:spPr>
      </ns0:sp>
      <ns0:sp>
        <ns0:nvSpPr>
          <ns0:cNvPr id="14" name="trace:SCHEDULE:content.auto.11">
            <ns1:extLst>
              <ns1:ext uri="{FF2B5EF4-FFF2-40B4-BE49-F238E27FC236}">
                <ns2:creationId id="{18B7EBFF-AB94-4287-8024-B00FD4960969}"/>
              </ns1:ext>
            </ns1:extLst>
          </ns0:cNvPr>
          <ns0:cNvSpPr>
            <ns1:spLocks noGrp="1"/>
          </ns0:cNvSpPr>
          <ns0:nvPr/>
        </ns0:nvSpPr>
        <ns0:spPr>
          <ns1:xfrm>
            <ns1:off x="2052638" y="2805113"/>
            <ns1:ext cx="295275" cy="295275"/>
          </ns1:xfrm>
          <ns1:prstGeom prst="ellipse">
            <ns1:avLst/>
          </ns1:prstGeom>
          <ns1:noFill/>
          <ns1:ln w="38100">
            <ns1:solidFill>
              <ns1:srgbClr val="111111"/>
            </ns1:solidFill>
            <ns1:prstDash val="solid"/>
          </ns1:ln>
        </ns0:spPr>
      </ns0:sp>
      <ns0:sp>
        <ns0:nvSpPr>
          <ns0:cNvPr id="15" name="trace:SCHEDULE:content.auto.12">
            <ns1:extLst>
              <ns1:ext uri="{FF2B5EF4-FFF2-40B4-BE49-F238E27FC236}">
                <ns2:creationId id="{C63E287D-7E5A-436F-8C7A-30EA7F85C623}"/>
              </ns1:ext>
            </ns1:extLst>
          </ns0:cNvPr>
          <ns0:cNvSpPr>
            <ns1:spLocks noGrp="1"/>
          </ns0:cNvSpPr>
          <ns0:nvPr/>
        </ns0:nvSpPr>
        <ns0:spPr>
          <ns1:xfrm>
            <ns1:off x="2314575" y="3067050"/>
            <ns1:ext cx="152400" cy="152400"/>
          </ns1:xfrm>
          <ns1:prstGeom prst="line">
            <ns1:avLst/>
          </ns1:prstGeom>
          <ns1:noFill/>
          <ns1:ln w="38100">
            <ns1:solidFill>
              <ns1:srgbClr val="111111"/>
            </ns1:solidFill>
            <ns1:prstDash val="solid"/>
          </ns1:ln>
        </ns0:spPr>
      </ns0:sp>
      <ns0:sp>
        <ns0:nvSpPr>
          <ns0:cNvPr id="16" name="trace:SCHEDULE:content.auto.13">
            <ns1:extLst>
              <ns1:ext uri="{FF2B5EF4-FFF2-40B4-BE49-F238E27FC236}">
                <ns2:creationId id="{0C4F8E00-7942-4973-8523-38C3E1824B68}"/>
              </ns1:ext>
            </ns1:extLst>
          </ns0:cNvPr>
          <ns0:cNvSpPr>
            <ns1:spLocks noGrp="1"/>
          </ns0:cNvSpPr>
          <ns0:nvPr/>
        </ns0:nvSpPr>
        <ns0:spPr>
          <ns1:xfrm>
            <ns1:off x="3190875" y="1952625"/>
            <ns1:ext cx="1885950" cy="1485900"/>
          </ns1:xfrm>
          <ns1:custGeom>
            <ns1:pathLst>
              <ns1:path w="1885950" h="1485900">
                <ns1:moveTo>
                  <ns1:pt x="0" y="0"/>
                </ns1:moveTo>
                <ns1:lnTo>
                  <ns1:pt x="1619250" y="0"/>
                </ns1:lnTo>
                <ns1:lnTo>
                  <ns1:pt x="1885950" y="742950"/>
                </ns1:lnTo>
                <ns1:lnTo>
                  <ns1:pt x="1619250" y="1485900"/>
                </ns1:lnTo>
                <ns1:lnTo>
                  <ns1:pt x="0" y="1485900"/>
                </ns1:lnTo>
                <ns1:lnTo>
                  <ns1:pt x="266700" y="742950"/>
                </ns1:lnTo>
                <ns1:close/>
              </ns1:path>
            </ns1:pathLst>
          </ns1:custGeom>
          <ns1:solidFill>
            <ns1:srgbClr val="FDEBEC"/>
          </ns1:solidFill>
          <ns1:ln w="0">
            <ns1:noFill/>
            <ns1:prstDash val="solid"/>
          </ns1:ln>
        </ns0:spPr>
      </ns0:sp>
      <ns0:sp>
        <ns0:nvSpPr>
          <ns0:cNvPr id="17" name="trace:SCHEDULE:content.auto.14">
            <ns1:extLst>
              <ns1:ext uri="{FF2B5EF4-FFF2-40B4-BE49-F238E27FC236}">
                <ns2:creationId id="{8BD39E81-16D5-4385-81CC-18BC575C7E89}"/>
              </ns1:ext>
            </ns1:extLst>
          </ns0:cNvPr>
          <ns0:cNvSpPr>
            <ns1:spLocks noGrp="1"/>
          </ns0:cNvSpPr>
          <ns0:nvPr/>
        </ns0:nvSpPr>
        <ns0:spPr>
          <ns1:xfrm>
            <ns1:off x="3438525" y="2095500"/>
            <ns1:ext cx="495300" cy="266700"/>
          </ns1:xfrm>
          <ns1:prstGeom prst="rect">
            <ns1:avLst/>
          </ns1:prstGeom>
          <ns1:noFill/>
          <ns1:ln w="0">
            <ns1:noFill/>
            <ns1:prstDash val="solid"/>
          </ns1:ln>
        </ns0:spPr>
        <ns0:txBody>
          <ns1:bodyPr wrap="none" anchor="ctr">
            <ns1:normAutofit fontScale="69697"/>
          </ns1:bodyPr>
          <ns1:lstStyle/>
          <ns1:p>
            <ns1:pPr>
              <ns1:buNone/>
              <ns1:defRPr sz="1650" b="1">
                <ns1:solidFill>
                  <ns1:srgbClr val="F52323"/>
                </ns1:solidFill>
                <ns1:latin typeface="Yu Gothic"/>
                <ns1:ea typeface="Yu Gothic"/>
                <ns1:cs typeface="Yu Gothic"/>
              </ns1:defRPr>
            </ns1:pPr>
            <ns1:r>
              <ns1:rPr sz="1650" b="1">
                <ns1:solidFill>
                  <ns1:srgbClr val="F52323"/>
                </ns1:solidFill>
                <ns1:latin typeface="Yu Gothic"/>
                <ns1:ea typeface="Yu Gothic"/>
                <ns1:cs typeface="Yu Gothic"/>
              </ns1:rPr>
              <ns1:t>02</ns1:t>
            </ns1:r>
          </ns1:p>
        </ns0:txBody>
      </ns0:sp>
      <ns0:sp>
        <ns0:nvSpPr>
          <ns0:cNvPr id="18" name="trace:SCHEDULE:content.auto.15">
            <ns1:extLst>
              <ns1:ext uri="{FF2B5EF4-FFF2-40B4-BE49-F238E27FC236}">
                <ns2:creationId id="{ADCC3600-9A32-4BBE-94B8-BC5C0C83224A}"/>
              </ns1:ext>
            </ns1:extLst>
          </ns0:cNvPr>
          <ns0:cNvSpPr>
            <ns1:spLocks noGrp="1"/>
          </ns0:cNvSpPr>
          <ns0:nvPr/>
        </ns0:nvSpPr>
        <ns0:spPr>
          <ns1:xfrm>
            <ns1:off x="3438525" y="2381250"/>
            <ns1:ext cx="1524000" cy="381000"/>
          </ns1:xfrm>
          <ns1:prstGeom prst="rect">
            <ns1:avLst/>
          </ns1:prstGeom>
          <ns1:noFill/>
          <ns1:ln w="0">
            <ns1:noFill/>
            <ns1:prstDash val="solid"/>
          </ns1:ln>
        </ns0:spPr>
        <ns0:txBody>
          <ns1:bodyPr wrap="none" anchor="ctr">
            <ns1:normAutofit fontScale="100000"/>
          </ns1:bodyPr>
          <ns1:lstStyle/>
          <ns1:p>
            <ns1:pPr>
              <ns1:buNone/>
              <ns1:defRPr sz="1650" b="1">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情報設計</ns1:t>
            </ns1:r>
          </ns1:p>
        </ns0:txBody>
      </ns0:sp>
      <ns0:sp>
        <ns0:nvSpPr>
          <ns0:cNvPr id="19" name="trace:SCHEDULE:content.auto.16">
            <ns1:extLst>
              <ns1:ext uri="{FF2B5EF4-FFF2-40B4-BE49-F238E27FC236}">
                <ns2:creationId id="{5D42EBE8-E857-4F2A-9F4D-24AC2D9A1ADD}"/>
              </ns1:ext>
            </ns1:extLst>
          </ns0:cNvPr>
          <ns0:cNvSpPr>
            <ns1:spLocks noGrp="1"/>
          </ns0:cNvSpPr>
          <ns0:nvPr/>
        </ns0:nvSpPr>
        <ns0:spPr>
          <ns1:xfrm>
            <ns1:off x="3838575" y="2705100"/>
            <ns1:ext cx="590550" cy="590550"/>
          </ns1:xfrm>
          <ns1:prstGeom prst="ellipse">
            <ns1:avLst/>
          </ns1:prstGeom>
          <ns1:solidFill>
            <ns1:srgbClr val="FFF7F7"/>
          </ns1:solidFill>
          <ns1:ln w="0">
            <ns1:noFill/>
            <ns1:prstDash val="solid"/>
          </ns1:ln>
        </ns0:spPr>
      </ns0:sp>
      <ns0:sp>
        <ns0:nvSpPr>
          <ns0:cNvPr id="20" name="trace:SCHEDULE:content.auto.17">
            <ns1:extLst>
              <ns1:ext uri="{FF2B5EF4-FFF2-40B4-BE49-F238E27FC236}">
                <ns2:creationId id="{4E3210DB-C31A-4C00-AB89-7132B68A337E}"/>
              </ns1:ext>
            </ns1:extLst>
          </ns0:cNvPr>
          <ns0:cNvSpPr>
            <ns1:spLocks noGrp="1"/>
          </ns0:cNvSpPr>
          <ns0:nvPr/>
        </ns0:nvSpPr>
        <ns0:spPr>
          <ns1:xfrm>
            <ns1:off x="3971925" y="2790825"/>
            <ns1:ext cx="323850" cy="419100"/>
          </ns1:xfrm>
          <ns1:prstGeom prst="rect">
            <ns1:avLst/>
          </ns1:prstGeom>
          <ns1:noFill/>
          <ns1:ln w="28575">
            <ns1:solidFill>
              <ns1:srgbClr val="111111"/>
            </ns1:solidFill>
            <ns1:prstDash val="solid"/>
          </ns1:ln>
        </ns0:spPr>
      </ns0:sp>
      <ns0:sp>
        <ns0:nvSpPr>
          <ns0:cNvPr id="21" name="trace:SCHEDULE:content.auto.18">
            <ns1:extLst>
              <ns1:ext uri="{FF2B5EF4-FFF2-40B4-BE49-F238E27FC236}">
                <ns2:creationId id="{EDDB4680-75BD-4CDE-8873-957FE1CE0A36}"/>
              </ns1:ext>
            </ns1:extLst>
          </ns0:cNvPr>
          <ns0:cNvSpPr>
            <ns1:spLocks noGrp="1"/>
          </ns0:cNvSpPr>
          <ns0:nvPr/>
        </ns0:nvSpPr>
        <ns0:spPr>
          <ns1:xfrm>
            <ns1:off x="4171950" y="2790825"/>
            <ns1:ext cx="123825" cy="123825"/>
          </ns1:xfrm>
          <ns1:prstGeom prst="line">
            <ns1:avLst/>
          </ns1:prstGeom>
          <ns1:noFill/>
          <ns1:ln w="28575">
            <ns1:solidFill>
              <ns1:srgbClr val="111111"/>
            </ns1:solidFill>
            <ns1:prstDash val="solid"/>
          </ns1:ln>
        </ns0:spPr>
      </ns0:sp>
      <ns0:sp>
        <ns0:nvSpPr>
          <ns0:cNvPr id="22" name="trace:SCHEDULE:content.auto.19">
            <ns1:extLst>
              <ns1:ext uri="{FF2B5EF4-FFF2-40B4-BE49-F238E27FC236}">
                <ns2:creationId id="{055EC051-344F-4D50-85F9-C739360C1D9F}"/>
              </ns1:ext>
            </ns1:extLst>
          </ns0:cNvPr>
          <ns0:cNvSpPr>
            <ns1:spLocks noGrp="1"/>
          </ns0:cNvSpPr>
          <ns0:nvPr/>
        </ns0:nvSpPr>
        <ns0:spPr>
          <ns1:xfrm>
            <ns1:off x="4171950" y="2790825"/>
            <ns1:ext cx="0" cy="123825"/>
          </ns1:xfrm>
          <ns1:prstGeom prst="line">
            <ns1:avLst/>
          </ns1:prstGeom>
          <ns1:noFill/>
          <ns1:ln w="28575">
            <ns1:solidFill>
              <ns1:srgbClr val="111111"/>
            </ns1:solidFill>
            <ns1:prstDash val="solid"/>
          </ns1:ln>
        </ns0:spPr>
      </ns0:sp>
      <ns0:sp>
        <ns0:nvSpPr>
          <ns0:cNvPr id="23" name="trace:SCHEDULE:content.auto.20">
            <ns1:extLst>
              <ns1:ext uri="{FF2B5EF4-FFF2-40B4-BE49-F238E27FC236}">
                <ns2:creationId id="{92909E1D-AAAE-4418-B9F6-ECD33FB18E0A}"/>
              </ns1:ext>
            </ns1:extLst>
          </ns0:cNvPr>
          <ns0:cNvSpPr>
            <ns1:spLocks noGrp="1"/>
          </ns0:cNvSpPr>
          <ns0:nvPr/>
        </ns0:nvSpPr>
        <ns0:spPr>
          <ns1:xfrm>
            <ns1:off x="4171950" y="2914650"/>
            <ns1:ext cx="123825" cy="0"/>
          </ns1:xfrm>
          <ns1:prstGeom prst="line">
            <ns1:avLst/>
          </ns1:prstGeom>
          <ns1:noFill/>
          <ns1:ln w="28575">
            <ns1:solidFill>
              <ns1:srgbClr val="111111"/>
            </ns1:solidFill>
            <ns1:prstDash val="solid"/>
          </ns1:ln>
        </ns0:spPr>
      </ns0:sp>
      <ns0:sp>
        <ns0:nvSpPr>
          <ns0:cNvPr id="24" name="trace:SCHEDULE:content.auto.21">
            <ns1:extLst>
              <ns1:ext uri="{FF2B5EF4-FFF2-40B4-BE49-F238E27FC236}">
                <ns2:creationId id="{033CDBD0-6060-4A70-B019-3475338E5666}"/>
              </ns1:ext>
            </ns1:extLst>
          </ns0:cNvPr>
          <ns0:cNvSpPr>
            <ns1:spLocks noGrp="1"/>
          </ns0:cNvSpPr>
          <ns0:nvPr/>
        </ns0:nvSpPr>
        <ns0:spPr>
          <ns1:xfrm>
            <ns1:off x="4048125" y="3019425"/>
            <ns1:ext cx="161925" cy="0"/>
          </ns1:xfrm>
          <ns1:prstGeom prst="line">
            <ns1:avLst/>
          </ns1:prstGeom>
          <ns1:noFill/>
          <ns1:ln w="28575">
            <ns1:solidFill>
              <ns1:srgbClr val="111111"/>
            </ns1:solidFill>
            <ns1:prstDash val="solid"/>
          </ns1:ln>
        </ns0:spPr>
      </ns0:sp>
      <ns0:sp>
        <ns0:nvSpPr>
          <ns0:cNvPr id="25" name="trace:SCHEDULE:content.auto.22">
            <ns1:extLst>
              <ns1:ext uri="{FF2B5EF4-FFF2-40B4-BE49-F238E27FC236}">
                <ns2:creationId id="{F0FE77A2-327E-4B98-AE63-700F5C772F44}"/>
              </ns1:ext>
            </ns1:extLst>
          </ns0:cNvPr>
          <ns0:cNvSpPr>
            <ns1:spLocks noGrp="1"/>
          </ns0:cNvSpPr>
          <ns0:nvPr/>
        </ns0:nvSpPr>
        <ns0:spPr>
          <ns1:xfrm>
            <ns1:off x="4048125" y="3114675"/>
            <ns1:ext cx="161925" cy="0"/>
          </ns1:xfrm>
          <ns1:prstGeom prst="line">
            <ns1:avLst/>
          </ns1:prstGeom>
          <ns1:noFill/>
          <ns1:ln w="28575">
            <ns1:solidFill>
              <ns1:srgbClr val="111111"/>
            </ns1:solidFill>
            <ns1:prstDash val="solid"/>
          </ns1:ln>
        </ns0:spPr>
      </ns0:sp>
      <ns0:sp>
        <ns0:nvSpPr>
          <ns0:cNvPr id="26" name="trace:SCHEDULE:content.auto.23">
            <ns1:extLst>
              <ns1:ext uri="{FF2B5EF4-FFF2-40B4-BE49-F238E27FC236}">
                <ns2:creationId id="{B5E7743E-AD90-4D91-B798-405ABE3FA0C7}"/>
              </ns1:ext>
            </ns1:extLst>
          </ns0:cNvPr>
          <ns0:cNvSpPr>
            <ns1:spLocks noGrp="1"/>
          </ns0:cNvSpPr>
          <ns0:nvPr/>
        </ns0:nvSpPr>
        <ns0:spPr>
          <ns1:xfrm>
            <ns1:off x="5076825" y="1952625"/>
            <ns1:ext cx="1885950" cy="1485900"/>
          </ns1:xfrm>
          <ns1:custGeom>
            <ns1:pathLst>
              <ns1:path w="1885950" h="1485900">
                <ns1:moveTo>
                  <ns1:pt x="0" y="0"/>
                </ns1:moveTo>
                <ns1:lnTo>
                  <ns1:pt x="1619250" y="0"/>
                </ns1:lnTo>
                <ns1:lnTo>
                  <ns1:pt x="1885950" y="742950"/>
                </ns1:lnTo>
                <ns1:lnTo>
                  <ns1:pt x="1619250" y="1485900"/>
                </ns1:lnTo>
                <ns1:lnTo>
                  <ns1:pt x="0" y="1485900"/>
                </ns1:lnTo>
                <ns1:lnTo>
                  <ns1:pt x="266700" y="742950"/>
                </ns1:lnTo>
                <ns1:close/>
              </ns1:path>
            </ns1:pathLst>
          </ns1:custGeom>
          <ns1:solidFill>
            <ns1:srgbClr val="FDEBEC"/>
          </ns1:solidFill>
          <ns1:ln w="0">
            <ns1:noFill/>
            <ns1:prstDash val="solid"/>
          </ns1:ln>
        </ns0:spPr>
      </ns0:sp>
      <ns0:sp>
        <ns0:nvSpPr>
          <ns0:cNvPr id="27" name="trace:SCHEDULE:content.auto.24">
            <ns1:extLst>
              <ns1:ext uri="{FF2B5EF4-FFF2-40B4-BE49-F238E27FC236}">
                <ns2:creationId id="{E9549824-7AB2-481B-A0BE-32943EAC704B}"/>
              </ns1:ext>
            </ns1:extLst>
          </ns0:cNvPr>
          <ns0:cNvSpPr>
            <ns1:spLocks noGrp="1"/>
          </ns0:cNvSpPr>
          <ns0:nvPr/>
        </ns0:nvSpPr>
        <ns0:spPr>
          <ns1:xfrm>
            <ns1:off x="5324475" y="2095500"/>
            <ns1:ext cx="495300" cy="266700"/>
          </ns1:xfrm>
          <ns1:prstGeom prst="rect">
            <ns1:avLst/>
          </ns1:prstGeom>
          <ns1:noFill/>
          <ns1:ln w="0">
            <ns1:noFill/>
            <ns1:prstDash val="solid"/>
          </ns1:ln>
        </ns0:spPr>
        <ns0:txBody>
          <ns1:bodyPr wrap="none" anchor="ctr">
            <ns1:normAutofit fontScale="69697"/>
          </ns1:bodyPr>
          <ns1:lstStyle/>
          <ns1:p>
            <ns1:pPr>
              <ns1:buNone/>
              <ns1:defRPr sz="1650" b="1">
                <ns1:solidFill>
                  <ns1:srgbClr val="F52323"/>
                </ns1:solidFill>
                <ns1:latin typeface="Yu Gothic"/>
                <ns1:ea typeface="Yu Gothic"/>
                <ns1:cs typeface="Yu Gothic"/>
              </ns1:defRPr>
            </ns1:pPr>
            <ns1:r>
              <ns1:rPr sz="1650" b="1">
                <ns1:solidFill>
                  <ns1:srgbClr val="F52323"/>
                </ns1:solidFill>
                <ns1:latin typeface="Yu Gothic"/>
                <ns1:ea typeface="Yu Gothic"/>
                <ns1:cs typeface="Yu Gothic"/>
              </ns1:rPr>
              <ns1:t>03</ns1:t>
            </ns1:r>
          </ns1:p>
        </ns0:txBody>
      </ns0:sp>
      <ns0:sp>
        <ns0:nvSpPr>
          <ns0:cNvPr id="28" name="trace:SCHEDULE:content.auto.25">
            <ns1:extLst>
              <ns1:ext uri="{FF2B5EF4-FFF2-40B4-BE49-F238E27FC236}">
                <ns2:creationId id="{39497FE0-2F33-4815-8E66-5B802B563EC4}"/>
              </ns1:ext>
            </ns1:extLst>
          </ns0:cNvPr>
          <ns0:cNvSpPr>
            <ns1:spLocks noGrp="1"/>
          </ns0:cNvSpPr>
          <ns0:nvPr/>
        </ns0:nvSpPr>
        <ns0:spPr>
          <ns1:xfrm>
            <ns1:off x="5324475" y="2381250"/>
            <ns1:ext cx="1524000" cy="381000"/>
          </ns1:xfrm>
          <ns1:prstGeom prst="rect">
            <ns1:avLst/>
          </ns1:prstGeom>
          <ns1:noFill/>
          <ns1:ln w="0">
            <ns1:noFill/>
            <ns1:prstDash val="solid"/>
          </ns1:ln>
        </ns0:spPr>
        <ns0:txBody>
          <ns1:bodyPr wrap="none" anchor="ctr">
            <ns1:normAutofit fontScale="100000"/>
          </ns1:bodyPr>
          <ns1:lstStyle/>
          <ns1:p>
            <ns1:pPr>
              <ns1:buNone/>
              <ns1:defRPr sz="1650" b="1">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制作・開発</ns1:t>
            </ns1:r>
          </ns1:p>
        </ns0:txBody>
      </ns0:sp>
      <ns0:sp>
        <ns0:nvSpPr>
          <ns0:cNvPr id="29" name="trace:SCHEDULE:content.auto.26">
            <ns1:extLst>
              <ns1:ext uri="{FF2B5EF4-FFF2-40B4-BE49-F238E27FC236}">
                <ns2:creationId id="{C71D570D-B141-47FA-B7B9-5E41277E2C53}"/>
              </ns1:ext>
            </ns1:extLst>
          </ns0:cNvPr>
          <ns0:cNvSpPr>
            <ns1:spLocks noGrp="1"/>
          </ns0:cNvSpPr>
          <ns0:nvPr/>
        </ns0:nvSpPr>
        <ns0:spPr>
          <ns1:xfrm>
            <ns1:off x="5724525" y="2705100"/>
            <ns1:ext cx="590550" cy="590550"/>
          </ns1:xfrm>
          <ns1:prstGeom prst="ellipse">
            <ns1:avLst/>
          </ns1:prstGeom>
          <ns1:solidFill>
            <ns1:srgbClr val="FFF7F7"/>
          </ns1:solidFill>
          <ns1:ln w="0">
            <ns1:noFill/>
            <ns1:prstDash val="solid"/>
          </ns1:ln>
        </ns0:spPr>
      </ns0:sp>
      <ns0:sp>
        <ns0:nvSpPr>
          <ns0:cNvPr id="40" name="trace:SCHEDULE:content.auto.27">
            <ns1:extLst>
              <ns1:ext uri="{FF2B5EF4-FFF2-40B4-BE49-F238E27FC236}">
                <ns2:creationId id="{A0E1A386-AE72-4D99-B96E-DBD72A04E0BB}"/>
              </ns1:ext>
            </ns1:extLst>
          </ns0:cNvPr>
          <ns0:cNvSpPr>
            <ns1:spLocks noGrp="1"/>
          </ns0:cNvSpPr>
          <ns0:nvPr/>
        </ns0:nvSpPr>
        <ns0:spPr>
          <ns1:xfrm>
            <ns1:off x="6962775" y="1952625"/>
            <ns1:ext cx="1885950" cy="1485900"/>
          </ns1:xfrm>
          <ns1:custGeom>
            <ns1:pathLst>
              <ns1:path w="1885950" h="1485900">
                <ns1:moveTo>
                  <ns1:pt x="0" y="0"/>
                </ns1:moveTo>
                <ns1:lnTo>
                  <ns1:pt x="1619250" y="0"/>
                </ns1:lnTo>
                <ns1:lnTo>
                  <ns1:pt x="1885950" y="742950"/>
                </ns1:lnTo>
                <ns1:lnTo>
                  <ns1:pt x="1619250" y="1485900"/>
                </ns1:lnTo>
                <ns1:lnTo>
                  <ns1:pt x="0" y="1485900"/>
                </ns1:lnTo>
                <ns1:lnTo>
                  <ns1:pt x="266700" y="742950"/>
                </ns1:lnTo>
                <ns1:close/>
              </ns1:path>
            </ns1:pathLst>
          </ns1:custGeom>
          <ns1:solidFill>
            <ns1:srgbClr val="FDEBEC"/>
          </ns1:solidFill>
          <ns1:ln w="0">
            <ns1:noFill/>
            <ns1:prstDash val="solid"/>
          </ns1:ln>
        </ns0:spPr>
      </ns0:sp>
      <ns0:sp>
        <ns0:nvSpPr>
          <ns0:cNvPr id="41" name="trace:SCHEDULE:content.auto.28">
            <ns1:extLst>
              <ns1:ext uri="{FF2B5EF4-FFF2-40B4-BE49-F238E27FC236}">
                <ns2:creationId id="{27F07196-1954-497C-9DBD-5BFDEF7D4155}"/>
              </ns1:ext>
            </ns1:extLst>
          </ns0:cNvPr>
          <ns0:cNvSpPr>
            <ns1:spLocks noGrp="1"/>
          </ns0:cNvSpPr>
          <ns0:nvPr/>
        </ns0:nvSpPr>
        <ns0:spPr>
          <ns1:xfrm>
            <ns1:off x="7210425" y="2095500"/>
            <ns1:ext cx="495300" cy="266700"/>
          </ns1:xfrm>
          <ns1:prstGeom prst="rect">
            <ns1:avLst/>
          </ns1:prstGeom>
          <ns1:noFill/>
          <ns1:ln w="0">
            <ns1:noFill/>
            <ns1:prstDash val="solid"/>
          </ns1:ln>
        </ns0:spPr>
        <ns0:txBody>
          <ns1:bodyPr wrap="none" anchor="ctr">
            <ns1:normAutofit fontScale="69697"/>
          </ns1:bodyPr>
          <ns1:lstStyle/>
          <ns1:p>
            <ns1:pPr>
              <ns1:buNone/>
              <ns1:defRPr sz="1650" b="1">
                <ns1:solidFill>
                  <ns1:srgbClr val="F52323"/>
                </ns1:solidFill>
                <ns1:latin typeface="Yu Gothic"/>
                <ns1:ea typeface="Yu Gothic"/>
                <ns1:cs typeface="Yu Gothic"/>
              </ns1:defRPr>
            </ns1:pPr>
            <ns1:r>
              <ns1:rPr sz="1650" b="1">
                <ns1:solidFill>
                  <ns1:srgbClr val="F52323"/>
                </ns1:solidFill>
                <ns1:latin typeface="Yu Gothic"/>
                <ns1:ea typeface="Yu Gothic"/>
                <ns1:cs typeface="Yu Gothic"/>
              </ns1:rPr>
              <ns1:t>04</ns1:t>
            </ns1:r>
          </ns1:p>
        </ns0:txBody>
      </ns0:sp>
      <ns0:sp>
        <ns0:nvSpPr>
          <ns0:cNvPr id="42" name="trace:SCHEDULE:title.primary.3">
            <ns1:extLst>
              <ns1:ext uri="{FF2B5EF4-FFF2-40B4-BE49-F238E27FC236}">
                <ns2:creationId id="{061A39F8-6F59-4A3A-8519-634FCDFA2228}"/>
              </ns1:ext>
            </ns1:extLst>
          </ns0:cNvPr>
          <ns0:cNvSpPr>
            <ns1:spLocks noGrp="1"/>
          </ns0:cNvSpPr>
          <ns0:nvPr/>
        </ns0:nvSpPr>
        <ns0:spPr>
          <ns1:xfrm>
            <ns1:off x="7210425" y="2381250"/>
            <ns1:ext cx="1524000" cy="381000"/>
          </ns1:xfrm>
          <ns1:prstGeom prst="rect">
            <ns1:avLst/>
          </ns1:prstGeom>
          <ns1:noFill/>
          <ns1:ln w="0">
            <ns1:noFill/>
            <ns1:prstDash val="solid"/>
          </ns1:ln>
        </ns0:spPr>
        <ns0:txBody>
          <ns1:bodyPr wrap="none" anchor="ctr">
            <ns1:normAutofit fontScale="91307"/>
          </ns1:bodyPr>
          <ns1:lstStyle/>
          <ns1:p>
            <ns1:pPr>
              <ns1:buNone/>
              <ns1:defRPr sz="1650" b="1">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検証・公開準備</ns1:t>
            </ns1:r>
          </ns1:p>
        </ns0:txBody>
      </ns0:sp>
      <ns0:sp>
        <ns0:nvSpPr>
          <ns0:cNvPr id="43" name="trace:SCHEDULE:content.auto.29">
            <ns1:extLst>
              <ns1:ext uri="{FF2B5EF4-FFF2-40B4-BE49-F238E27FC236}">
                <ns2:creationId id="{CE4D6197-EC7D-4CA6-863E-BF2CF6CB5AB8}"/>
              </ns1:ext>
            </ns1:extLst>
          </ns0:cNvPr>
          <ns0:cNvSpPr>
            <ns1:spLocks noGrp="1"/>
          </ns0:cNvSpPr>
          <ns0:nvPr/>
        </ns0:nvSpPr>
        <ns0:spPr>
          <ns1:xfrm>
            <ns1:off x="7610475" y="2705100"/>
            <ns1:ext cx="590550" cy="590550"/>
          </ns1:xfrm>
          <ns1:prstGeom prst="ellipse">
            <ns1:avLst/>
          </ns1:prstGeom>
          <ns1:solidFill>
            <ns1:srgbClr val="FFF7F7"/>
          </ns1:solidFill>
          <ns1:ln w="0">
            <ns1:noFill/>
            <ns1:prstDash val="solid"/>
          </ns1:ln>
        </ns0:spPr>
      </ns0:sp>
      <ns0:sp>
        <ns0:nvSpPr>
          <ns0:cNvPr id="44" name="trace:SCHEDULE:content.auto.30">
            <ns1:extLst>
              <ns1:ext uri="{FF2B5EF4-FFF2-40B4-BE49-F238E27FC236}">
                <ns2:creationId id="{7FCA1D77-DDFB-4D6F-B030-DEAABC5B2C1B}"/>
              </ns1:ext>
            </ns1:extLst>
          </ns0:cNvPr>
          <ns0:cNvSpPr>
            <ns1:spLocks noGrp="1"/>
          </ns0:cNvSpPr>
          <ns0:nvPr/>
        </ns0:nvSpPr>
        <ns0:spPr>
          <ns1:xfrm>
            <ns1:off x="7696200" y="2819400"/>
            <ns1:ext cx="419100" cy="285750"/>
          </ns1:xfrm>
          <ns1:prstGeom prst="rect">
            <ns1:avLst/>
          </ns1:prstGeom>
          <ns1:noFill/>
          <ns1:ln w="38100">
            <ns1:solidFill>
              <ns1:srgbClr val="111111"/>
            </ns1:solidFill>
            <ns1:prstDash val="solid"/>
          </ns1:ln>
        </ns0:spPr>
      </ns0:sp>
      <ns0:sp>
        <ns0:nvSpPr>
          <ns0:cNvPr id="45" name="trace:SCHEDULE:content.auto.31">
            <ns1:extLst>
              <ns1:ext uri="{FF2B5EF4-FFF2-40B4-BE49-F238E27FC236}">
                <ns2:creationId id="{5DFD1A43-4B24-455E-A36E-DFCDD7178852}"/>
              </ns1:ext>
            </ns1:extLst>
          </ns0:cNvPr>
          <ns0:cNvSpPr>
            <ns1:spLocks noGrp="1"/>
          </ns0:cNvSpPr>
          <ns0:nvPr/>
        </ns0:nvSpPr>
        <ns0:spPr>
          <ns1:xfrm>
            <ns1:off x="7905750" y="3105150"/>
            <ns1:ext cx="0" cy="95250"/>
          </ns1:xfrm>
          <ns1:prstGeom prst="line">
            <ns1:avLst/>
          </ns1:prstGeom>
          <ns1:noFill/>
          <ns1:ln w="38100">
            <ns1:solidFill>
              <ns1:srgbClr val="111111"/>
            </ns1:solidFill>
            <ns1:prstDash val="solid"/>
          </ns1:ln>
        </ns0:spPr>
      </ns0:sp>
      <ns0:sp>
        <ns0:nvSpPr>
          <ns0:cNvPr id="46" name="trace:SCHEDULE:content.auto.32">
            <ns1:extLst>
              <ns1:ext uri="{FF2B5EF4-FFF2-40B4-BE49-F238E27FC236}">
                <ns2:creationId id="{9CBB45CB-DEB7-454C-B44F-D5FAE82E4C49}"/>
              </ns1:ext>
            </ns1:extLst>
          </ns0:cNvPr>
          <ns0:cNvSpPr>
            <ns1:spLocks noGrp="1"/>
          </ns0:cNvSpPr>
          <ns0:nvPr/>
        </ns0:nvSpPr>
        <ns0:spPr>
          <ns1:xfrm>
            <ns1:off x="7800975" y="3200400"/>
            <ns1:ext cx="209550" cy="0"/>
          </ns1:xfrm>
          <ns1:prstGeom prst="line">
            <ns1:avLst/>
          </ns1:prstGeom>
          <ns1:noFill/>
          <ns1:ln w="38100">
            <ns1:solidFill>
              <ns1:srgbClr val="111111"/>
            </ns1:solidFill>
            <ns1:prstDash val="solid"/>
          </ns1:ln>
        </ns0:spPr>
      </ns0:sp>
      <ns0:sp>
        <ns0:nvSpPr>
          <ns0:cNvPr id="47" name="trace:SCHEDULE:content.auto.33">
            <ns1:extLst>
              <ns1:ext uri="{FF2B5EF4-FFF2-40B4-BE49-F238E27FC236}">
                <ns2:creationId id="{B3981CF3-43C1-4CF8-80DC-7EB298FFEE38}"/>
              </ns1:ext>
            </ns1:extLst>
          </ns0:cNvPr>
          <ns0:cNvSpPr>
            <ns1:spLocks noGrp="1"/>
          </ns0:cNvSpPr>
          <ns0:nvPr/>
        </ns0:nvSpPr>
        <ns0:spPr>
          <ns1:xfrm>
            <ns1:off x="7810500" y="2981325"/>
            <ns1:ext cx="76200" cy="76200"/>
          </ns1:xfrm>
          <ns1:prstGeom prst="line">
            <ns1:avLst/>
          </ns1:prstGeom>
          <ns1:noFill/>
          <ns1:ln w="38100">
            <ns1:solidFill>
              <ns1:srgbClr val="111111"/>
            </ns1:solidFill>
            <ns1:prstDash val="solid"/>
          </ns1:ln>
        </ns0:spPr>
      </ns0:sp>
      <ns0:sp>
        <ns0:nvSpPr>
          <ns0:cNvPr id="48" name="trace:SCHEDULE:content.auto.34">
            <ns1:extLst>
              <ns1:ext uri="{FF2B5EF4-FFF2-40B4-BE49-F238E27FC236}">
                <ns2:creationId id="{2BAB4C4D-8017-41E8-B6B6-6FB3CDC1FBBB}"/>
              </ns1:ext>
            </ns1:extLst>
          </ns0:cNvPr>
          <ns0:cNvSpPr>
            <ns1:spLocks noGrp="1"/>
          </ns0:cNvSpPr>
          <ns0:nvPr/>
        </ns0:nvSpPr>
        <ns0:spPr>
          <ns1:xfrm>
            <ns1:off x="7886700" y="3057525"/>
            <ns1:ext cx="133350" cy="0"/>
          </ns1:xfrm>
          <ns1:prstGeom prst="line">
            <ns1:avLst/>
          </ns1:prstGeom>
          <ns1:noFill/>
          <ns1:ln w="38100">
            <ns1:solidFill>
              <ns1:srgbClr val="111111"/>
            </ns1:solidFill>
            <ns1:prstDash val="solid"/>
          </ns1:ln>
        </ns0:spPr>
      </ns0:sp>
      <ns0:sp>
        <ns0:nvSpPr>
          <ns0:cNvPr id="49" name="trace:SCHEDULE:content.auto.35">
            <ns1:extLst>
              <ns1:ext uri="{FF2B5EF4-FFF2-40B4-BE49-F238E27FC236}">
                <ns2:creationId id="{3A2530F2-FF69-476C-80FD-E3A2940D6FF7}"/>
              </ns1:ext>
            </ns1:extLst>
          </ns0:cNvPr>
          <ns0:cNvSpPr>
            <ns1:spLocks noGrp="1"/>
          </ns0:cNvSpPr>
          <ns0:nvPr/>
        </ns0:nvSpPr>
        <ns0:spPr>
          <ns1:xfrm>
            <ns1:off x="8848725" y="1952625"/>
            <ns1:ext cx="1885950" cy="1485900"/>
          </ns1:xfrm>
          <ns1:custGeom>
            <ns1:pathLst>
              <ns1:path w="1885950" h="1485900">
                <ns1:moveTo>
                  <ns1:pt x="0" y="0"/>
                </ns1:moveTo>
                <ns1:lnTo>
                  <ns1:pt x="1619250" y="0"/>
                </ns1:lnTo>
                <ns1:lnTo>
                  <ns1:pt x="1885950" y="742950"/>
                </ns1:lnTo>
                <ns1:lnTo>
                  <ns1:pt x="1619250" y="1485900"/>
                </ns1:lnTo>
                <ns1:lnTo>
                  <ns1:pt x="0" y="1485900"/>
                </ns1:lnTo>
                <ns1:lnTo>
                  <ns1:pt x="266700" y="742950"/>
                </ns1:lnTo>
                <ns1:close/>
              </ns1:path>
            </ns1:pathLst>
          </ns1:custGeom>
          <ns1:solidFill>
            <ns1:srgbClr val="D91616"/>
          </ns1:solidFill>
          <ns1:ln w="0">
            <ns1:noFill/>
            <ns1:prstDash val="solid"/>
          </ns1:ln>
        </ns0:spPr>
      </ns0:sp>
      <ns0:sp>
        <ns0:nvSpPr>
          <ns0:cNvPr id="50" name="trace:SCHEDULE:content.auto.36">
            <ns1:extLst>
              <ns1:ext uri="{FF2B5EF4-FFF2-40B4-BE49-F238E27FC236}">
                <ns2:creationId id="{2534B0F9-D9F4-4A11-BA3F-079EB9D9B6AF}"/>
              </ns1:ext>
            </ns1:extLst>
          </ns0:cNvPr>
          <ns0:cNvSpPr>
            <ns1:spLocks noGrp="1"/>
          </ns0:cNvSpPr>
          <ns0:nvPr/>
        </ns0:nvSpPr>
        <ns0:spPr>
          <ns1:xfrm>
            <ns1:off x="9096375" y="2095500"/>
            <ns1:ext cx="495300" cy="266700"/>
          </ns1:xfrm>
          <ns1:prstGeom prst="rect">
            <ns1:avLst/>
          </ns1:prstGeom>
          <ns1:noFill/>
          <ns1:ln w="0">
            <ns1:noFill/>
            <ns1:prstDash val="solid"/>
          </ns1:ln>
        </ns0:spPr>
        <ns0:txBody>
          <ns1:bodyPr wrap="none" anchor="ctr">
            <ns1:normAutofit fontScale="69697"/>
          </ns1:bodyPr>
          <ns1:lstStyle/>
          <ns1:p>
            <ns1:pPr>
              <ns1:buNone/>
              <ns1:defRPr sz="1650" b="1">
                <ns1:solidFill>
                  <ns1:srgbClr val="FFFFFF"/>
                </ns1:solidFill>
                <ns1:latin typeface="Yu Gothic"/>
                <ns1:ea typeface="Yu Gothic"/>
                <ns1:cs typeface="Yu Gothic"/>
              </ns1:defRPr>
            </ns1:pPr>
            <ns1:r>
              <ns1:rPr sz="1650" b="1">
                <ns1:solidFill>
                  <ns1:srgbClr val="FFFFFF"/>
                </ns1:solidFill>
                <ns1:latin typeface="Yu Gothic"/>
                <ns1:ea typeface="Yu Gothic"/>
                <ns1:cs typeface="Yu Gothic"/>
              </ns1:rPr>
              <ns1:t>05</ns1:t>
            </ns1:r>
          </ns1:p>
        </ns0:txBody>
      </ns0:sp>
      <ns0:sp>
        <ns0:nvSpPr>
          <ns0:cNvPr id="51" name="trace:SCHEDULE:content.auto.37">
            <ns1:extLst>
              <ns1:ext uri="{FF2B5EF4-FFF2-40B4-BE49-F238E27FC236}">
                <ns2:creationId id="{0B7FA3CF-5AAB-4717-B336-D5B1E6C602B3}"/>
              </ns1:ext>
            </ns1:extLst>
          </ns0:cNvPr>
          <ns0:cNvSpPr>
            <ns1:spLocks noGrp="1"/>
          </ns0:cNvSpPr>
          <ns0:nvPr/>
        </ns0:nvSpPr>
        <ns0:spPr>
          <ns1:xfrm>
            <ns1:off x="9096375" y="2381250"/>
            <ns1:ext cx="1524000" cy="381000"/>
          </ns1:xfrm>
          <ns1:prstGeom prst="rect">
            <ns1:avLst/>
          </ns1:prstGeom>
          <ns1:noFill/>
          <ns1:ln w="0">
            <ns1:noFill/>
            <ns1:prstDash val="solid"/>
          </ns1:ln>
        </ns0:spPr>
        <ns0:txBody>
          <ns1:bodyPr wrap="none" anchor="ctr">
            <ns1:normAutofit fontScale="100000"/>
          </ns1:bodyPr>
          <ns1:lstStyle/>
          <ns1:p>
            <ns1:pPr>
              <ns1:buNone/>
              <ns1:defRPr sz="1650" b="1">
                <ns1:solidFill>
                  <ns1:srgbClr val="FFFFFF"/>
                </ns1:solidFill>
                <ns1:latin typeface="Yu Gothic"/>
                <ns1:ea typeface="Yu Gothic"/>
                <ns1:cs typeface="Yu Gothic"/>
              </ns1:defRPr>
            </ns1:pPr>
            <ns1:r>
              <ns1:rPr sz="1650" b="1">
                <ns1:solidFill>
                  <ns1:srgbClr val="FFFFFF"/>
                </ns1:solidFill>
                <ns1:latin typeface="Yu Gothic"/>
                <ns1:ea typeface="Yu Gothic"/>
                <ns1:cs typeface="Yu Gothic"/>
              </ns1:rPr>
              <ns1:t>公開後改善</ns1:t>
            </ns1:r>
          </ns1:p>
        </ns0:txBody>
      </ns0:sp>
      <ns0:sp>
        <ns0:nvSpPr>
          <ns0:cNvPr id="52" name="trace:SCHEDULE:content.auto.38">
            <ns1:extLst>
              <ns1:ext uri="{FF2B5EF4-FFF2-40B4-BE49-F238E27FC236}">
                <ns2:creationId id="{13118BDE-5C81-4148-A264-29F6E4D2CC32}"/>
              </ns1:ext>
            </ns1:extLst>
          </ns0:cNvPr>
          <ns0:cNvSpPr>
            <ns1:spLocks noGrp="1"/>
          </ns0:cNvSpPr>
          <ns0:nvPr/>
        </ns0:nvSpPr>
        <ns0:spPr>
          <ns1:xfrm>
            <ns1:off x="9496425" y="2705100"/>
            <ns1:ext cx="590550" cy="590550"/>
          </ns1:xfrm>
          <ns1:prstGeom prst="ellipse">
            <ns1:avLst/>
          </ns1:prstGeom>
          <ns1:solidFill>
            <ns1:srgbClr val="FFF7F7"/>
          </ns1:solidFill>
          <ns1:ln w="0">
            <ns1:noFill/>
            <ns1:prstDash val="solid"/>
          </ns1:ln>
        </ns0:spPr>
      </ns0:sp>
      <ns0:sp>
        <ns0:nvSpPr>
          <ns0:cNvPr id="53" name="trace:SCHEDULE:content.auto.39">
            <ns1:extLst>
              <ns1:ext uri="{FF2B5EF4-FFF2-40B4-BE49-F238E27FC236}">
                <ns2:creationId id="{B9D9BBA5-8E7C-4191-9DB4-A0122506C735}"/>
              </ns1:ext>
            </ns1:extLst>
          </ns0:cNvPr>
          <ns0:cNvSpPr>
            <ns1:spLocks noGrp="1"/>
          </ns0:cNvSpPr>
          <ns0:nvPr/>
        </ns0:nvSpPr>
        <ns0:spPr>
          <ns1:xfrm>
            <ns1:off x="9582150" y="3171825"/>
            <ns1:ext cx="438150" cy="47625"/>
          </ns1:xfrm>
          <ns1:prstGeom prst="rect">
            <ns1:avLst/>
          </ns1:prstGeom>
          <ns1:solidFill>
            <ns1:srgbClr val="111111"/>
          </ns1:solidFill>
          <ns1:ln w="0">
            <ns1:noFill/>
            <ns1:prstDash val="solid"/>
          </ns1:ln>
        </ns0:spPr>
      </ns0:sp>
      <ns0:sp>
        <ns0:nvSpPr>
          <ns0:cNvPr id="54" name="trace:SCHEDULE:content.auto.40">
            <ns1:extLst>
              <ns1:ext uri="{FF2B5EF4-FFF2-40B4-BE49-F238E27FC236}">
                <ns2:creationId id="{1632A9E3-D4F1-4983-AB02-C88811304C39}"/>
              </ns1:ext>
            </ns1:extLst>
          </ns0:cNvPr>
          <ns0:cNvSpPr>
            <ns1:spLocks noGrp="1"/>
          </ns0:cNvSpPr>
          <ns0:nvPr/>
        </ns0:nvSpPr>
        <ns0:spPr>
          <ns1:xfrm>
            <ns1:off x="9620250" y="2971800"/>
            <ns1:ext cx="57150" cy="200025"/>
          </ns1:xfrm>
          <ns1:prstGeom prst="rect">
            <ns1:avLst/>
          </ns1:prstGeom>
          <ns1:solidFill>
            <ns1:srgbClr val="111111"/>
          </ns1:solidFill>
          <ns1:ln w="0">
            <ns1:noFill/>
            <ns1:prstDash val="solid"/>
          </ns1:ln>
        </ns0:spPr>
      </ns0:sp>
      <ns0:sp>
        <ns0:nvSpPr>
          <ns0:cNvPr id="55" name="trace:SCHEDULE:content.auto.41">
            <ns1:extLst>
              <ns1:ext uri="{FF2B5EF4-FFF2-40B4-BE49-F238E27FC236}">
                <ns2:creationId id="{6AAF716C-73CF-4BE9-86B7-F76A4B1783B5}"/>
              </ns1:ext>
            </ns1:extLst>
          </ns0:cNvPr>
          <ns0:cNvSpPr>
            <ns1:spLocks noGrp="1"/>
          </ns0:cNvSpPr>
          <ns0:nvPr/>
        </ns0:nvSpPr>
        <ns0:spPr>
          <ns1:xfrm>
            <ns1:off x="9744075" y="2847975"/>
            <ns1:ext cx="57150" cy="323850"/>
          </ns1:xfrm>
          <ns1:prstGeom prst="rect">
            <ns1:avLst/>
          </ns1:prstGeom>
          <ns1:solidFill>
            <ns1:srgbClr val="111111"/>
          </ns1:solidFill>
          <ns1:ln w="0">
            <ns1:noFill/>
            <ns1:prstDash val="solid"/>
          </ns1:ln>
        </ns0:spPr>
      </ns0:sp>
      <ns0:sp>
        <ns0:nvSpPr>
          <ns0:cNvPr id="56" name="trace:SCHEDULE:content.auto.42">
            <ns1:extLst>
              <ns1:ext uri="{FF2B5EF4-FFF2-40B4-BE49-F238E27FC236}">
                <ns2:creationId id="{7AB750DD-5EAE-4BDE-9551-8DD09D6C8118}"/>
              </ns1:ext>
            </ns1:extLst>
          </ns0:cNvPr>
          <ns0:cNvSpPr>
            <ns1:spLocks noGrp="1"/>
          </ns0:cNvSpPr>
          <ns0:nvPr/>
        </ns0:nvSpPr>
        <ns0:spPr>
          <ns1:xfrm>
            <ns1:off x="9867900" y="2714625"/>
            <ns1:ext cx="57150" cy="457200"/>
          </ns1:xfrm>
          <ns1:prstGeom prst="rect">
            <ns1:avLst/>
          </ns1:prstGeom>
          <ns1:solidFill>
            <ns1:srgbClr val="111111"/>
          </ns1:solidFill>
          <ns1:ln w="0">
            <ns1:noFill/>
            <ns1:prstDash val="solid"/>
          </ns1:ln>
        </ns0:spPr>
      </ns0:sp>
      <ns0:sp>
        <ns0:nvSpPr>
          <ns0:cNvPr id="57" name="trace:SCHEDULE:content.auto.43">
            <ns1:extLst>
              <ns1:ext uri="{FF2B5EF4-FFF2-40B4-BE49-F238E27FC236}">
                <ns2:creationId id="{AEC05A1D-8D50-4596-AEC2-753288295D9C}"/>
              </ns1:ext>
            </ns1:extLst>
          </ns0:cNvPr>
          <ns0:cNvSpPr>
            <ns1:spLocks noGrp="1"/>
          </ns0:cNvSpPr>
          <ns0:nvPr/>
        </ns0:nvSpPr>
        <ns0:spPr>
          <ns1:xfrm>
            <ns1:off x="9991725" y="2628900"/>
            <ns1:ext cx="57150" cy="542925"/>
          </ns1:xfrm>
          <ns1:prstGeom prst="rect">
            <ns1:avLst/>
          </ns1:prstGeom>
          <ns1:solidFill>
            <ns1:srgbClr val="111111"/>
          </ns1:solidFill>
          <ns1:ln w="0">
            <ns1:noFill/>
            <ns1:prstDash val="solid"/>
          </ns1:ln>
        </ns0:spPr>
      </ns0:sp>
      <ns0:sp>
        <ns0:nvSpPr>
          <ns0:cNvPr id="58" name="trace:SCHEDULE:content.auto.44">
            <ns1:extLst>
              <ns1:ext uri="{FF2B5EF4-FFF2-40B4-BE49-F238E27FC236}">
                <ns2:creationId id="{9ACB647F-9A19-4F3F-9911-957FEB3ADE52}"/>
              </ns1:ext>
            </ns1:extLst>
          </ns0:cNvPr>
          <ns0:cNvSpPr>
            <ns1:spLocks noGrp="1"/>
          </ns0:cNvSpPr>
          <ns0:nvPr/>
        </ns0:nvSpPr>
        <ns0:spPr>
          <ns1:xfrm>
            <ns1:off x="561975" y="3590925"/>
            <ns1:ext cx="10172700" cy="1724025"/>
          </ns1:xfrm>
          <ns1:prstGeom prst="rect">
            <ns1:avLst/>
          </ns1:prstGeom>
          <ns1:solidFill>
            <ns1:srgbClr val="FFFFFF"/>
          </ns1:solidFill>
          <ns1:ln w="9525">
            <ns1:solidFill>
              <ns1:srgbClr val="D6DDE5"/>
            </ns1:solidFill>
            <ns1:prstDash val="solid"/>
          </ns1:ln>
        </ns0:spPr>
      </ns0:sp>
      <ns0:sp>
        <ns0:nvSpPr>
          <ns0:cNvPr id="59" name="trace:SCHEDULE:content.auto.45">
            <ns1:extLst>
              <ns1:ext uri="{FF2B5EF4-FFF2-40B4-BE49-F238E27FC236}">
                <ns2:creationId id="{8F14ADEB-592C-4FBC-8007-5780EA8E051F}"/>
              </ns1:ext>
            </ns1:extLst>
          </ns0:cNvPr>
          <ns0:cNvSpPr>
            <ns1:spLocks noGrp="1"/>
          </ns0:cNvSpPr>
          <ns0:nvPr/>
        </ns0:nvSpPr>
        <ns0:spPr>
          <ns1:xfrm>
            <ns1:off x="1304925" y="3590925"/>
            <ns1:ext cx="0" cy="1724025"/>
          </ns1:xfrm>
          <ns1:prstGeom prst="line">
            <ns1:avLst/>
          </ns1:prstGeom>
          <ns1:noFill/>
          <ns1:ln w="9525">
            <ns1:solidFill>
              <ns1:srgbClr val="D6DDE5"/>
            </ns1:solidFill>
            <ns1:prstDash val="solid"/>
          </ns1:ln>
        </ns0:spPr>
      </ns0:sp>
      <ns0:sp>
        <ns0:nvSpPr>
          <ns0:cNvPr id="60" name="trace:SCHEDULE:content.auto.46">
            <ns1:extLst>
              <ns1:ext uri="{FF2B5EF4-FFF2-40B4-BE49-F238E27FC236}">
                <ns2:creationId id="{6EDEA5EC-2CF9-4872-B5CE-0A8FC1B2018F}"/>
              </ns1:ext>
            </ns1:extLst>
          </ns0:cNvPr>
          <ns0:cNvSpPr>
            <ns1:spLocks noGrp="1"/>
          </ns0:cNvSpPr>
          <ns0:nvPr/>
        </ns0:nvSpPr>
        <ns0:spPr>
          <ns1:xfrm>
            <ns1:off x="3190875" y="3590925"/>
            <ns1:ext cx="0" cy="1724025"/>
          </ns1:xfrm>
          <ns1:prstGeom prst="line">
            <ns1:avLst/>
          </ns1:prstGeom>
          <ns1:noFill/>
          <ns1:ln w="9525">
            <ns1:solidFill>
              <ns1:srgbClr val="D6DDE5"/>
            </ns1:solidFill>
            <ns1:prstDash val="solid"/>
          </ns1:ln>
        </ns0:spPr>
      </ns0:sp>
      <ns0:sp>
        <ns0:nvSpPr>
          <ns0:cNvPr id="61" name="trace:SCHEDULE:content.auto.47">
            <ns1:extLst>
              <ns1:ext uri="{FF2B5EF4-FFF2-40B4-BE49-F238E27FC236}">
                <ns2:creationId id="{9149AC20-4886-470A-871E-7CA9E79CA011}"/>
              </ns1:ext>
            </ns1:extLst>
          </ns0:cNvPr>
          <ns0:cNvSpPr>
            <ns1:spLocks noGrp="1"/>
          </ns0:cNvSpPr>
          <ns0:nvPr/>
        </ns0:nvSpPr>
        <ns0:spPr>
          <ns1:xfrm>
            <ns1:off x="5076825" y="3590925"/>
            <ns1:ext cx="0" cy="1724025"/>
          </ns1:xfrm>
          <ns1:prstGeom prst="line">
            <ns1:avLst/>
          </ns1:prstGeom>
          <ns1:noFill/>
          <ns1:ln w="9525">
            <ns1:solidFill>
              <ns1:srgbClr val="D6DDE5"/>
            </ns1:solidFill>
            <ns1:prstDash val="solid"/>
          </ns1:ln>
        </ns0:spPr>
      </ns0:sp>
      <ns0:sp>
        <ns0:nvSpPr>
          <ns0:cNvPr id="62" name="trace:SCHEDULE:content.auto.48">
            <ns1:extLst>
              <ns1:ext uri="{FF2B5EF4-FFF2-40B4-BE49-F238E27FC236}">
                <ns2:creationId id="{F1D7D103-CF84-499C-A36E-2E4BFFCEE5B9}"/>
              </ns1:ext>
            </ns1:extLst>
          </ns0:cNvPr>
          <ns0:cNvSpPr>
            <ns1:spLocks noGrp="1"/>
          </ns0:cNvSpPr>
          <ns0:nvPr/>
        </ns0:nvSpPr>
        <ns0:spPr>
          <ns1:xfrm>
            <ns1:off x="6962775" y="3590925"/>
            <ns1:ext cx="0" cy="1724025"/>
          </ns1:xfrm>
          <ns1:prstGeom prst="line">
            <ns1:avLst/>
          </ns1:prstGeom>
          <ns1:noFill/>
          <ns1:ln w="9525">
            <ns1:solidFill>
              <ns1:srgbClr val="D6DDE5"/>
            </ns1:solidFill>
            <ns1:prstDash val="solid"/>
          </ns1:ln>
        </ns0:spPr>
      </ns0:sp>
      <ns0:sp>
        <ns0:nvSpPr>
          <ns0:cNvPr id="63" name="trace:SCHEDULE:content.auto.49">
            <ns1:extLst>
              <ns1:ext uri="{FF2B5EF4-FFF2-40B4-BE49-F238E27FC236}">
                <ns2:creationId id="{EED7289F-38E0-4C95-BE73-827F02BA5C34}"/>
              </ns1:ext>
            </ns1:extLst>
          </ns0:cNvPr>
          <ns0:cNvSpPr>
            <ns1:spLocks noGrp="1"/>
          </ns0:cNvSpPr>
          <ns0:nvPr/>
        </ns0:nvSpPr>
        <ns0:spPr>
          <ns1:xfrm>
            <ns1:off x="8848725" y="3590925"/>
            <ns1:ext cx="0" cy="1724025"/>
          </ns1:xfrm>
          <ns1:prstGeom prst="line">
            <ns1:avLst/>
          </ns1:prstGeom>
          <ns1:noFill/>
          <ns1:ln w="9525">
            <ns1:solidFill>
              <ns1:srgbClr val="D6DDE5"/>
            </ns1:solidFill>
            <ns1:prstDash val="solid"/>
          </ns1:ln>
        </ns0:spPr>
      </ns0:sp>
      <ns0:sp>
        <ns0:nvSpPr>
          <ns0:cNvPr id="64" name="trace:SCHEDULE:content.auto.50">
            <ns1:extLst>
              <ns1:ext uri="{FF2B5EF4-FFF2-40B4-BE49-F238E27FC236}">
                <ns2:creationId id="{C9DBE2A2-D520-4514-A0B8-AC00D066A0F4}"/>
              </ns1:ext>
            </ns1:extLst>
          </ns0:cNvPr>
          <ns0:cNvSpPr>
            <ns1:spLocks noGrp="1"/>
          </ns0:cNvSpPr>
          <ns0:nvPr/>
        </ns0:nvSpPr>
        <ns0:spPr>
          <ns1:xfrm>
            <ns1:off x="628650" y="3848100"/>
            <ns1:ext cx="619125" cy="400050"/>
          </ns1:xfrm>
          <ns1:prstGeom prst="rect">
            <ns1:avLst/>
          </ns1:prstGeom>
          <ns1:noFill/>
          <ns1:ln w="0">
            <ns1:noFill/>
            <ns1:prstDash val="solid"/>
          </ns1:ln>
        </ns0:spPr>
        <ns0:txBody>
          <ns1:bodyPr wrap="none" anchor="ctr">
            <ns1:normAutofit fontScale="63403"/>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主な内容</ns1:t>
            </ns1:r>
          </ns1:p>
        </ns0:txBody>
      </ns0:sp>
      <ns0:sp>
        <ns0:nvSpPr>
          <ns0:cNvPr id="65" name="trace:SCHEDULE:content.auto.51">
            <ns1:extLst>
              <ns1:ext uri="{FF2B5EF4-FFF2-40B4-BE49-F238E27FC236}">
                <ns2:creationId id="{C496148C-AE24-4788-948B-52A45661EA49}"/>
              </ns1:ext>
            </ns1:extLst>
          </ns0:cNvPr>
          <ns0:cNvSpPr>
            <ns1:spLocks noGrp="1"/>
          </ns0:cNvSpPr>
          <ns0:nvPr/>
        </ns0:nvSpPr>
        <ns0:spPr>
          <ns1:xfrm>
            <ns1:off x="1409700" y="3705225"/>
            <ns1:ext cx="76200" cy="76200"/>
          </ns1:xfrm>
          <ns1:prstGeom prst="ellipse">
            <ns1:avLst/>
          </ns1:prstGeom>
          <ns1:solidFill>
            <ns1:srgbClr val="F52323"/>
          </ns1:solidFill>
          <ns1:ln w="0">
            <ns1:noFill/>
            <ns1:prstDash val="solid"/>
          </ns1:ln>
        </ns0:spPr>
      </ns0:sp>
      <ns0:sp>
        <ns0:nvSpPr>
          <ns0:cNvPr id="66" name="trace:SCHEDULE:title.primary.4">
            <ns1:extLst>
              <ns1:ext uri="{FF2B5EF4-FFF2-40B4-BE49-F238E27FC236}">
                <ns2:creationId id="{DE0A8AD5-03F6-441C-93EE-6E14316744F5}"/>
              </ns1:ext>
            </ns1:extLst>
          </ns0:cNvPr>
          <ns0:cNvSpPr>
            <ns1:spLocks noGrp="1"/>
          </ns0:cNvSpPr>
          <ns0:nvPr/>
        </ns0:nvSpPr>
        <ns0:spPr>
          <ns1:xfrm>
            <ns1:off x="1571625" y="36385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現状ヒアリング</ns1:t>
            </ns1:r>
          </ns1:p>
        </ns0:txBody>
      </ns0:sp>
      <ns0:sp>
        <ns0:nvSpPr>
          <ns0:cNvPr id="67" name="trace:SCHEDULE:content.auto.52">
            <ns1:extLst>
              <ns1:ext uri="{FF2B5EF4-FFF2-40B4-BE49-F238E27FC236}">
                <ns2:creationId id="{BE23CCEF-8159-43D3-A8D1-1D5F461B5DC2}"/>
              </ns1:ext>
            </ns1:extLst>
          </ns0:cNvPr>
          <ns0:cNvSpPr>
            <ns1:spLocks noGrp="1"/>
          </ns0:cNvSpPr>
          <ns0:nvPr/>
        </ns0:nvSpPr>
        <ns0:spPr>
          <ns1:xfrm>
            <ns1:off x="1409700" y="3933825"/>
            <ns1:ext cx="76200" cy="76200"/>
          </ns1:xfrm>
          <ns1:prstGeom prst="ellipse">
            <ns1:avLst/>
          </ns1:prstGeom>
          <ns1:solidFill>
            <ns1:srgbClr val="F52323"/>
          </ns1:solidFill>
          <ns1:ln w="0">
            <ns1:noFill/>
            <ns1:prstDash val="solid"/>
          </ns1:ln>
        </ns0:spPr>
      </ns0:sp>
      <ns0:sp>
        <ns0:nvSpPr>
          <ns0:cNvPr id="68" name="trace:SCHEDULE:content.auto.53">
            <ns1:extLst>
              <ns1:ext uri="{FF2B5EF4-FFF2-40B4-BE49-F238E27FC236}">
                <ns2:creationId id="{83BB3D4D-27C6-47ED-825B-259DC61B9305}"/>
              </ns1:ext>
            </ns1:extLst>
          </ns0:cNvPr>
          <ns0:cNvSpPr>
            <ns1:spLocks noGrp="1"/>
          </ns0:cNvSpPr>
          <ns0:nvPr/>
        </ns0:nvSpPr>
        <ns0:spPr>
          <ns1:xfrm>
            <ns1:off x="1571625" y="38671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課題・目的の整理</ns1:t>
            </ns1:r>
          </ns1:p>
        </ns0:txBody>
      </ns0:sp>
      <ns0:sp>
        <ns0:nvSpPr>
          <ns0:cNvPr id="69" name="trace:SCHEDULE:content.auto.54">
            <ns1:extLst>
              <ns1:ext uri="{FF2B5EF4-FFF2-40B4-BE49-F238E27FC236}">
                <ns2:creationId id="{4CD4A9FA-98DE-4153-B958-5DBFD802CE89}"/>
              </ns1:ext>
            </ns1:extLst>
          </ns0:cNvPr>
          <ns0:cNvSpPr>
            <ns1:spLocks noGrp="1"/>
          </ns0:cNvSpPr>
          <ns0:nvPr/>
        </ns0:nvSpPr>
        <ns0:spPr>
          <ns1:xfrm>
            <ns1:off x="1409700" y="4162425"/>
            <ns1:ext cx="76200" cy="76200"/>
          </ns1:xfrm>
          <ns1:prstGeom prst="ellipse">
            <ns1:avLst/>
          </ns1:prstGeom>
          <ns1:solidFill>
            <ns1:srgbClr val="F52323"/>
          </ns1:solidFill>
          <ns1:ln w="0">
            <ns1:noFill/>
            <ns1:prstDash val="solid"/>
          </ns1:ln>
        </ns0:spPr>
      </ns0:sp>
      <ns0:sp>
        <ns0:nvSpPr>
          <ns0:cNvPr id="70" name="trace:SCHEDULE:content.auto.55">
            <ns1:extLst>
              <ns1:ext uri="{FF2B5EF4-FFF2-40B4-BE49-F238E27FC236}">
                <ns2:creationId id="{EE6DECD3-DE08-4913-93E1-38C8D0870D1A}"/>
              </ns1:ext>
            </ns1:extLst>
          </ns0:cNvPr>
          <ns0:cNvSpPr>
            <ns1:spLocks noGrp="1"/>
          </ns0:cNvSpPr>
          <ns0:nvPr/>
        </ns0:nvSpPr>
        <ns0:spPr>
          <ns1:xfrm>
            <ns1:off x="1571625" y="40957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要件の優先順位付け</ns1:t>
            </ns1:r>
          </ns1:p>
        </ns0:txBody>
      </ns0:sp>
      <ns0:sp>
        <ns0:nvSpPr>
          <ns0:cNvPr id="71" name="trace:SCHEDULE:content.auto.56">
            <ns1:extLst>
              <ns1:ext uri="{FF2B5EF4-FFF2-40B4-BE49-F238E27FC236}">
                <ns2:creationId id="{442B9742-6DE6-4944-BD82-5ED8BEC602F3}"/>
              </ns1:ext>
            </ns1:extLst>
          </ns0:cNvPr>
          <ns0:cNvSpPr>
            <ns1:spLocks noGrp="1"/>
          </ns0:cNvSpPr>
          <ns0:nvPr/>
        </ns0:nvSpPr>
        <ns0:spPr>
          <ns1:xfrm>
            <ns1:off x="3295650" y="3705225"/>
            <ns1:ext cx="76200" cy="76200"/>
          </ns1:xfrm>
          <ns1:prstGeom prst="ellipse">
            <ns1:avLst/>
          </ns1:prstGeom>
          <ns1:solidFill>
            <ns1:srgbClr val="F52323"/>
          </ns1:solidFill>
          <ns1:ln w="0">
            <ns1:noFill/>
            <ns1:prstDash val="solid"/>
          </ns1:ln>
        </ns0:spPr>
      </ns0:sp>
      <ns0:sp>
        <ns0:nvSpPr>
          <ns0:cNvPr id="72" name="trace:SCHEDULE:title.primary.5">
            <ns1:extLst>
              <ns1:ext uri="{FF2B5EF4-FFF2-40B4-BE49-F238E27FC236}">
                <ns2:creationId id="{DA42F1CC-9F5B-461B-9EF8-64164BD4C60C}"/>
              </ns1:ext>
            </ns1:extLst>
          </ns0:cNvPr>
          <ns0:cNvSpPr>
            <ns1:spLocks noGrp="1"/>
          </ns0:cNvSpPr>
          <ns0:nvPr/>
        </ns0:nvSpPr>
        <ns0:spPr>
          <ns1:xfrm>
            <ns1:off x="3457575" y="36385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サイト構成の設計</ns1:t>
            </ns1:r>
          </ns1:p>
        </ns0:txBody>
      </ns0:sp>
      <ns0:sp>
        <ns0:nvSpPr>
          <ns0:cNvPr id="73" name="trace:SCHEDULE:content.auto.57">
            <ns1:extLst>
              <ns1:ext uri="{FF2B5EF4-FFF2-40B4-BE49-F238E27FC236}">
                <ns2:creationId id="{DD94F15B-85EA-4F79-AF7B-EC97216AF852}"/>
              </ns1:ext>
            </ns1:extLst>
          </ns0:cNvPr>
          <ns0:cNvSpPr>
            <ns1:spLocks noGrp="1"/>
          </ns0:cNvSpPr>
          <ns0:nvPr/>
        </ns0:nvSpPr>
        <ns0:spPr>
          <ns1:xfrm>
            <ns1:off x="3295650" y="3933825"/>
            <ns1:ext cx="76200" cy="76200"/>
          </ns1:xfrm>
          <ns1:prstGeom prst="ellipse">
            <ns1:avLst/>
          </ns1:prstGeom>
          <ns1:solidFill>
            <ns1:srgbClr val="F52323"/>
          </ns1:solidFill>
          <ns1:ln w="0">
            <ns1:noFill/>
            <ns1:prstDash val="solid"/>
          </ns1:ln>
        </ns0:spPr>
      </ns0:sp>
      <ns0:sp>
        <ns0:nvSpPr>
          <ns0:cNvPr id="74" name="trace:SCHEDULE:content.auto.58">
            <ns1:extLst>
              <ns1:ext uri="{FF2B5EF4-FFF2-40B4-BE49-F238E27FC236}">
                <ns2:creationId id="{E956D167-ABAD-4F75-8BEA-B636C46641EF}"/>
              </ns1:ext>
            </ns1:extLst>
          </ns0:cNvPr>
          <ns0:cNvSpPr>
            <ns1:spLocks noGrp="1"/>
          </ns0:cNvSpPr>
          <ns0:nvPr/>
        </ns0:nvSpPr>
        <ns0:spPr>
          <ns1:xfrm>
            <ns1:off x="3457575" y="38671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コンテンツ整理</ns1:t>
            </ns1:r>
          </ns1:p>
        </ns0:txBody>
      </ns0:sp>
      <ns0:sp>
        <ns0:nvSpPr>
          <ns0:cNvPr id="75" name="trace:SCHEDULE:content.auto.59">
            <ns1:extLst>
              <ns1:ext uri="{FF2B5EF4-FFF2-40B4-BE49-F238E27FC236}">
                <ns2:creationId id="{0DD0E221-86E4-4A89-8129-061DAAFAD84A}"/>
              </ns1:ext>
            </ns1:extLst>
          </ns0:cNvPr>
          <ns0:cNvSpPr>
            <ns1:spLocks noGrp="1"/>
          </ns0:cNvSpPr>
          <ns0:nvPr/>
        </ns0:nvSpPr>
        <ns0:spPr>
          <ns1:xfrm>
            <ns1:off x="3295650" y="4162425"/>
            <ns1:ext cx="76200" cy="76200"/>
          </ns1:xfrm>
          <ns1:prstGeom prst="ellipse">
            <ns1:avLst/>
          </ns1:prstGeom>
          <ns1:solidFill>
            <ns1:srgbClr val="F52323"/>
          </ns1:solidFill>
          <ns1:ln w="0">
            <ns1:noFill/>
            <ns1:prstDash val="solid"/>
          </ns1:ln>
        </ns0:spPr>
      </ns0:sp>
      <ns0:sp>
        <ns0:nvSpPr>
          <ns0:cNvPr id="76" name="trace:SCHEDULE:content.auto.60">
            <ns1:extLst>
              <ns1:ext uri="{FF2B5EF4-FFF2-40B4-BE49-F238E27FC236}">
                <ns2:creationId id="{C00ED5DA-566C-4D82-9DCC-67400D9A507A}"/>
              </ns1:ext>
            </ns1:extLst>
          </ns0:cNvPr>
          <ns0:cNvSpPr>
            <ns1:spLocks noGrp="1"/>
          </ns0:cNvSpPr>
          <ns0:nvPr/>
        </ns0:nvSpPr>
        <ns0:spPr>
          <ns1:xfrm>
            <ns1:off x="3457575" y="40957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ワイヤーフレーム作成</ns1:t>
            </ns1:r>
          </ns1:p>
        </ns0:txBody>
      </ns0:sp>
      <ns0:sp>
        <ns0:nvSpPr>
          <ns0:cNvPr id="77" name="trace:SCHEDULE:content.auto.61">
            <ns1:extLst>
              <ns1:ext uri="{FF2B5EF4-FFF2-40B4-BE49-F238E27FC236}">
                <ns2:creationId id="{C4B46C14-C74B-4CE0-A10B-53CF36CF1535}"/>
              </ns1:ext>
            </ns1:extLst>
          </ns0:cNvPr>
          <ns0:cNvSpPr>
            <ns1:spLocks noGrp="1"/>
          </ns0:cNvSpPr>
          <ns0:nvPr/>
        </ns0:nvSpPr>
        <ns0:spPr>
          <ns1:xfrm>
            <ns1:off x="5181600" y="3705225"/>
            <ns1:ext cx="76200" cy="76200"/>
          </ns1:xfrm>
          <ns1:prstGeom prst="ellipse">
            <ns1:avLst/>
          </ns1:prstGeom>
          <ns1:solidFill>
            <ns1:srgbClr val="F52323"/>
          </ns1:solidFill>
          <ns1:ln w="0">
            <ns1:noFill/>
            <ns1:prstDash val="solid"/>
          </ns1:ln>
        </ns0:spPr>
      </ns0:sp>
      <ns0:sp>
        <ns0:nvSpPr>
          <ns0:cNvPr id="78" name="trace:SCHEDULE:content.auto.62">
            <ns1:extLst>
              <ns1:ext uri="{FF2B5EF4-FFF2-40B4-BE49-F238E27FC236}">
                <ns2:creationId id="{68951D40-2A95-4A24-8253-D6F3829E7DF3}"/>
              </ns1:ext>
            </ns1:extLst>
          </ns0:cNvPr>
          <ns0:cNvSpPr>
            <ns1:spLocks noGrp="1"/>
          </ns0:cNvSpPr>
          <ns0:nvPr/>
        </ns0:nvSpPr>
        <ns0:spPr>
          <ns1:xfrm>
            <ns1:off x="5343525" y="36385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デザイン制作</ns1:t>
            </ns1:r>
          </ns1:p>
        </ns0:txBody>
      </ns0:sp>
      <ns0:sp>
        <ns0:nvSpPr>
          <ns0:cNvPr id="79" name="trace:SCHEDULE:content.auto.63">
            <ns1:extLst>
              <ns1:ext uri="{FF2B5EF4-FFF2-40B4-BE49-F238E27FC236}">
                <ns2:creationId id="{74CD2ED8-B716-4465-96E8-BF0B1232E8B2}"/>
              </ns1:ext>
            </ns1:extLst>
          </ns0:cNvPr>
          <ns0:cNvSpPr>
            <ns1:spLocks noGrp="1"/>
          </ns0:cNvSpPr>
          <ns0:nvPr/>
        </ns0:nvSpPr>
        <ns0:spPr>
          <ns1:xfrm>
            <ns1:off x="5181600" y="3933825"/>
            <ns1:ext cx="76200" cy="76200"/>
          </ns1:xfrm>
          <ns1:prstGeom prst="ellipse">
            <ns1:avLst/>
          </ns1:prstGeom>
          <ns1:solidFill>
            <ns1:srgbClr val="F52323"/>
          </ns1:solidFill>
          <ns1:ln w="0">
            <ns1:noFill/>
            <ns1:prstDash val="solid"/>
          </ns1:ln>
        </ns0:spPr>
      </ns0:sp>
      <ns0:sp>
        <ns0:nvSpPr>
          <ns0:cNvPr id="80" name="trace:SCHEDULE:content.auto.64">
            <ns1:extLst>
              <ns1:ext uri="{FF2B5EF4-FFF2-40B4-BE49-F238E27FC236}">
                <ns2:creationId id="{CE908276-CFE7-4D07-8C76-55BB0D8F8A55}"/>
              </ns1:ext>
            </ns1:extLst>
          </ns0:cNvPr>
          <ns0:cNvSpPr>
            <ns1:spLocks noGrp="1"/>
          </ns0:cNvSpPr>
          <ns0:nvPr/>
        </ns0:nvSpPr>
        <ns0:spPr>
          <ns1:xfrm>
            <ns1:off x="5343525" y="38671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フロントエンド実装</ns1:t>
            </ns1:r>
          </ns1:p>
        </ns0:txBody>
      </ns0:sp>
      <ns0:sp>
        <ns0:nvSpPr>
          <ns0:cNvPr id="81" name="trace:SCHEDULE:content.auto.65">
            <ns1:extLst>
              <ns1:ext uri="{FF2B5EF4-FFF2-40B4-BE49-F238E27FC236}">
                <ns2:creationId id="{D8123635-9BCA-4A41-8A6A-E7CD2C9C1FAE}"/>
              </ns1:ext>
            </ns1:extLst>
          </ns0:cNvPr>
          <ns0:cNvSpPr>
            <ns1:spLocks noGrp="1"/>
          </ns0:cNvSpPr>
          <ns0:nvPr/>
        </ns0:nvSpPr>
        <ns0:spPr>
          <ns1:xfrm>
            <ns1:off x="5181600" y="4162425"/>
            <ns1:ext cx="76200" cy="76200"/>
          </ns1:xfrm>
          <ns1:prstGeom prst="ellipse">
            <ns1:avLst/>
          </ns1:prstGeom>
          <ns1:solidFill>
            <ns1:srgbClr val="F52323"/>
          </ns1:solidFill>
          <ns1:ln w="0">
            <ns1:noFill/>
            <ns1:prstDash val="solid"/>
          </ns1:ln>
        </ns0:spPr>
      </ns0:sp>
      <ns0:sp>
        <ns0:nvSpPr>
          <ns0:cNvPr id="82" name="trace:SCHEDULE:content.auto.66">
            <ns1:extLst>
              <ns1:ext uri="{FF2B5EF4-FFF2-40B4-BE49-F238E27FC236}">
                <ns2:creationId id="{5A1CF713-A664-4C1C-B2BE-C5CDF871562B}"/>
              </ns1:ext>
            </ns1:extLst>
          </ns0:cNvPr>
          <ns0:cNvSpPr>
            <ns1:spLocks noGrp="1"/>
          </ns0:cNvSpPr>
          <ns0:nvPr/>
        </ns0:nvSpPr>
        <ns0:spPr>
          <ns1:xfrm>
            <ns1:off x="5343525" y="40957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CMS構築・各種設定</ns1:t>
            </ns1:r>
          </ns1:p>
        </ns0:txBody>
      </ns0:sp>
      <ns0:sp>
        <ns0:nvSpPr>
          <ns0:cNvPr id="83" name="trace:SCHEDULE:content.auto.67">
            <ns1:extLst>
              <ns1:ext uri="{FF2B5EF4-FFF2-40B4-BE49-F238E27FC236}">
                <ns2:creationId id="{26910179-A14B-474E-803C-FEBCFB23C9A9}"/>
              </ns1:ext>
            </ns1:extLst>
          </ns0:cNvPr>
          <ns0:cNvSpPr>
            <ns1:spLocks noGrp="1"/>
          </ns0:cNvSpPr>
          <ns0:nvPr/>
        </ns0:nvSpPr>
        <ns0:spPr>
          <ns1:xfrm>
            <ns1:off x="7067550" y="3705225"/>
            <ns1:ext cx="76200" cy="76200"/>
          </ns1:xfrm>
          <ns1:prstGeom prst="ellipse">
            <ns1:avLst/>
          </ns1:prstGeom>
          <ns1:solidFill>
            <ns1:srgbClr val="F52323"/>
          </ns1:solidFill>
          <ns1:ln w="0">
            <ns1:noFill/>
            <ns1:prstDash val="solid"/>
          </ns1:ln>
        </ns0:spPr>
      </ns0:sp>
      <ns0:sp>
        <ns0:nvSpPr>
          <ns0:cNvPr id="84" name="trace:SCHEDULE:title.primary.6">
            <ns1:extLst>
              <ns1:ext uri="{FF2B5EF4-FFF2-40B4-BE49-F238E27FC236}">
                <ns2:creationId id="{E78ED83F-CC07-4830-BFF3-63126B1B3875}"/>
              </ns1:ext>
            </ns1:extLst>
          </ns0:cNvPr>
          <ns0:cNvSpPr>
            <ns1:spLocks noGrp="1"/>
          </ns0:cNvSpPr>
          <ns0:nvPr/>
        </ns0:nvSpPr>
        <ns0:spPr>
          <ns1:xfrm>
            <ns1:off x="7229475" y="36385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動作検証・修正</ns1:t>
            </ns1:r>
          </ns1:p>
        </ns0:txBody>
      </ns0:sp>
      <ns0:sp>
        <ns0:nvSpPr>
          <ns0:cNvPr id="85" name="trace:SCHEDULE:content.auto.68">
            <ns1:extLst>
              <ns1:ext uri="{FF2B5EF4-FFF2-40B4-BE49-F238E27FC236}">
                <ns2:creationId id="{B09D4021-A652-4431-8138-B13B8C3013AD}"/>
              </ns1:ext>
            </ns1:extLst>
          </ns0:cNvPr>
          <ns0:cNvSpPr>
            <ns1:spLocks noGrp="1"/>
          </ns0:cNvSpPr>
          <ns0:nvPr/>
        </ns0:nvSpPr>
        <ns0:spPr>
          <ns1:xfrm>
            <ns1:off x="7067550" y="3933825"/>
            <ns1:ext cx="76200" cy="76200"/>
          </ns1:xfrm>
          <ns1:prstGeom prst="ellipse">
            <ns1:avLst/>
          </ns1:prstGeom>
          <ns1:solidFill>
            <ns1:srgbClr val="F52323"/>
          </ns1:solidFill>
          <ns1:ln w="0">
            <ns1:noFill/>
            <ns1:prstDash val="solid"/>
          </ns1:ln>
        </ns0:spPr>
      </ns0:sp>
      <ns0:sp>
        <ns0:nvSpPr>
          <ns0:cNvPr id="86" name="trace:SCHEDULE:content.auto.69">
            <ns1:extLst>
              <ns1:ext uri="{FF2B5EF4-FFF2-40B4-BE49-F238E27FC236}">
                <ns2:creationId id="{8AB5386D-9614-490F-B69B-5C9470361219}"/>
              </ns1:ext>
            </ns1:extLst>
          </ns0:cNvPr>
          <ns0:cNvSpPr>
            <ns1:spLocks noGrp="1"/>
          </ns0:cNvSpPr>
          <ns0:nvPr/>
        </ns0:nvSpPr>
        <ns0:spPr>
          <ns1:xfrm>
            <ns1:off x="7229475" y="38671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コンテンツ登録</ns1:t>
            </ns1:r>
          </ns1:p>
        </ns0:txBody>
      </ns0:sp>
      <ns0:sp>
        <ns0:nvSpPr>
          <ns0:cNvPr id="87" name="trace:SCHEDULE:content.auto.70">
            <ns1:extLst>
              <ns1:ext uri="{FF2B5EF4-FFF2-40B4-BE49-F238E27FC236}">
                <ns2:creationId id="{B4ACB7FA-8B39-4A75-9147-7F8F03148BA9}"/>
              </ns1:ext>
            </ns1:extLst>
          </ns0:cNvPr>
          <ns0:cNvSpPr>
            <ns1:spLocks noGrp="1"/>
          </ns0:cNvSpPr>
          <ns0:nvPr/>
        </ns0:nvSpPr>
        <ns0:spPr>
          <ns1:xfrm>
            <ns1:off x="7067550" y="4162425"/>
            <ns1:ext cx="76200" cy="76200"/>
          </ns1:xfrm>
          <ns1:prstGeom prst="ellipse">
            <ns1:avLst/>
          </ns1:prstGeom>
          <ns1:solidFill>
            <ns1:srgbClr val="F52323"/>
          </ns1:solidFill>
          <ns1:ln w="0">
            <ns1:noFill/>
            <ns1:prstDash val="solid"/>
          </ns1:ln>
        </ns0:spPr>
      </ns0:sp>
      <ns0:sp>
        <ns0:nvSpPr>
          <ns0:cNvPr id="88" name="trace:SCHEDULE:content.auto.71">
            <ns1:extLst>
              <ns1:ext uri="{FF2B5EF4-FFF2-40B4-BE49-F238E27FC236}">
                <ns2:creationId id="{7F637E7A-51FF-412F-AE3D-63765D73020E}"/>
              </ns1:ext>
            </ns1:extLst>
          </ns0:cNvPr>
          <ns0:cNvSpPr>
            <ns1:spLocks noGrp="1"/>
          </ns0:cNvSpPr>
          <ns0:nvPr/>
        </ns0:nvSpPr>
        <ns0:spPr>
          <ns1:xfrm>
            <ns1:off x="7229475" y="40957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公開前の最終確認</ns1:t>
            </ns1:r>
          </ns1:p>
        </ns0:txBody>
      </ns0:sp>
      <ns0:sp>
        <ns0:nvSpPr>
          <ns0:cNvPr id="89" name="trace:SCHEDULE:content.auto.72">
            <ns1:extLst>
              <ns1:ext uri="{FF2B5EF4-FFF2-40B4-BE49-F238E27FC236}">
                <ns2:creationId id="{E12B61CA-123C-4B05-9339-77A1B685D664}"/>
              </ns1:ext>
            </ns1:extLst>
          </ns0:cNvPr>
          <ns0:cNvSpPr>
            <ns1:spLocks noGrp="1"/>
          </ns0:cNvSpPr>
          <ns0:nvPr/>
        </ns0:nvSpPr>
        <ns0:spPr>
          <ns1:xfrm>
            <ns1:off x="8953500" y="3705225"/>
            <ns1:ext cx="76200" cy="76200"/>
          </ns1:xfrm>
          <ns1:prstGeom prst="ellipse">
            <ns1:avLst/>
          </ns1:prstGeom>
          <ns1:solidFill>
            <ns1:srgbClr val="F52323"/>
          </ns1:solidFill>
          <ns1:ln w="0">
            <ns1:noFill/>
            <ns1:prstDash val="solid"/>
          </ns1:ln>
        </ns0:spPr>
      </ns0:sp>
      <ns0:sp>
        <ns0:nvSpPr>
          <ns0:cNvPr id="90" name="trace:SCHEDULE:content.auto.73">
            <ns1:extLst>
              <ns1:ext uri="{FF2B5EF4-FFF2-40B4-BE49-F238E27FC236}">
                <ns2:creationId id="{C42E85D5-6D95-4A2B-B724-EF01B7CA5E33}"/>
              </ns1:ext>
            </ns1:extLst>
          </ns0:cNvPr>
          <ns0:cNvSpPr>
            <ns1:spLocks noGrp="1"/>
          </ns0:cNvSpPr>
          <ns0:nvPr/>
        </ns0:nvSpPr>
        <ns0:spPr>
          <ns1:xfrm>
            <ns1:off x="9115425" y="36385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アクセス解析</ns1:t>
            </ns1:r>
          </ns1:p>
        </ns0:txBody>
      </ns0:sp>
      <ns0:sp>
        <ns0:nvSpPr>
          <ns0:cNvPr id="91" name="trace:SCHEDULE:content.auto.74">
            <ns1:extLst>
              <ns1:ext uri="{FF2B5EF4-FFF2-40B4-BE49-F238E27FC236}">
                <ns2:creationId id="{29CDCF66-72F1-4BFA-B62C-39475CDA5C48}"/>
              </ns1:ext>
            </ns1:extLst>
          </ns0:cNvPr>
          <ns0:cNvSpPr>
            <ns1:spLocks noGrp="1"/>
          </ns0:cNvSpPr>
          <ns0:nvPr/>
        </ns0:nvSpPr>
        <ns0:spPr>
          <ns1:xfrm>
            <ns1:off x="8953500" y="3933825"/>
            <ns1:ext cx="76200" cy="76200"/>
          </ns1:xfrm>
          <ns1:prstGeom prst="ellipse">
            <ns1:avLst/>
          </ns1:prstGeom>
          <ns1:solidFill>
            <ns1:srgbClr val="F52323"/>
          </ns1:solidFill>
          <ns1:ln w="0">
            <ns1:noFill/>
            <ns1:prstDash val="solid"/>
          </ns1:ln>
        </ns0:spPr>
      </ns0:sp>
      <ns0:sp>
        <ns0:nvSpPr>
          <ns0:cNvPr id="92" name="trace:SCHEDULE:content.auto.75">
            <ns1:extLst>
              <ns1:ext uri="{FF2B5EF4-FFF2-40B4-BE49-F238E27FC236}">
                <ns2:creationId id="{4F99FD72-D08D-4833-96FC-070F5D3A36BB}"/>
              </ns1:ext>
            </ns1:extLst>
          </ns0:cNvPr>
          <ns0:cNvSpPr>
            <ns1:spLocks noGrp="1"/>
          </ns0:cNvSpPr>
          <ns0:nvPr/>
        </ns0:nvSpPr>
        <ns0:spPr>
          <ns1:xfrm>
            <ns1:off x="9115425" y="38671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効果測定・レポート</ns1:t>
            </ns1:r>
          </ns1:p>
        </ns0:txBody>
      </ns0:sp>
      <ns0:sp>
        <ns0:nvSpPr>
          <ns0:cNvPr id="93" name="trace:SCHEDULE:content.auto.76">
            <ns1:extLst>
              <ns1:ext uri="{FF2B5EF4-FFF2-40B4-BE49-F238E27FC236}">
                <ns2:creationId id="{6101ADC1-6C5F-4B5D-B0A5-D2E0B3AC4E37}"/>
              </ns1:ext>
            </ns1:extLst>
          </ns0:cNvPr>
          <ns0:cNvSpPr>
            <ns1:spLocks noGrp="1"/>
          </ns0:cNvSpPr>
          <ns0:nvPr/>
        </ns0:nvSpPr>
        <ns0:spPr>
          <ns1:xfrm>
            <ns1:off x="8953500" y="4162425"/>
            <ns1:ext cx="76200" cy="76200"/>
          </ns1:xfrm>
          <ns1:prstGeom prst="ellipse">
            <ns1:avLst/>
          </ns1:prstGeom>
          <ns1:solidFill>
            <ns1:srgbClr val="F52323"/>
          </ns1:solidFill>
          <ns1:ln w="0">
            <ns1:noFill/>
            <ns1:prstDash val="solid"/>
          </ns1:ln>
        </ns0:spPr>
      </ns0:sp>
      <ns0:sp>
        <ns0:nvSpPr>
          <ns0:cNvPr id="94" name="trace:SCHEDULE:content.auto.77">
            <ns1:extLst>
              <ns1:ext uri="{FF2B5EF4-FFF2-40B4-BE49-F238E27FC236}">
                <ns2:creationId id="{F097E855-FA7F-486C-BDF4-3D4365BED6B1}"/>
              </ns1:ext>
            </ns1:extLst>
          </ns0:cNvPr>
          <ns0:cNvSpPr>
            <ns1:spLocks noGrp="1"/>
          </ns0:cNvSpPr>
          <ns0:nvPr/>
        </ns0:nvSpPr>
        <ns0:spPr>
          <ns1:xfrm>
            <ns1:off x="9115425" y="4095750"/>
            <ns1:ext cx="1533525" cy="238125"/>
          </ns1:xfrm>
          <ns1:prstGeom prst="rect">
            <ns1:avLst/>
          </ns1:prstGeom>
          <ns1:noFill/>
          <ns1:ln w="0">
            <ns1:noFill/>
            <ns1:prstDash val="solid"/>
          </ns1:ln>
        </ns0:spPr>
        <ns0:txBody>
          <ns1:bodyPr wrap="none" anchor="t">
            <ns1:normAutofit fontScale="85556"/>
          </ns1:bodyPr>
          <ns1:lstStyle/>
          <ns1:p>
            <ns1:pP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改善施策の実施</ns1:t>
            </ns1:r>
          </ns1:p>
        </ns0:txBody>
      </ns0:sp>
      <ns0:sp>
        <ns0:nvSpPr>
          <ns0:cNvPr id="95" name="trace:SCHEDULE:content.auto.78">
            <ns1:extLst>
              <ns1:ext uri="{FF2B5EF4-FFF2-40B4-BE49-F238E27FC236}">
                <ns2:creationId id="{336EEBF8-EF72-4D73-B00D-574C1FA834C8}"/>
              </ns1:ext>
            </ns1:extLst>
          </ns0:cNvPr>
          <ns0:cNvSpPr>
            <ns1:spLocks noGrp="1"/>
          </ns0:cNvSpPr>
          <ns0:nvPr/>
        </ns0:nvSpPr>
        <ns0:spPr>
          <ns1:xfrm>
            <ns1:off x="561975" y="4295775"/>
            <ns1:ext cx="10172700" cy="0"/>
          </ns1:xfrm>
          <ns1:prstGeom prst="line">
            <ns1:avLst/>
          </ns1:prstGeom>
          <ns1:noFill/>
          <ns1:ln w="9525">
            <ns1:solidFill>
              <ns1:srgbClr val="D6DDE5"/>
            </ns1:solidFill>
            <ns1:prstDash val="solid"/>
          </ns1:ln>
        </ns0:spPr>
      </ns0:sp>
      <ns0:sp>
        <ns0:nvSpPr>
          <ns0:cNvPr id="96" name="trace:SCHEDULE:content.auto.79">
            <ns1:extLst>
              <ns1:ext uri="{FF2B5EF4-FFF2-40B4-BE49-F238E27FC236}">
                <ns2:creationId id="{9316B5EB-26C1-4E23-A1A1-15EED3F369BE}"/>
              </ns1:ext>
            </ns1:extLst>
          </ns0:cNvPr>
          <ns0:cNvSpPr>
            <ns1:spLocks noGrp="1"/>
          </ns0:cNvSpPr>
          <ns0:nvPr/>
        </ns0:nvSpPr>
        <ns0:spPr>
          <ns1:xfrm>
            <ns1:off x="628650" y="4381500"/>
            <ns1:ext cx="619125" cy="333375"/>
          </ns1:xfrm>
          <ns1:prstGeom prst="rect">
            <ns1:avLst/>
          </ns1:prstGeom>
          <ns1:noFill/>
          <ns1:ln w="0">
            <ns1:noFill/>
            <ns1:prstDash val="solid"/>
          </ns1:ln>
        </ns0:spPr>
        <ns0:txBody>
          <ns1:bodyPr wrap="none" anchor="ctr">
            <ns1:normAutofit fontScale="63403"/>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想定期間</ns1:t>
            </ns1:r>
          </ns1:p>
        </ns0:txBody>
      </ns0:sp>
      <ns0:sp>
        <ns0:nvSpPr>
          <ns0:cNvPr id="97" name="trace:SCHEDULE:content.auto.80">
            <ns1:extLst>
              <ns1:ext uri="{FF2B5EF4-FFF2-40B4-BE49-F238E27FC236}">
                <ns2:creationId id="{BADD9172-FEE1-4C53-B5E6-FBE4FC60970D}"/>
              </ns1:ext>
            </ns1:extLst>
          </ns0:cNvPr>
          <ns0:cNvSpPr>
            <ns1:spLocks noGrp="1"/>
          </ns0:cNvSpPr>
          <ns0:nvPr/>
        </ns0:nvSpPr>
        <ns0:spPr>
          <ns1:xfrm>
            <ns1:off x="1333500" y="4333875"/>
            <ns1:ext cx="1828800" cy="390525"/>
          </ns1:xfrm>
          <ns1:prstGeom prst="rect">
            <ns1:avLst/>
          </ns1:prstGeom>
          <ns1:solidFill>
            <ns1:srgbClr val="F3F5F7"/>
          </ns1:solidFill>
          <ns1:ln w="0">
            <ns1:noFill/>
            <ns1:prstDash val="solid"/>
          </ns1:ln>
        </ns0:spPr>
      </ns0:sp>
      <ns0:sp>
        <ns0:nvSpPr>
          <ns0:cNvPr id="98" name="trace:SCHEDULE:content.auto.81">
            <ns1:extLst>
              <ns1:ext uri="{FF2B5EF4-FFF2-40B4-BE49-F238E27FC236}">
                <ns2:creationId id="{596E1A9A-ED76-4782-83C6-4BA5CE79933A}"/>
              </ns1:ext>
            </ns1:extLst>
          </ns0:cNvPr>
          <ns0:cNvSpPr>
            <ns1:spLocks noGrp="1"/>
          </ns0:cNvSpPr>
          <ns0:nvPr/>
        </ns0:nvSpPr>
        <ns0:spPr>
          <ns1:xfrm>
            <ns1:off x="1352550" y="4362450"/>
            <ns1:ext cx="179070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1 ～ 2 週</ns1:t>
            </ns1:r>
          </ns1:p>
        </ns0:txBody>
      </ns0:sp>
      <ns0:sp>
        <ns0:nvSpPr>
          <ns0:cNvPr id="99" name="trace:SCHEDULE:content.auto.82">
            <ns1:extLst>
              <ns1:ext uri="{FF2B5EF4-FFF2-40B4-BE49-F238E27FC236}">
                <ns2:creationId id="{55D15A95-15B9-44DF-A795-10B8AEFF8FB1}"/>
              </ns1:ext>
            </ns1:extLst>
          </ns0:cNvPr>
          <ns0:cNvSpPr>
            <ns1:spLocks noGrp="1"/>
          </ns0:cNvSpPr>
          <ns0:nvPr/>
        </ns0:nvSpPr>
        <ns0:spPr>
          <ns1:xfrm>
            <ns1:off x="3219450" y="4333875"/>
            <ns1:ext cx="1828800" cy="390525"/>
          </ns1:xfrm>
          <ns1:prstGeom prst="rect">
            <ns1:avLst/>
          </ns1:prstGeom>
          <ns1:solidFill>
            <ns1:srgbClr val="F3F5F7"/>
          </ns1:solidFill>
          <ns1:ln w="0">
            <ns1:noFill/>
            <ns1:prstDash val="solid"/>
          </ns1:ln>
        </ns0:spPr>
      </ns0:sp>
      <ns0:sp>
        <ns0:nvSpPr>
          <ns0:cNvPr id="100" name="trace:SCHEDULE:content.auto.83">
            <ns1:extLst>
              <ns1:ext uri="{FF2B5EF4-FFF2-40B4-BE49-F238E27FC236}">
                <ns2:creationId id="{AF7B9D17-988C-4389-AAC7-322550BBC2D8}"/>
              </ns1:ext>
            </ns1:extLst>
          </ns0:cNvPr>
          <ns0:cNvSpPr>
            <ns1:spLocks noGrp="1"/>
          </ns0:cNvSpPr>
          <ns0:nvPr/>
        </ns0:nvSpPr>
        <ns0:spPr>
          <ns1:xfrm>
            <ns1:off x="3238500" y="4362450"/>
            <ns1:ext cx="179070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2 ～ 3 週</ns1:t>
            </ns1:r>
          </ns1:p>
        </ns0:txBody>
      </ns0:sp>
      <ns0:sp>
        <ns0:nvSpPr>
          <ns0:cNvPr id="101" name="trace:SCHEDULE:content.auto.84">
            <ns1:extLst>
              <ns1:ext uri="{FF2B5EF4-FFF2-40B4-BE49-F238E27FC236}">
                <ns2:creationId id="{75FCBF02-6ADB-49BE-AFFF-CB592291EF49}"/>
              </ns1:ext>
            </ns1:extLst>
          </ns0:cNvPr>
          <ns0:cNvSpPr>
            <ns1:spLocks noGrp="1"/>
          </ns0:cNvSpPr>
          <ns0:nvPr/>
        </ns0:nvSpPr>
        <ns0:spPr>
          <ns1:xfrm>
            <ns1:off x="5105400" y="4333875"/>
            <ns1:ext cx="1828800" cy="390525"/>
          </ns1:xfrm>
          <ns1:prstGeom prst="rect">
            <ns1:avLst/>
          </ns1:prstGeom>
          <ns1:solidFill>
            <ns1:srgbClr val="F3F5F7"/>
          </ns1:solidFill>
          <ns1:ln w="0">
            <ns1:noFill/>
            <ns1:prstDash val="solid"/>
          </ns1:ln>
        </ns0:spPr>
      </ns0:sp>
      <ns0:sp>
        <ns0:nvSpPr>
          <ns0:cNvPr id="102" name="trace:SCHEDULE:content.auto.85">
            <ns1:extLst>
              <ns1:ext uri="{FF2B5EF4-FFF2-40B4-BE49-F238E27FC236}">
                <ns2:creationId id="{19C2EBB8-B11F-48D3-95C9-3B896B5B0E77}"/>
              </ns1:ext>
            </ns1:extLst>
          </ns0:cNvPr>
          <ns0:cNvSpPr>
            <ns1:spLocks noGrp="1"/>
          </ns0:cNvSpPr>
          <ns0:nvPr/>
        </ns0:nvSpPr>
        <ns0:spPr>
          <ns1:xfrm>
            <ns1:off x="5124450" y="4362450"/>
            <ns1:ext cx="179070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4 ～ 6 週</ns1:t>
            </ns1:r>
          </ns1:p>
        </ns0:txBody>
      </ns0:sp>
      <ns0:sp>
        <ns0:nvSpPr>
          <ns0:cNvPr id="103" name="trace:SCHEDULE:content.auto.86">
            <ns1:extLst>
              <ns1:ext uri="{FF2B5EF4-FFF2-40B4-BE49-F238E27FC236}">
                <ns2:creationId id="{A2A0F2D1-81FF-4DD6-A208-FA9CC8401806}"/>
              </ns1:ext>
            </ns1:extLst>
          </ns0:cNvPr>
          <ns0:cNvSpPr>
            <ns1:spLocks noGrp="1"/>
          </ns0:cNvSpPr>
          <ns0:nvPr/>
        </ns0:nvSpPr>
        <ns0:spPr>
          <ns1:xfrm>
            <ns1:off x="6991350" y="4333875"/>
            <ns1:ext cx="1828800" cy="390525"/>
          </ns1:xfrm>
          <ns1:prstGeom prst="rect">
            <ns1:avLst/>
          </ns1:prstGeom>
          <ns1:solidFill>
            <ns1:srgbClr val="F3F5F7"/>
          </ns1:solidFill>
          <ns1:ln w="0">
            <ns1:noFill/>
            <ns1:prstDash val="solid"/>
          </ns1:ln>
        </ns0:spPr>
      </ns0:sp>
      <ns0:sp>
        <ns0:nvSpPr>
          <ns0:cNvPr id="104" name="trace:SCHEDULE:content.auto.87">
            <ns1:extLst>
              <ns1:ext uri="{FF2B5EF4-FFF2-40B4-BE49-F238E27FC236}">
                <ns2:creationId id="{2303F720-53CD-48FC-8224-C51E7AE01988}"/>
              </ns1:ext>
            </ns1:extLst>
          </ns0:cNvPr>
          <ns0:cNvSpPr>
            <ns1:spLocks noGrp="1"/>
          </ns0:cNvSpPr>
          <ns0:nvPr/>
        </ns0:nvSpPr>
        <ns0:spPr>
          <ns1:xfrm>
            <ns1:off x="7010400" y="4362450"/>
            <ns1:ext cx="179070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2 週</ns1:t>
            </ns1:r>
          </ns1:p>
        </ns0:txBody>
      </ns0:sp>
      <ns0:sp>
        <ns0:nvSpPr>
          <ns0:cNvPr id="105" name="trace:SCHEDULE:content.auto.88">
            <ns1:extLst>
              <ns1:ext uri="{FF2B5EF4-FFF2-40B4-BE49-F238E27FC236}">
                <ns2:creationId id="{EB578068-DF89-433B-9900-A386D7C92899}"/>
              </ns1:ext>
            </ns1:extLst>
          </ns0:cNvPr>
          <ns0:cNvSpPr>
            <ns1:spLocks noGrp="1"/>
          </ns0:cNvSpPr>
          <ns0:nvPr/>
        </ns0:nvSpPr>
        <ns0:spPr>
          <ns1:xfrm>
            <ns1:off x="8877300" y="4333875"/>
            <ns1:ext cx="1828800" cy="390525"/>
          </ns1:xfrm>
          <ns1:prstGeom prst="rect">
            <ns1:avLst/>
          </ns1:prstGeom>
          <ns1:solidFill>
            <ns1:srgbClr val="F3F5F7"/>
          </ns1:solidFill>
          <ns1:ln w="0">
            <ns1:noFill/>
            <ns1:prstDash val="solid"/>
          </ns1:ln>
        </ns0:spPr>
      </ns0:sp>
      <ns0:sp>
        <ns0:nvSpPr>
          <ns0:cNvPr id="106" name="trace:SCHEDULE:content.auto.89">
            <ns1:extLst>
              <ns1:ext uri="{FF2B5EF4-FFF2-40B4-BE49-F238E27FC236}">
                <ns2:creationId id="{81EBD342-6D0E-4633-8CB4-3B656547A34D}"/>
              </ns1:ext>
            </ns1:extLst>
          </ns0:cNvPr>
          <ns0:cNvSpPr>
            <ns1:spLocks noGrp="1"/>
          </ns0:cNvSpPr>
          <ns0:nvPr/>
        </ns0:nvSpPr>
        <ns0:spPr>
          <ns1:xfrm>
            <ns1:off x="8896350" y="4362450"/>
            <ns1:ext cx="1790700" cy="304800"/>
          </ns1:xfrm>
          <ns1:prstGeom prst="rect">
            <ns1:avLst/>
          </ns1:prstGeom>
          <ns1:noFill/>
          <ns1:ln w="0">
            <ns1:noFill/>
            <ns1:prstDash val="solid"/>
          </ns1:ln>
        </ns0:spPr>
        <ns0:txBody>
          <ns1:bodyPr wrap="none" anchor="ctr">
            <ns1:normAutofit fontScale="100000"/>
          </ns1:bodyPr>
          <ns1:lstStyle/>
          <ns1:p>
            <ns1:pPr algn="ct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継続</ns1:t>
            </ns1:r>
          </ns1:p>
        </ns0:txBody>
      </ns0:sp>
      <ns0:sp>
        <ns0:nvSpPr>
          <ns0:cNvPr id="107" name="trace:SCHEDULE:content.auto.90">
            <ns1:extLst>
              <ns1:ext uri="{FF2B5EF4-FFF2-40B4-BE49-F238E27FC236}">
                <ns2:creationId id="{AFF0C1B3-3BB5-4C68-A76D-9788D5C514E9}"/>
              </ns1:ext>
            </ns1:extLst>
          </ns0:cNvPr>
          <ns0:cNvSpPr>
            <ns1:spLocks noGrp="1"/>
          </ns0:cNvSpPr>
          <ns0:nvPr/>
        </ns0:nvSpPr>
        <ns0:spPr>
          <ns1:xfrm>
            <ns1:off x="561975" y="4724400"/>
            <ns1:ext cx="10172700" cy="0"/>
          </ns1:xfrm>
          <ns1:prstGeom prst="line">
            <ns1:avLst/>
          </ns1:prstGeom>
          <ns1:noFill/>
          <ns1:ln w="9525">
            <ns1:solidFill>
              <ns1:srgbClr val="D6DDE5"/>
            </ns1:solidFill>
            <ns1:prstDash val="solid"/>
          </ns1:ln>
        </ns0:spPr>
      </ns0:sp>
      <ns0:sp>
        <ns0:nvSpPr>
          <ns0:cNvPr id="108" name="trace:SCHEDULE:content.auto.91">
            <ns1:extLst>
              <ns1:ext uri="{FF2B5EF4-FFF2-40B4-BE49-F238E27FC236}">
                <ns2:creationId id="{299FFE00-39D5-4E5D-88B0-AC7965CC1070}"/>
              </ns1:ext>
            </ns1:extLst>
          </ns0:cNvPr>
          <ns0:cNvSpPr>
            <ns1:spLocks noGrp="1"/>
          </ns0:cNvSpPr>
          <ns0:nvPr/>
        </ns0:nvSpPr>
        <ns0:spPr>
          <ns1:xfrm>
            <ns1:off x="628650" y="4914900"/>
            <ns1:ext cx="619125" cy="314325"/>
          </ns1:xfrm>
          <ns1:prstGeom prst="rect">
            <ns1:avLst/>
          </ns1:prstGeom>
          <ns1:noFill/>
          <ns1:ln w="0">
            <ns1:noFill/>
            <ns1:prstDash val="solid"/>
          </ns1:ln>
        </ns0:spPr>
        <ns0:txBody>
          <ns1:bodyPr wrap="none" anchor="ctr">
            <ns1:normAutofit fontScale="84708"/>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成果物</ns1:t>
            </ns1:r>
          </ns1:p>
        </ns0:txBody>
      </ns0:sp>
      <ns0:sp>
        <ns0:nvSpPr>
          <ns0:cNvPr id="109" name="trace:SCHEDULE:content.auto.92">
            <ns1:extLst>
              <ns1:ext uri="{FF2B5EF4-FFF2-40B4-BE49-F238E27FC236}">
                <ns2:creationId id="{E47E7938-CEE9-41E4-AB53-60FBE370E30B}"/>
              </ns1:ext>
            </ns1:extLst>
          </ns0:cNvPr>
          <ns0:cNvSpPr>
            <ns1:spLocks noGrp="1"/>
          </ns0:cNvSpPr>
          <ns0:nvPr/>
        </ns0:nvSpPr>
        <ns0:spPr>
          <ns1:xfrm>
            <ns1:off x="1628775" y="4876800"/>
            <ns1:ext cx="1466850" cy="428625"/>
          </ns1:xfrm>
          <ns1:prstGeom prst="rect">
            <ns1:avLst/>
          </ns1:prstGeom>
          <ns1:noFill/>
          <ns1:ln w="0">
            <ns1:noFill/>
            <ns1:prstDash val="solid"/>
          </ns1:ln>
        </ns0:spPr>
        <ns0:txBody>
          <ns1:bodyPr wrap="square" anchor="t">
            <ns1:normAutofit fontScale="92187"/>
          </ns1:bodyPr>
          <ns1:lstStyle/>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要件定義書</ns1:t>
            </ns1:r>
          </ns1:p>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プロジェクト計画書</ns1:t>
            </ns1:r>
          </ns1:p>
        </ns0:txBody>
      </ns0:sp>
      <ns0:sp>
        <ns0:nvSpPr>
          <ns0:cNvPr id="110" name="trace:SCHEDULE:content.auto.93">
            <ns1:extLst>
              <ns1:ext uri="{FF2B5EF4-FFF2-40B4-BE49-F238E27FC236}">
                <ns2:creationId id="{B82C3F55-B90E-4F4C-9D14-6643C6623402}"/>
              </ns1:ext>
            </ns1:extLst>
          </ns0:cNvPr>
          <ns0:cNvSpPr>
            <ns1:spLocks noGrp="1"/>
          </ns0:cNvSpPr>
          <ns0:nvPr/>
        </ns0:nvSpPr>
        <ns0:spPr>
          <ns1:xfrm>
            <ns1:off x="3514725" y="4876800"/>
            <ns1:ext cx="1466850" cy="428625"/>
          </ns1:xfrm>
          <ns1:prstGeom prst="rect">
            <ns1:avLst/>
          </ns1:prstGeom>
          <ns1:noFill/>
          <ns1:ln w="0">
            <ns1:noFill/>
            <ns1:prstDash val="solid"/>
          </ns1:ln>
        </ns0:spPr>
        <ns0:txBody>
          <ns1:bodyPr wrap="square" anchor="t">
            <ns1:normAutofit fontScale="92187"/>
          </ns1:bodyPr>
          <ns1:lstStyle/>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サイトマップ</ns1:t>
            </ns1:r>
          </ns1:p>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ワイヤーフレーム</ns1:t>
            </ns1:r>
          </ns1:p>
        </ns0:txBody>
      </ns0:sp>
      <ns0:sp>
        <ns0:nvSpPr>
          <ns0:cNvPr id="111" name="trace:SCHEDULE:content.auto.94">
            <ns1:extLst>
              <ns1:ext uri="{FF2B5EF4-FFF2-40B4-BE49-F238E27FC236}">
                <ns2:creationId id="{92062D6D-2D41-462F-B911-57AD1C0EFECF}"/>
              </ns1:ext>
            </ns1:extLst>
          </ns0:cNvPr>
          <ns0:cNvSpPr>
            <ns1:spLocks noGrp="1"/>
          </ns0:cNvSpPr>
          <ns0:nvPr/>
        </ns0:nvSpPr>
        <ns0:spPr>
          <ns1:xfrm>
            <ns1:off x="5400675" y="4876800"/>
            <ns1:ext cx="1466850" cy="428625"/>
          </ns1:xfrm>
          <ns1:prstGeom prst="rect">
            <ns1:avLst/>
          </ns1:prstGeom>
          <ns1:noFill/>
          <ns1:ln w="0">
            <ns1:noFill/>
            <ns1:prstDash val="solid"/>
          </ns1:ln>
        </ns0:spPr>
        <ns0:txBody>
          <ns1:bodyPr wrap="square" anchor="t">
            <ns1:normAutofit fontScale="92187"/>
          </ns1:bodyPr>
          <ns1:lstStyle/>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デザインデータ</ns1:t>
            </ns1:r>
          </ns1:p>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テスト環境一式</ns1:t>
            </ns1:r>
          </ns1:p>
        </ns0:txBody>
      </ns0:sp>
      <ns0:sp>
        <ns0:nvSpPr>
          <ns0:cNvPr id="112" name="trace:SCHEDULE:content.auto.95">
            <ns1:extLst>
              <ns1:ext uri="{FF2B5EF4-FFF2-40B4-BE49-F238E27FC236}">
                <ns2:creationId id="{FF5D7FAA-F7D2-4B9B-8A17-CD8308B15B9D}"/>
              </ns1:ext>
            </ns1:extLst>
          </ns0:cNvPr>
          <ns0:cNvSpPr>
            <ns1:spLocks noGrp="1"/>
          </ns0:cNvSpPr>
          <ns0:nvPr/>
        </ns0:nvSpPr>
        <ns0:spPr>
          <ns1:xfrm>
            <ns1:off x="7286625" y="4876800"/>
            <ns1:ext cx="1466850" cy="428625"/>
          </ns1:xfrm>
          <ns1:prstGeom prst="rect">
            <ns1:avLst/>
          </ns1:prstGeom>
          <ns1:noFill/>
          <ns1:ln w="0">
            <ns1:noFill/>
            <ns1:prstDash val="solid"/>
          </ns1:ln>
        </ns0:spPr>
        <ns0:txBody>
          <ns1:bodyPr wrap="square" anchor="t">
            <ns1:normAutofit fontScale="92187"/>
          </ns1:bodyPr>
          <ns1:lstStyle/>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検証報告書</ns1:t>
            </ns1:r>
          </ns1:p>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公開チェックリスト</ns1:t>
            </ns1:r>
          </ns1:p>
        </ns0:txBody>
      </ns0:sp>
      <ns0:sp>
        <ns0:nvSpPr>
          <ns0:cNvPr id="113" name="trace:SCHEDULE:content.auto.96">
            <ns1:extLst>
              <ns1:ext uri="{FF2B5EF4-FFF2-40B4-BE49-F238E27FC236}">
                <ns2:creationId id="{74389CDC-8F12-4874-9D9D-0FCE0EF6815A}"/>
              </ns1:ext>
            </ns1:extLst>
          </ns0:cNvPr>
          <ns0:cNvSpPr>
            <ns1:spLocks noGrp="1"/>
          </ns0:cNvSpPr>
          <ns0:nvPr/>
        </ns0:nvSpPr>
        <ns0:spPr>
          <ns1:xfrm>
            <ns1:off x="9172575" y="4876800"/>
            <ns1:ext cx="1466850" cy="428625"/>
          </ns1:xfrm>
          <ns1:prstGeom prst="rect">
            <ns1:avLst/>
          </ns1:prstGeom>
          <ns1:noFill/>
          <ns1:ln w="0">
            <ns1:noFill/>
            <ns1:prstDash val="solid"/>
          </ns1:ln>
        </ns0:spPr>
        <ns0:txBody>
          <ns1:bodyPr wrap="square" anchor="t">
            <ns1:normAutofit fontScale="92187"/>
          </ns1:bodyPr>
          <ns1:lstStyle/>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運用レポート</ns1:t>
            </ns1:r>
          </ns1:p>
          <ns1:p>
            <ns1:pPr>
              <ns1:buNone/>
              <ns1:defRPr sz="1200">
                <ns1:solidFill>
                  <ns1:srgbClr val="111111"/>
                </ns1:solidFill>
                <ns1:latin typeface="Yu Gothic"/>
                <ns1:ea typeface="Yu Gothic"/>
                <ns1:cs typeface="Yu Gothic"/>
              </ns1:defRPr>
            </ns1:pPr>
            <ns1:r>
              <ns1:rPr sz="1200">
                <ns1:solidFill>
                  <ns1:srgbClr val="111111"/>
                </ns1:solidFill>
                <ns1:latin typeface="Yu Gothic"/>
                <ns1:ea typeface="Yu Gothic"/>
                <ns1:cs typeface="Yu Gothic"/>
              </ns1:rPr>
              <ns1:t>改善提案書</ns1:t>
            </ns1:r>
          </ns1:p>
        </ns0:txBody>
      </ns0:sp>
      <ns0:graphicFrame>
        <ns0:nvGraphicFramePr>
          <ns0:cNvPr id="352" name="trace:SCHEDULE:content.auto.97"/>
          <ns0:cNvGraphicFramePr/>
          <ns0:nvPr/>
        </ns0:nvGraphicFramePr>
        <ns0:xfrm>
          <ns1:off x="561975" y="5419725"/>
          <ns1:ext cx="10172700" cy="2019300"/>
        </ns0:xfrm>
        <ns1:graphic>
          <ns1:graphicData uri="http://schemas.openxmlformats.org/drawingml/2006/table">
            <ns1:tbl>
              <ns1:tblPr/>
              <ns1:tblGrid>
                <ns1:gridCol w="1533525"/>
                <ns1:gridCol w="719931"/>
                <ns1:gridCol w="719931"/>
                <ns1:gridCol w="719931"/>
                <ns1:gridCol w="719931"/>
                <ns1:gridCol w="719931"/>
                <ns1:gridCol w="719931"/>
                <ns1:gridCol w="719931"/>
                <ns1:gridCol w="719931"/>
                <ns1:gridCol w="719931"/>
                <ns1:gridCol w="719931"/>
                <ns1:gridCol w="719931"/>
                <ns1:gridCol w="719931"/>
              </ns1:tblGrid>
              <ns1:tr h="504825">
                <ns1:tc>
                  <ns1:txBody>
                    <ns1:bodyPr>
                      <ns1:normAutofit/>
                    </ns1:bodyPr>
                    <ns1:lstStyle/>
                    <ns1:p>
                      <ns1:pPr algn="l">
                        <ns1:buNone/>
                      </ns1:pPr>
                      <ns1:r>
                        <ns1:rPr sz="1125" b="1">
                          <ns1:solidFill>
                            <ns1:srgbClr val="111111"/>
                          </ns1:solidFill>
                          <ns1:latin typeface="Yu Gothic"/>
                          <ns1:ea typeface="Yu Gothic"/>
                          <ns1:cs typeface="Yu Gothic"/>
                        </ns1:rPr>
                        <ns1:t>スケジュール</ns1:t>
                      </ns1:r>
                    </ns1:p>
                    <ns1:p>
                      <ns1:pPr algn="l">
                        <ns1:buNone/>
                      </ns1:pPr>
                      <ns1:r>
                        <ns1:rPr sz="1125" b="1">
                          <ns1:solidFill>
                            <ns1:srgbClr val="111111"/>
                          </ns1:solidFill>
                          <ns1:latin typeface="Yu Gothic"/>
                          <ns1:ea typeface="Yu Gothic"/>
                          <ns1:cs typeface="Yu Gothic"/>
                        </ns1:rPr>
                        <ns1:t>（週次イメージ）</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W1</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W2</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W3</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W4</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W5</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W6</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W7</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W8</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W9</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W10</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W11</ns1:t>
                      </ns1:r>
                    </ns1:p>
                  </ns1:txBody>
                  <ns1:tcPr marL="91440" marR="91440" marT="45720" marB="45720" anchor="ctr">
                    <ns1:solidFill>
                      <ns1:srgbClr val="F3F5F7"/>
                    </ns1:solidFill>
                  </ns1:tcPr>
                </ns1:tc>
                <ns1:tc>
                  <ns1:txBody>
                    <ns1:bodyPr>
                      <ns1:normAutofit/>
                    </ns1:bodyPr>
                    <ns1:lstStyle/>
                    <ns1:p>
                      <ns1:pPr algn="ctr">
                        <ns1:buNone/>
                      </ns1:pPr>
                      <ns1:r>
                        <ns1:rPr sz="1125" b="1">
                          <ns1:solidFill>
                            <ns1:srgbClr val="111111"/>
                          </ns1:solidFill>
                          <ns1:latin typeface="Yu Gothic"/>
                          <ns1:ea typeface="Yu Gothic"/>
                          <ns1:cs typeface="Yu Gothic"/>
                        </ns1:rPr>
                        <ns1:t>W12</ns1:t>
                      </ns1:r>
                    </ns1:p>
                  </ns1:txBody>
                  <ns1:tcPr marL="91440" marR="91440" marT="45720" marB="45720" anchor="ctr">
                    <ns1:solidFill>
                      <ns1:srgbClr val="F3F5F7"/>
                    </ns1:solidFill>
                  </ns1:tcPr>
                </ns1:tc>
              </ns1:tr>
              <ns1:tr h="304800">
                <ns1:tc>
                  <ns1:txBody>
                    <ns1:bodyPr>
                      <ns1:normAutofit/>
                    </ns1:bodyPr>
                    <ns1:lstStyle/>
                    <ns1:p>
                      <ns1:pPr algn="l">
                        <ns1:buNone/>
                      </ns1:pPr>
                      <ns1:r>
                        <ns1:rPr sz="1200" b="1">
                          <ns1:solidFill>
                            <ns1:srgbClr val="111111"/>
                          </ns1:solidFill>
                          <ns1:latin typeface="Yu Gothic"/>
                          <ns1:ea typeface="Yu Gothic"/>
                          <ns1:cs typeface="Yu Gothic"/>
                        </ns1:rPr>
                        <ns1:t>要件整理</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r>
              <ns1:tr h="304800">
                <ns1:tc>
                  <ns1:txBody>
                    <ns1:bodyPr>
                      <ns1:normAutofit/>
                    </ns1:bodyPr>
                    <ns1:lstStyle/>
                    <ns1:p>
                      <ns1:pPr algn="l">
                        <ns1:buNone/>
                      </ns1:pPr>
                      <ns1:r>
                        <ns1:rPr sz="1200" b="1">
                          <ns1:solidFill>
                            <ns1:srgbClr val="111111"/>
                          </ns1:solidFill>
                          <ns1:latin typeface="Yu Gothic"/>
                          <ns1:ea typeface="Yu Gothic"/>
                          <ns1:cs typeface="Yu Gothic"/>
                        </ns1:rPr>
                        <ns1:t>情報設計</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r>
              <ns1:tr h="304800">
                <ns1:tc>
                  <ns1:txBody>
                    <ns1:bodyPr>
                      <ns1:normAutofit/>
                    </ns1:bodyPr>
                    <ns1:lstStyle/>
                    <ns1:p>
                      <ns1:pPr algn="l">
                        <ns1:buNone/>
                      </ns1:pPr>
                      <ns1:r>
                        <ns1:rPr sz="1200" b="1">
                          <ns1:solidFill>
                            <ns1:srgbClr val="111111"/>
                          </ns1:solidFill>
                          <ns1:latin typeface="Yu Gothic"/>
                          <ns1:ea typeface="Yu Gothic"/>
                          <ns1:cs typeface="Yu Gothic"/>
                        </ns1:rPr>
                        <ns1:t>制作・開発</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r>
              <ns1:tr h="304800">
                <ns1:tc>
                  <ns1:txBody>
                    <ns1:bodyPr>
                      <ns1:normAutofit/>
                    </ns1:bodyPr>
                    <ns1:lstStyle/>
                    <ns1:p>
                      <ns1:pPr algn="l">
                        <ns1:buNone/>
                      </ns1:pPr>
                      <ns1:r>
                        <ns1:rPr sz="1200" b="1">
                          <ns1:solidFill>
                            <ns1:srgbClr val="111111"/>
                          </ns1:solidFill>
                          <ns1:latin typeface="Yu Gothic"/>
                          <ns1:ea typeface="Yu Gothic"/>
                          <ns1:cs typeface="Yu Gothic"/>
                        </ns1:rPr>
                        <ns1:t>検証・公開準備</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r>
              <ns1:tr h="295275">
                <ns1:tc>
                  <ns1:txBody>
                    <ns1:bodyPr>
                      <ns1:normAutofit/>
                    </ns1:bodyPr>
                    <ns1:lstStyle/>
                    <ns1:p>
                      <ns1:pPr algn="l">
                        <ns1:buNone/>
                      </ns1:pPr>
                      <ns1:r>
                        <ns1:rPr sz="1200" b="1">
                          <ns1:solidFill>
                            <ns1:srgbClr val="111111"/>
                          </ns1:solidFill>
                          <ns1:latin typeface="Yu Gothic"/>
                          <ns1:ea typeface="Yu Gothic"/>
                          <ns1:cs typeface="Yu Gothic"/>
                        </ns1:rPr>
                        <ns1:t>公開後改善</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c>
                  <ns1:txBody>
                    <ns1:bodyPr>
                      <ns1:normAutofit/>
                    </ns1:bodyPr>
                    <ns1:lstStyle/>
                    <ns1:p>
                      <ns1:r>
                        <ns1:rPr sz="1200" b="0">
                          <ns1:solidFill>
                            <ns1:srgbClr val="111111"/>
                          </ns1:solidFill>
                          <ns1:latin typeface="Yu Gothic"/>
                          <ns1:ea typeface="Yu Gothic"/>
                          <ns1:cs typeface="Yu Gothic"/>
                        </ns1:rPr>
                        <ns1:t/>
                      </ns1:r>
                    </ns1:p>
                  </ns1:txBody>
                  <ns1:tcPr marL="91440" marR="91440" marT="45720" marB="45720" anchor="ctr">
                    <ns1:solidFill>
                      <ns1:srgbClr val="FFFFFF"/>
                    </ns1:solidFill>
                  </ns1:tcPr>
                </ns1:tc>
              </ns1:tr>
            </ns1:tbl>
          </ns1:graphicData>
        </ns1:graphic>
      </ns0:graphicFrame>
      <ns0:sp>
        <ns0:nvSpPr>
          <ns0:cNvPr id="115" name="trace:SCHEDULE:content.auto.98">
            <ns1:extLst>
              <ns1:ext uri="{FF2B5EF4-FFF2-40B4-BE49-F238E27FC236}">
                <ns2:creationId id="{3910A978-011A-406D-9E5D-C20DD72ADF4D}"/>
              </ns1:ext>
            </ns1:extLst>
          </ns0:cNvPr>
          <ns0:cNvSpPr>
            <ns1:spLocks noGrp="1"/>
          </ns0:cNvSpPr>
          <ns0:nvPr/>
        </ns0:nvSpPr>
        <ns0:spPr>
          <ns1:xfrm>
            <ns1:off x="2095500" y="5991225"/>
            <ns1:ext cx="1115893" cy="161925"/>
          </ns1:xfrm>
          <ns1:prstGeom prst="roundRect">
            <ns1:avLst>
              <ns1:gd name="adj" fmla="val 47059"/>
            </ns1:avLst>
          </ns1:prstGeom>
          <ns1:solidFill>
            <ns1:srgbClr val="F59898"/>
          </ns1:solidFill>
          <ns1:ln w="0">
            <ns1:noFill/>
            <ns1:prstDash val="solid"/>
          </ns1:ln>
        </ns0:spPr>
      </ns0:sp>
      <ns0:sp>
        <ns0:nvSpPr>
          <ns0:cNvPr id="116" name="trace:SCHEDULE:content.auto.99">
            <ns1:extLst>
              <ns1:ext uri="{FF2B5EF4-FFF2-40B4-BE49-F238E27FC236}">
                <ns2:creationId id="{4300E0E7-F81D-4F39-B0F9-3D071ECCDDAD}"/>
              </ns1:ext>
            </ns1:extLst>
          </ns0:cNvPr>
          <ns0:cNvSpPr>
            <ns1:spLocks noGrp="1"/>
          </ns0:cNvSpPr>
          <ns0:nvPr/>
        </ns0:nvSpPr>
        <ns0:spPr>
          <ns1:xfrm>
            <ns1:off x="3175397" y="6296025"/>
            <ns1:ext cx="1439863" cy="161925"/>
          </ns1:xfrm>
          <ns1:prstGeom prst="roundRect">
            <ns1:avLst>
              <ns1:gd name="adj" fmla="val 47059"/>
            </ns1:avLst>
          </ns1:prstGeom>
          <ns1:solidFill>
            <ns1:srgbClr val="F59898"/>
          </ns1:solidFill>
          <ns1:ln w="0">
            <ns1:noFill/>
            <ns1:prstDash val="solid"/>
          </ns1:ln>
        </ns0:spPr>
      </ns0:sp>
      <ns0:sp>
        <ns0:nvSpPr>
          <ns0:cNvPr id="117" name="trace:SCHEDULE:content.auto.100">
            <ns1:extLst>
              <ns1:ext uri="{FF2B5EF4-FFF2-40B4-BE49-F238E27FC236}">
                <ns2:creationId id="{94C45837-8A7B-4808-9D28-CE654BC3707E}"/>
              </ns1:ext>
            </ns1:extLst>
          </ns0:cNvPr>
          <ns0:cNvSpPr>
            <ns1:spLocks noGrp="1"/>
          </ns0:cNvSpPr>
          <ns0:nvPr/>
        </ns0:nvSpPr>
        <ns0:spPr>
          <ns1:xfrm>
            <ns1:off x="4615259" y="6600825"/>
            <ns1:ext cx="2879725" cy="161925"/>
          </ns1:xfrm>
          <ns1:prstGeom prst="roundRect">
            <ns1:avLst>
              <ns1:gd name="adj" fmla="val 47059"/>
            </ns1:avLst>
          </ns1:prstGeom>
          <ns1:solidFill>
            <ns1:srgbClr val="F59898"/>
          </ns1:solidFill>
          <ns1:ln w="0">
            <ns1:noFill/>
            <ns1:prstDash val="solid"/>
          </ns1:ln>
        </ns0:spPr>
      </ns0:sp>
      <ns0:sp>
        <ns0:nvSpPr>
          <ns0:cNvPr id="119" name="trace:SCHEDULE:content.auto.101">
            <ns1:extLst>
              <ns1:ext uri="{FF2B5EF4-FFF2-40B4-BE49-F238E27FC236}">
                <ns2:creationId id="{805B8857-C49F-47A5-9F03-A5B3AF415AF7}"/>
              </ns1:ext>
            </ns1:extLst>
          </ns0:cNvPr>
          <ns0:cNvSpPr>
            <ns1:spLocks noGrp="1"/>
          </ns0:cNvSpPr>
          <ns0:nvPr/>
        </ns0:nvSpPr>
        <ns0:spPr>
          <ns1:xfrm>
            <ns1:off x="9150826" y="7200900"/>
            <ns1:ext cx="1583849" cy="161925"/>
          </ns1:xfrm>
          <ns1:prstGeom prst="roundRect">
            <ns1:avLst>
              <ns1:gd name="adj" fmla="val 47059"/>
            </ns1:avLst>
          </ns1:prstGeom>
          <ns1:solidFill>
            <ns1:srgbClr val="F52323"/>
          </ns1:solidFill>
          <ns1:ln w="0">
            <ns1:noFill/>
            <ns1:prstDash val="solid"/>
          </ns1:ln>
        </ns0:spPr>
      </ns0:sp>
      <ns0:sp>
        <ns0:nvSpPr>
          <ns0:cNvPr id="120" name="trace:SCHEDULE:content.auto.102">
            <ns1:extLst>
              <ns1:ext uri="{FF2B5EF4-FFF2-40B4-BE49-F238E27FC236}">
                <ns2:creationId id="{26356268-EBE5-47B7-9E8C-52C21592767F}"/>
              </ns1:ext>
            </ns1:extLst>
          </ns0:cNvPr>
          <ns0:cNvSpPr>
            <ns1:spLocks noGrp="1"/>
          </ns0:cNvSpPr>
          <ns0:nvPr/>
        </ns0:nvSpPr>
        <ns0:spPr>
          <ns1:xfrm>
            <ns1:off x="9150826" y="7181850"/>
            <ns1:ext cx="1583849" cy="200025"/>
          </ns1:xfrm>
          <ns1:custGeom>
            <ns1:pathLst>
              <ns1:path w="1583849" h="200025">
                <ns1:moveTo>
                  <ns1:pt x="0" y="0"/>
                </ns1:moveTo>
                <ns1:lnTo>
                  <ns1:pt x="1382268" y="0"/>
                </ns1:lnTo>
                <ns1:lnTo>
                  <ns1:pt x="1583849" y="95250"/>
                </ns1:lnTo>
                <ns1:lnTo>
                  <ns1:pt x="1382268" y="200025"/>
                </ns1:lnTo>
                <ns1:lnTo>
                  <ns1:pt x="0" y="200025"/>
                </ns1:lnTo>
                <ns1:close/>
              </ns1:path>
            </ns1:pathLst>
          </ns1:custGeom>
          <ns1:solidFill>
            <ns1:srgbClr val="F52323"/>
          </ns1:solidFill>
          <ns1:ln w="0">
            <ns1:noFill/>
            <ns1:prstDash val="solid"/>
          </ns1:ln>
        </ns0:spPr>
      </ns0:sp>
      <ns0:sp>
        <ns0:nvSpPr>
          <ns0:cNvPr id="121" name="trace:SCHEDULE:content.auto.103">
            <ns1:extLst>
              <ns1:ext uri="{FF2B5EF4-FFF2-40B4-BE49-F238E27FC236}">
                <ns2:creationId id="{4494A1BC-0234-41ED-87B5-0533A70E8B1E}"/>
              </ns1:ext>
            </ns1:extLst>
          </ns0:cNvPr>
          <ns0:cNvSpPr>
            <ns1:spLocks noGrp="1"/>
          </ns0:cNvSpPr>
          <ns0:nvPr/>
        </ns0:nvSpPr>
        <ns0:spPr>
          <ns1:xfrm>
            <ns1:off x="10953750" y="1933575"/>
            <ns1:ext cx="4410075" cy="3352800"/>
          </ns1:xfrm>
          <ns1:prstGeom prst="rect">
            <ns1:avLst/>
          </ns1:prstGeom>
          <ns1:solidFill>
            <ns1:srgbClr val="FFFFFF"/>
          </ns1:solidFill>
          <ns1:ln w="9525">
            <ns1:solidFill>
              <ns1:srgbClr val="D6DDE5"/>
            </ns1:solidFill>
            <ns1:prstDash val="solid"/>
          </ns1:ln>
        </ns0:spPr>
      </ns0:sp>
      <ns0:sp>
        <ns0:nvSpPr>
          <ns0:cNvPr id="122" name="trace:SCHEDULE:content.auto.104">
            <ns1:extLst>
              <ns1:ext uri="{FF2B5EF4-FFF2-40B4-BE49-F238E27FC236}">
                <ns2:creationId id="{90019560-F765-4E7D-B3A0-632C350E1EF6}"/>
              </ns1:ext>
            </ns1:extLst>
          </ns0:cNvPr>
          <ns0:cNvSpPr>
            <ns1:spLocks noGrp="1"/>
          </ns0:cNvSpPr>
          <ns0:nvPr/>
        </ns0:nvSpPr>
        <ns0:spPr>
          <ns1:xfrm>
            <ns1:off x="11225213" y="2005013"/>
            <ns1:ext cx="123825" cy="123825"/>
          </ns1:xfrm>
          <ns1:prstGeom prst="ellipse">
            <ns1:avLst/>
          </ns1:prstGeom>
          <ns1:noFill/>
          <ns1:ln w="28575">
            <ns1:solidFill>
              <ns1:srgbClr val="F52323"/>
            </ns1:solidFill>
            <ns1:prstDash val="solid"/>
          </ns1:ln>
        </ns0:spPr>
      </ns0:sp>
      <ns0:sp>
        <ns0:nvSpPr>
          <ns0:cNvPr id="123" name="trace:SCHEDULE:content.auto.105">
            <ns1:extLst>
              <ns1:ext uri="{FF2B5EF4-FFF2-40B4-BE49-F238E27FC236}">
                <ns2:creationId id="{70102B42-389F-4450-9CAE-A84ECC896AF1}"/>
              </ns1:ext>
            </ns1:extLst>
          </ns0:cNvPr>
          <ns0:cNvSpPr>
            <ns1:spLocks noGrp="1"/>
          </ns0:cNvSpPr>
          <ns0:nvPr/>
        </ns0:nvSpPr>
        <ns0:spPr>
          <ns1:xfrm>
            <ns1:off x="11020425" y="2076450"/>
            <ns1:ext cx="95250" cy="95250"/>
          </ns1:xfrm>
          <ns1:prstGeom prst="ellipse">
            <ns1:avLst/>
          </ns1:prstGeom>
          <ns1:noFill/>
          <ns1:ln w="28575">
            <ns1:solidFill>
              <ns1:srgbClr val="F52323"/>
            </ns1:solidFill>
            <ns1:prstDash val="solid"/>
          </ns1:ln>
        </ns0:spPr>
      </ns0:sp>
      <ns0:sp>
        <ns0:nvSpPr>
          <ns0:cNvPr id="124" name="trace:SCHEDULE:content.auto.106">
            <ns1:extLst>
              <ns1:ext uri="{FF2B5EF4-FFF2-40B4-BE49-F238E27FC236}">
                <ns2:creationId id="{13463300-8D4F-4384-97F2-A582598BF7C5}"/>
              </ns1:ext>
            </ns1:extLst>
          </ns0:cNvPr>
          <ns0:cNvSpPr>
            <ns1:spLocks noGrp="1"/>
          </ns0:cNvSpPr>
          <ns0:nvPr/>
        </ns0:nvSpPr>
        <ns0:spPr>
          <ns1:xfrm>
            <ns1:off x="11458575" y="2076450"/>
            <ns1:ext cx="95250" cy="95250"/>
          </ns1:xfrm>
          <ns1:prstGeom prst="ellipse">
            <ns1:avLst/>
          </ns1:prstGeom>
          <ns1:noFill/>
          <ns1:ln w="28575">
            <ns1:solidFill>
              <ns1:srgbClr val="F52323"/>
            </ns1:solidFill>
            <ns1:prstDash val="solid"/>
          </ns1:ln>
        </ns0:spPr>
      </ns0:sp>
      <ns0:sp>
        <ns0:nvSpPr>
          <ns0:cNvPr id="125" name="trace:SCHEDULE:content.auto.107">
            <ns1:extLst>
              <ns1:ext uri="{FF2B5EF4-FFF2-40B4-BE49-F238E27FC236}">
                <ns2:creationId id="{94BF298E-748D-424C-A0A2-AFE42CB668D2}"/>
              </ns1:ext>
            </ns1:extLst>
          </ns0:cNvPr>
          <ns0:cNvSpPr>
            <ns1:spLocks noGrp="1"/>
          </ns0:cNvSpPr>
          <ns0:nvPr/>
        </ns0:nvSpPr>
        <ns0:spPr>
          <ns1:xfrm>
            <ns1:off x="11125200" y="2200275"/>
            <ns1:ext cx="323850" cy="285750"/>
          </ns1:xfrm>
          <ns1:prstGeom prst="arc">
            <ns1:avLst/>
          </ns1:prstGeom>
          <ns1:noFill/>
          <ns1:ln w="28575">
            <ns1:solidFill>
              <ns1:srgbClr val="F52323"/>
            </ns1:solidFill>
            <ns1:prstDash val="solid"/>
          </ns1:ln>
        </ns0:spPr>
      </ns0:sp>
      <ns0:sp>
        <ns0:nvSpPr>
          <ns0:cNvPr id="126" name="trace:SCHEDULE:content.auto.108">
            <ns1:extLst>
              <ns1:ext uri="{FF2B5EF4-FFF2-40B4-BE49-F238E27FC236}">
                <ns2:creationId id="{6F5331AA-80D0-46D9-974F-4BD0DCFCB6EF}"/>
              </ns1:ext>
            </ns1:extLst>
          </ns0:cNvPr>
          <ns0:cNvSpPr>
            <ns1:spLocks noGrp="1"/>
          </ns0:cNvSpPr>
          <ns0:nvPr/>
        </ns0:nvSpPr>
        <ns0:spPr>
          <ns1:xfrm>
            <ns1:off x="10915650" y="2238375"/>
            <ns1:ext cx="238125" cy="228600"/>
          </ns1:xfrm>
          <ns1:prstGeom prst="arc">
            <ns1:avLst/>
          </ns1:prstGeom>
          <ns1:noFill/>
          <ns1:ln w="28575">
            <ns1:solidFill>
              <ns1:srgbClr val="F52323"/>
            </ns1:solidFill>
            <ns1:prstDash val="solid"/>
          </ns1:ln>
        </ns0:spPr>
      </ns0:sp>
      <ns0:sp>
        <ns0:nvSpPr>
          <ns0:cNvPr id="127" name="trace:SCHEDULE:content.auto.109">
            <ns1:extLst>
              <ns1:ext uri="{FF2B5EF4-FFF2-40B4-BE49-F238E27FC236}">
                <ns2:creationId id="{38C0D9C1-1456-44F5-8634-FDF7CA89A5DA}"/>
              </ns1:ext>
            </ns1:extLst>
          </ns0:cNvPr>
          <ns0:cNvSpPr>
            <ns1:spLocks noGrp="1"/>
          </ns0:cNvSpPr>
          <ns0:nvPr/>
        </ns0:nvSpPr>
        <ns0:spPr>
          <ns1:xfrm>
            <ns1:off x="11420475" y="2238375"/>
            <ns1:ext cx="238125" cy="228600"/>
          </ns1:xfrm>
          <ns1:prstGeom prst="arc">
            <ns1:avLst/>
          </ns1:prstGeom>
          <ns1:noFill/>
          <ns1:ln w="28575">
            <ns1:solidFill>
              <ns1:srgbClr val="F52323"/>
            </ns1:solidFill>
            <ns1:prstDash val="solid"/>
          </ns1:ln>
        </ns0:spPr>
      </ns0:sp>
      <ns0:sp>
        <ns0:nvSpPr>
          <ns0:cNvPr id="128" name="trace:SCHEDULE:content.auto.110">
            <ns1:extLst>
              <ns1:ext uri="{FF2B5EF4-FFF2-40B4-BE49-F238E27FC236}">
                <ns2:creationId id="{23844667-9738-480B-B0F2-1B2B51620C6E}"/>
              </ns1:ext>
            </ns1:extLst>
          </ns0:cNvPr>
          <ns0:cNvSpPr>
            <ns1:spLocks noGrp="1"/>
          </ns0:cNvSpPr>
          <ns0:nvPr/>
        </ns0:nvSpPr>
        <ns0:spPr>
          <ns1:xfrm>
            <ns1:off x="11620500" y="2028825"/>
            <ns1:ext cx="2095500" cy="400050"/>
          </ns1:xfrm>
          <ns1:prstGeom prst="rect">
            <ns1:avLst/>
          </ns1:prstGeom>
          <ns1:noFill/>
          <ns1:ln w="0">
            <ns1:noFill/>
            <ns1:prstDash val="solid"/>
          </ns1:ln>
        </ns0:spPr>
        <ns0:txBody>
          <ns1:bodyPr wrap="square" anchor="ctr">
            <ns1:normAutofit fontScale="100000"/>
          </ns1:bodyPr>
          <ns1:lstStyle/>
          <ns1:p>
            <ns1:pPr>
              <ns1:buNone/>
              <ns1:defRPr sz="2025" b="1">
                <ns1:solidFill>
                  <ns1:srgbClr val="F52323"/>
                </ns1:solidFill>
                <ns1:latin typeface="Yu Gothic"/>
                <ns1:ea typeface="Yu Gothic"/>
                <ns1:cs typeface="Yu Gothic"/>
              </ns1:defRPr>
            </ns1:pPr>
            <ns1:r>
              <ns1:rPr sz="2025" b="1">
                <ns1:solidFill>
                  <ns1:srgbClr val="F52323"/>
                </ns1:solidFill>
                <ns1:latin typeface="Yu Gothic"/>
                <ns1:ea typeface="Yu Gothic"/>
                <ns1:cs typeface="Yu Gothic"/>
              </ns1:rPr>
              <ns1:t>推進体制</ns1:t>
            </ns1:r>
          </ns1:p>
        </ns0:txBody>
      </ns0:sp>
      <ns0:sp>
        <ns0:nvSpPr>
          <ns0:cNvPr id="129" name="trace:SCHEDULE:content.auto.111">
            <ns1:extLst>
              <ns1:ext uri="{FF2B5EF4-FFF2-40B4-BE49-F238E27FC236}">
                <ns2:creationId id="{E2DDAE62-75E6-408F-B1E6-D0F2DCA7E700}"/>
              </ns1:ext>
            </ns1:extLst>
          </ns0:cNvPr>
          <ns0:cNvSpPr>
            <ns1:spLocks noGrp="1"/>
          </ns0:cNvSpPr>
          <ns0:nvPr/>
        </ns0:nvSpPr>
        <ns0:spPr>
          <ns1:xfrm>
            <ns1:off x="11096625" y="2495550"/>
            <ns1:ext cx="4124325" cy="0"/>
          </ns1:xfrm>
          <ns1:prstGeom prst="line">
            <ns1:avLst/>
          </ns1:prstGeom>
          <ns1:noFill/>
          <ns1:ln w="9525">
            <ns1:solidFill>
              <ns1:srgbClr val="D6DDE5"/>
            </ns1:solidFill>
            <ns1:prstDash val="solid"/>
          </ns1:ln>
        </ns0:spPr>
      </ns0:sp>
      <ns0:sp>
        <ns0:nvSpPr>
          <ns0:cNvPr id="130" name="trace:SCHEDULE:content.auto.112">
            <ns1:extLst>
              <ns1:ext uri="{FF2B5EF4-FFF2-40B4-BE49-F238E27FC236}">
                <ns2:creationId id="{657470B7-7AFC-4423-88EE-64CB68850593}"/>
              </ns1:ext>
            </ns1:extLst>
          </ns0:cNvPr>
          <ns0:cNvSpPr>
            <ns1:spLocks noGrp="1"/>
          </ns0:cNvSpPr>
          <ns0:nvPr/>
        </ns0:nvSpPr>
        <ns0:spPr>
          <ns1:xfrm>
            <ns1:off x="11068050" y="2552700"/>
            <ns1:ext cx="552450" cy="552450"/>
          </ns1:xfrm>
          <ns1:prstGeom prst="ellipse">
            <ns1:avLst/>
          </ns1:prstGeom>
          <ns1:solidFill>
            <ns1:srgbClr val="FDE7E7"/>
          </ns1:solidFill>
          <ns1:ln w="0">
            <ns1:noFill/>
            <ns1:prstDash val="solid"/>
          </ns1:ln>
        </ns0:spPr>
      </ns0:sp>
      <ns0:sp>
        <ns0:nvSpPr>
          <ns0:cNvPr id="131" name="trace:SCHEDULE:content.auto.113">
            <ns1:extLst>
              <ns1:ext uri="{FF2B5EF4-FFF2-40B4-BE49-F238E27FC236}">
                <ns2:creationId id="{FF59F7AC-B006-4C23-BAA0-3D213BA535A6}"/>
              </ns1:ext>
            </ns1:extLst>
          </ns0:cNvPr>
          <ns0:cNvSpPr>
            <ns1:spLocks noGrp="1"/>
          </ns0:cNvSpPr>
          <ns0:nvPr/>
        </ns0:nvSpPr>
        <ns0:spPr>
          <ns1:xfrm>
            <ns1:off x="11277600" y="2638425"/>
            <ns1:ext cx="133350" cy="133350"/>
          </ns1:xfrm>
          <ns1:prstGeom prst="ellipse">
            <ns1:avLst/>
          </ns1:prstGeom>
          <ns1:noFill/>
          <ns1:ln w="28575">
            <ns1:solidFill>
              <ns1:srgbClr val="111111"/>
            </ns1:solidFill>
            <ns1:prstDash val="solid"/>
          </ns1:ln>
        </ns0:spPr>
      </ns0:sp>
      <ns0:sp>
        <ns0:nvSpPr>
          <ns0:cNvPr id="132" name="trace:SCHEDULE:content.auto.114">
            <ns1:extLst>
              <ns1:ext uri="{FF2B5EF4-FFF2-40B4-BE49-F238E27FC236}">
                <ns2:creationId id="{35289FCF-1550-4865-95F7-B615C044F6CE}"/>
              </ns1:ext>
            </ns1:extLst>
          </ns0:cNvPr>
          <ns0:cNvSpPr>
            <ns1:spLocks noGrp="1"/>
          </ns0:cNvSpPr>
          <ns0:nvPr/>
        </ns0:nvSpPr>
        <ns0:spPr>
          <ns1:xfrm>
            <ns1:off x="11163300" y="2828925"/>
            <ns1:ext cx="361950" cy="295275"/>
          </ns1:xfrm>
          <ns1:prstGeom prst="arc">
            <ns1:avLst/>
          </ns1:prstGeom>
          <ns1:noFill/>
          <ns1:ln w="28575">
            <ns1:solidFill>
              <ns1:srgbClr val="111111"/>
            </ns1:solidFill>
            <ns1:prstDash val="solid"/>
          </ns1:ln>
        </ns0:spPr>
      </ns0:sp>
      <ns0:sp>
        <ns0:nvSpPr>
          <ns0:cNvPr id="133" name="trace:SCHEDULE:content.auto.115">
            <ns1:extLst>
              <ns1:ext uri="{FF2B5EF4-FFF2-40B4-BE49-F238E27FC236}">
                <ns2:creationId id="{ED8B473D-A01F-4FF4-A5E7-D574075780F6}"/>
              </ns1:ext>
            </ns1:extLst>
          </ns0:cNvPr>
          <ns0:cNvSpPr>
            <ns1:spLocks noGrp="1"/>
          </ns0:cNvSpPr>
          <ns0:nvPr/>
        </ns0:nvSpPr>
        <ns0:spPr>
          <ns1:xfrm>
            <ns1:off x="11763375" y="2647950"/>
            <ns1:ext cx="1333500" cy="428625"/>
          </ns1:xfrm>
          <ns1:prstGeom prst="rect">
            <ns1:avLst/>
          </ns1:prstGeom>
          <ns1:noFill/>
          <ns1:ln w="0">
            <ns1:noFill/>
            <ns1:prstDash val="solid"/>
          </ns1:ln>
        </ns0:spPr>
        <ns0:txBody>
          <ns1:bodyPr wrap="square" anchor="ctr">
            <ns1:normAutofit fontScale="100000"/>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営業責任者</ns1:t>
            </ns1:r>
          </ns1:p>
        </ns0:txBody>
      </ns0:sp>
      <ns0:sp>
        <ns0:nvSpPr>
          <ns0:cNvPr id="134" name="trace:SCHEDULE:content.auto.116">
            <ns1:extLst>
              <ns1:ext uri="{FF2B5EF4-FFF2-40B4-BE49-F238E27FC236}">
                <ns2:creationId id="{97B40301-E9A9-4D9B-A0D0-6ADC90E7FF98}"/>
              </ns1:ext>
            </ns1:extLst>
          </ns0:cNvPr>
          <ns0:cNvSpPr>
            <ns1:spLocks noGrp="1"/>
          </ns0:cNvSpPr>
          <ns0:nvPr/>
        </ns0:nvSpPr>
        <ns0:spPr>
          <ns1:xfrm>
            <ns1:off x="13154025" y="2590800"/>
            <ns1:ext cx="0" cy="523875"/>
          </ns1:xfrm>
          <ns1:prstGeom prst="line">
            <ns1:avLst/>
          </ns1:prstGeom>
          <ns1:noFill/>
          <ns1:ln w="9525">
            <ns1:solidFill>
              <ns1:srgbClr val="D6DDE5"/>
            </ns1:solidFill>
            <ns1:prstDash val="solid"/>
          </ns1:ln>
        </ns0:spPr>
      </ns0:sp>
      <ns0:sp>
        <ns0:nvSpPr>
          <ns0:cNvPr id="135" name="trace:SCHEDULE:title.primary.7">
            <ns1:extLst>
              <ns1:ext uri="{FF2B5EF4-FFF2-40B4-BE49-F238E27FC236}">
                <ns2:creationId id="{5AD0C3E7-FEDB-4986-8950-B13C5E125032}"/>
              </ns1:ext>
            </ns1:extLst>
          </ns0:cNvPr>
          <ns0:cNvSpPr>
            <ns1:spLocks noGrp="1"/>
          </ns0:cNvSpPr>
          <ns0:nvPr/>
        </ns0:nvSpPr>
        <ns0:spPr>
          <ns1:xfrm>
            <ns1:off x="13287375" y="2609850"/>
            <ns1:ext cx="1809750" cy="266700"/>
          </ns1:xfrm>
          <ns1:prstGeom prst="rect">
            <ns1:avLst/>
          </ns1:prstGeom>
          <ns1:noFill/>
          <ns1:ln w="0">
            <ns1:noFill/>
            <ns1:prstDash val="solid"/>
          </ns1:ln>
        </ns0:spPr>
        <ns0:txBody>
          <ns1:bodyPr wrap="none" anchor="t">
            <ns1:normAutofit fontScale="90196"/>
          </ns1:bodyPr>
          <ns1:lstStyle/>
          <ns1:p>
            <ns1:pPr>
              <ns1:buNone/>
              <ns1:defRPr sz="1275" b="1">
                <ns1:solidFill>
                  <ns1:srgbClr val="111111"/>
                </ns1:solidFill>
                <ns1:latin typeface="Yu Gothic"/>
                <ns1:ea typeface="Yu Gothic"/>
                <ns1:cs typeface="Yu Gothic"/>
              </ns1:defRPr>
            </ns1:pPr>
            <ns1:r>
              <ns1:rPr sz="1275" b="1">
                <ns1:solidFill>
                  <ns1:srgbClr val="111111"/>
                </ns1:solidFill>
                <ns1:latin typeface="Yu Gothic"/>
                <ns1:ea typeface="Yu Gothic"/>
                <ns1:cs typeface="Yu Gothic"/>
              </ns1:rPr>
              <ns1:t>窓口・意思決定支援</ns1:t>
            </ns1:r>
          </ns1:p>
        </ns0:txBody>
      </ns0:sp>
      <ns0:sp>
        <ns0:nvSpPr>
          <ns0:cNvPr id="136" name="trace:SCHEDULE:title.primary.8">
            <ns1:extLst>
              <ns1:ext uri="{FF2B5EF4-FFF2-40B4-BE49-F238E27FC236}">
                <ns2:creationId id="{04EC014B-6974-489E-9B8E-B32555008CA7}"/>
              </ns1:ext>
            </ns1:extLst>
          </ns0:cNvPr>
          <ns0:cNvSpPr>
            <ns1:spLocks noGrp="1"/>
          </ns0:cNvSpPr>
          <ns0:nvPr/>
        </ns0:nvSpPr>
        <ns0:spPr>
          <ns1:xfrm>
            <ns1:off x="13287375" y="2876550"/>
            <ns1:ext cx="1809750" cy="219075"/>
          </ns1:xfrm>
          <ns1:prstGeom prst="rect">
            <ns1:avLst/>
          </ns1:prstGeom>
          <ns1:noFill/>
          <ns1:ln w="0">
            <ns1:noFill/>
            <ns1:prstDash val="solid"/>
          </ns1:ln>
        </ns0:spPr>
        <ns0:txBody>
          <ns1:bodyPr wrap="none" anchor="t">
            <ns1:normAutofit fontScale="79762"/>
          </ns1:bodyPr>
          <ns1:lstStyle/>
          <ns1:p>
            <ns1:pPr>
              <ns1:buNone/>
              <ns1:defRPr sz="1050">
                <ns1:solidFill>
                  <ns1:srgbClr val="111111"/>
                </ns1:solidFill>
                <ns1:latin typeface="Yu Gothic"/>
                <ns1:ea typeface="Yu Gothic"/>
                <ns1:cs typeface="Yu Gothic"/>
              </ns1:defRPr>
            </ns1:pPr>
            <ns1:r>
              <ns1:rPr sz="1050">
                <ns1:solidFill>
                  <ns1:srgbClr val="111111"/>
                </ns1:solidFill>
                <ns1:latin typeface="Yu Gothic"/>
                <ns1:ea typeface="Yu Gothic"/>
                <ns1:cs typeface="Yu Gothic"/>
              </ns1:rPr>
              <ns1:t>全体調整・経営層との連携</ns1:t>
            </ns1:r>
          </ns1:p>
        </ns0:txBody>
      </ns0:sp>
      <ns0:sp>
        <ns0:nvSpPr>
          <ns0:cNvPr id="137" name="trace:SCHEDULE:content.auto.117">
            <ns1:extLst>
              <ns1:ext uri="{FF2B5EF4-FFF2-40B4-BE49-F238E27FC236}">
                <ns2:creationId id="{9877F5FE-2238-4F5C-A2DE-1B17A2658DF7}"/>
              </ns1:ext>
            </ns1:extLst>
          </ns0:cNvPr>
          <ns0:cNvSpPr>
            <ns1:spLocks noGrp="1"/>
          </ns0:cNvSpPr>
          <ns0:nvPr/>
        </ns0:nvSpPr>
        <ns0:spPr>
          <ns1:xfrm>
            <ns1:off x="11096625" y="3200400"/>
            <ns1:ext cx="4124325" cy="0"/>
          </ns1:xfrm>
          <ns1:prstGeom prst="line">
            <ns1:avLst/>
          </ns1:prstGeom>
          <ns1:noFill/>
          <ns1:ln w="9525">
            <ns1:solidFill>
              <ns1:srgbClr val="D6DDE5"/>
            </ns1:solidFill>
            <ns1:prstDash val="solid"/>
          </ns1:ln>
        </ns0:spPr>
      </ns0:sp>
      <ns0:sp>
        <ns0:nvSpPr>
          <ns0:cNvPr id="138" name="trace:SCHEDULE:content.auto.118">
            <ns1:extLst>
              <ns1:ext uri="{FF2B5EF4-FFF2-40B4-BE49-F238E27FC236}">
                <ns2:creationId id="{5656DA81-AFA4-4C25-A512-00F5BBB63838}"/>
              </ns1:ext>
            </ns1:extLst>
          </ns0:cNvPr>
          <ns0:cNvSpPr>
            <ns1:spLocks noGrp="1"/>
          </ns0:cNvSpPr>
          <ns0:nvPr/>
        </ns0:nvSpPr>
        <ns0:spPr>
          <ns1:xfrm>
            <ns1:off x="11068050" y="3238500"/>
            <ns1:ext cx="552450" cy="552450"/>
          </ns1:xfrm>
          <ns1:prstGeom prst="ellipse">
            <ns1:avLst/>
          </ns1:prstGeom>
          <ns1:solidFill>
            <ns1:srgbClr val="FDE7E7"/>
          </ns1:solidFill>
          <ns1:ln w="0">
            <ns1:noFill/>
            <ns1:prstDash val="solid"/>
          </ns1:ln>
        </ns0:spPr>
      </ns0:sp>
      <ns0:sp>
        <ns0:nvSpPr>
          <ns0:cNvPr id="139" name="trace:SCHEDULE:content.auto.119">
            <ns1:extLst>
              <ns1:ext uri="{FF2B5EF4-FFF2-40B4-BE49-F238E27FC236}">
                <ns2:creationId id="{FBE76478-012C-40F7-B00C-3DFC5F738FA9}"/>
              </ns1:ext>
            </ns1:extLst>
          </ns0:cNvPr>
          <ns0:cNvSpPr>
            <ns1:spLocks noGrp="1"/>
          </ns0:cNvSpPr>
          <ns0:nvPr/>
        </ns0:nvSpPr>
        <ns0:spPr>
          <ns1:xfrm>
            <ns1:off x="11287125" y="3286125"/>
            <ns1:ext cx="114300" cy="114300"/>
          </ns1:xfrm>
          <ns1:prstGeom prst="ellipse">
            <ns1:avLst/>
          </ns1:prstGeom>
          <ns1:noFill/>
          <ns1:ln w="28575">
            <ns1:solidFill>
              <ns1:srgbClr val="111111"/>
            </ns1:solidFill>
            <ns1:prstDash val="solid"/>
          </ns1:ln>
        </ns0:spPr>
      </ns0:sp>
      <ns0:sp>
        <ns0:nvSpPr>
          <ns0:cNvPr id="140" name="trace:SCHEDULE:content.auto.120">
            <ns1:extLst>
              <ns1:ext uri="{FF2B5EF4-FFF2-40B4-BE49-F238E27FC236}">
                <ns2:creationId id="{C4CA35F9-780F-4560-975A-5F501789A4F0}"/>
              </ns1:ext>
            </ns1:extLst>
          </ns0:cNvPr>
          <ns0:cNvSpPr>
            <ns1:spLocks noGrp="1"/>
          </ns0:cNvSpPr>
          <ns0:nvPr/>
        </ns0:nvSpPr>
        <ns0:spPr>
          <ns1:xfrm>
            <ns1:off x="11082338" y="3614738"/>
            <ns1:ext cx="104775" cy="104775"/>
          </ns1:xfrm>
          <ns1:prstGeom prst="ellipse">
            <ns1:avLst/>
          </ns1:prstGeom>
          <ns1:noFill/>
          <ns1:ln w="28575">
            <ns1:solidFill>
              <ns1:srgbClr val="111111"/>
            </ns1:solidFill>
            <ns1:prstDash val="solid"/>
          </ns1:ln>
        </ns0:spPr>
      </ns0:sp>
      <ns0:sp>
        <ns0:nvSpPr>
          <ns0:cNvPr id="141" name="trace:SCHEDULE:content.auto.121">
            <ns1:extLst>
              <ns1:ext uri="{FF2B5EF4-FFF2-40B4-BE49-F238E27FC236}">
                <ns2:creationId id="{16525EB8-D57B-46AB-9184-976E00B1E102}"/>
              </ns1:ext>
            </ns1:extLst>
          </ns0:cNvPr>
          <ns0:cNvSpPr>
            <ns1:spLocks noGrp="1"/>
          </ns0:cNvSpPr>
          <ns0:nvPr/>
        </ns0:nvSpPr>
        <ns0:spPr>
          <ns1:xfrm>
            <ns1:off x="11501438" y="3614738"/>
            <ns1:ext cx="104775" cy="104775"/>
          </ns1:xfrm>
          <ns1:prstGeom prst="ellipse">
            <ns1:avLst/>
          </ns1:prstGeom>
          <ns1:noFill/>
          <ns1:ln w="28575">
            <ns1:solidFill>
              <ns1:srgbClr val="111111"/>
            </ns1:solidFill>
            <ns1:prstDash val="solid"/>
          </ns1:ln>
        </ns0:spPr>
      </ns0:sp>
      <ns0:sp>
        <ns0:nvSpPr>
          <ns0:cNvPr id="142" name="trace:SCHEDULE:content.auto.122">
            <ns1:extLst>
              <ns1:ext uri="{FF2B5EF4-FFF2-40B4-BE49-F238E27FC236}">
                <ns2:creationId id="{EB8D23C2-DCF6-40B9-BF11-51F521DB99DB}"/>
              </ns1:ext>
            </ns1:extLst>
          </ns0:cNvPr>
          <ns0:cNvSpPr>
            <ns1:spLocks noGrp="1"/>
          </ns0:cNvSpPr>
          <ns0:nvPr/>
        </ns0:nvSpPr>
        <ns0:spPr>
          <ns1:xfrm>
            <ns1:off x="11344275" y="3457575"/>
            <ns1:ext cx="0" cy="95250"/>
          </ns1:xfrm>
          <ns1:prstGeom prst="line">
            <ns1:avLst/>
          </ns1:prstGeom>
          <ns1:noFill/>
          <ns1:ln w="28575">
            <ns1:solidFill>
              <ns1:srgbClr val="111111"/>
            </ns1:solidFill>
            <ns1:prstDash val="solid"/>
          </ns1:ln>
        </ns0:spPr>
      </ns0:sp>
      <ns0:sp>
        <ns0:nvSpPr>
          <ns0:cNvPr id="143" name="trace:SCHEDULE:content.auto.123">
            <ns1:extLst>
              <ns1:ext uri="{FF2B5EF4-FFF2-40B4-BE49-F238E27FC236}">
                <ns2:creationId id="{6E23E05D-89CA-485F-A6B9-18B068E6780B}"/>
              </ns1:ext>
            </ns1:extLst>
          </ns0:cNvPr>
          <ns0:cNvSpPr>
            <ns1:spLocks noGrp="1"/>
          </ns0:cNvSpPr>
          <ns0:nvPr/>
        </ns0:nvSpPr>
        <ns0:spPr>
          <ns1:xfrm>
            <ns1:off x="11134725" y="3552825"/>
            <ns1:ext cx="419100" cy="0"/>
          </ns1:xfrm>
          <ns1:prstGeom prst="line">
            <ns1:avLst/>
          </ns1:prstGeom>
          <ns1:noFill/>
          <ns1:ln w="28575">
            <ns1:solidFill>
              <ns1:srgbClr val="111111"/>
            </ns1:solidFill>
            <ns1:prstDash val="solid"/>
          </ns1:ln>
        </ns0:spPr>
      </ns0:sp>
      <ns0:sp>
        <ns0:nvSpPr>
          <ns0:cNvPr id="144" name="trace:SCHEDULE:content.auto.124">
            <ns1:extLst>
              <ns1:ext uri="{FF2B5EF4-FFF2-40B4-BE49-F238E27FC236}">
                <ns2:creationId id="{B032D39E-7369-43EA-82D6-BB2A7865C246}"/>
              </ns1:ext>
            </ns1:extLst>
          </ns0:cNvPr>
          <ns0:cNvSpPr>
            <ns1:spLocks noGrp="1"/>
          </ns0:cNvSpPr>
          <ns0:nvPr/>
        </ns0:nvSpPr>
        <ns0:spPr>
          <ns1:xfrm>
            <ns1:off x="11134725" y="3552825"/>
            <ns1:ext cx="0" cy="28575"/>
          </ns1:xfrm>
          <ns1:prstGeom prst="line">
            <ns1:avLst/>
          </ns1:prstGeom>
          <ns1:noFill/>
          <ns1:ln w="28575">
            <ns1:solidFill>
              <ns1:srgbClr val="111111"/>
            </ns1:solidFill>
            <ns1:prstDash val="solid"/>
          </ns1:ln>
        </ns0:spPr>
      </ns0:sp>
      <ns0:sp>
        <ns0:nvSpPr>
          <ns0:cNvPr id="145" name="trace:SCHEDULE:content.auto.125">
            <ns1:extLst>
              <ns1:ext uri="{FF2B5EF4-FFF2-40B4-BE49-F238E27FC236}">
                <ns2:creationId id="{4F0495F3-27A0-4F98-B92D-2D06C65D0B1F}"/>
              </ns1:ext>
            </ns1:extLst>
          </ns0:cNvPr>
          <ns0:cNvSpPr>
            <ns1:spLocks noGrp="1"/>
          </ns0:cNvSpPr>
          <ns0:nvPr/>
        </ns0:nvSpPr>
        <ns0:spPr>
          <ns1:xfrm>
            <ns1:off x="11553825" y="3552825"/>
            <ns1:ext cx="0" cy="28575"/>
          </ns1:xfrm>
          <ns1:prstGeom prst="line">
            <ns1:avLst/>
          </ns1:prstGeom>
          <ns1:noFill/>
          <ns1:ln w="28575">
            <ns1:solidFill>
              <ns1:srgbClr val="111111"/>
            </ns1:solidFill>
            <ns1:prstDash val="solid"/>
          </ns1:ln>
        </ns0:spPr>
      </ns0:sp>
      <ns0:sp>
        <ns0:nvSpPr>
          <ns0:cNvPr id="146" name="trace:SCHEDULE:title.primary.9">
            <ns1:extLst>
              <ns1:ext uri="{FF2B5EF4-FFF2-40B4-BE49-F238E27FC236}">
                <ns2:creationId id="{8354CCCF-22D9-4788-AD6E-8D8CA4AEC238}"/>
              </ns1:ext>
            </ns1:extLst>
          </ns0:cNvPr>
          <ns0:cNvSpPr>
            <ns1:spLocks noGrp="1"/>
          </ns0:cNvSpPr>
          <ns0:nvPr/>
        </ns0:nvSpPr>
        <ns0:spPr>
          <ns1:xfrm>
            <ns1:off x="11763375" y="3333750"/>
            <ns1:ext cx="1333500" cy="428625"/>
          </ns1:xfrm>
          <ns1:prstGeom prst="rect">
            <ns1:avLst/>
          </ns1:prstGeom>
          <ns1:noFill/>
          <ns1:ln w="0">
            <ns1:noFill/>
            <ns1:prstDash val="solid"/>
          </ns1:ln>
        </ns0:spPr>
        <ns0:txBody>
          <ns1:bodyPr wrap="square" anchor="ctr">
            <ns1:normAutofit fontScale="81944"/>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プロジェクト</ns1:t>
            </ns1:r>
          </ns1:p>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マネージャー</ns1:t>
            </ns1:r>
          </ns1:p>
        </ns0:txBody>
      </ns0:sp>
      <ns0:sp>
        <ns0:nvSpPr>
          <ns0:cNvPr id="147" name="trace:SCHEDULE:content.auto.126">
            <ns1:extLst>
              <ns1:ext uri="{FF2B5EF4-FFF2-40B4-BE49-F238E27FC236}">
                <ns2:creationId id="{6B5F7407-F9CD-4D10-882C-82F813619BA2}"/>
              </ns1:ext>
            </ns1:extLst>
          </ns0:cNvPr>
          <ns0:cNvSpPr>
            <ns1:spLocks noGrp="1"/>
          </ns0:cNvSpPr>
          <ns0:nvPr/>
        </ns0:nvSpPr>
        <ns0:spPr>
          <ns1:xfrm>
            <ns1:off x="13154025" y="3276600"/>
            <ns1:ext cx="0" cy="523875"/>
          </ns1:xfrm>
          <ns1:prstGeom prst="line">
            <ns1:avLst/>
          </ns1:prstGeom>
          <ns1:noFill/>
          <ns1:ln w="9525">
            <ns1:solidFill>
              <ns1:srgbClr val="D6DDE5"/>
            </ns1:solidFill>
            <ns1:prstDash val="solid"/>
          </ns1:ln>
        </ns0:spPr>
      </ns0:sp>
      <ns0:sp>
        <ns0:nvSpPr>
          <ns0:cNvPr id="148" name="trace:SCHEDULE:title.primary.10">
            <ns1:extLst>
              <ns1:ext uri="{FF2B5EF4-FFF2-40B4-BE49-F238E27FC236}">
                <ns2:creationId id="{FE29949D-F124-4EC2-A2A4-9BB26666184A}"/>
              </ns1:ext>
            </ns1:extLst>
          </ns0:cNvPr>
          <ns0:cNvSpPr>
            <ns1:spLocks noGrp="1"/>
          </ns0:cNvSpPr>
          <ns0:nvPr/>
        </ns0:nvSpPr>
        <ns0:spPr>
          <ns1:xfrm>
            <ns1:off x="13287375" y="3295650"/>
            <ns1:ext cx="1809750" cy="266700"/>
          </ns1:xfrm>
          <ns1:prstGeom prst="rect">
            <ns1:avLst/>
          </ns1:prstGeom>
          <ns1:noFill/>
          <ns1:ln w="0">
            <ns1:noFill/>
            <ns1:prstDash val="solid"/>
          </ns1:ln>
        </ns0:spPr>
        <ns0:txBody>
          <ns1:bodyPr wrap="none" anchor="t">
            <ns1:normAutofit fontScale="90196"/>
          </ns1:bodyPr>
          <ns1:lstStyle/>
          <ns1:p>
            <ns1:pPr>
              <ns1:buNone/>
              <ns1:defRPr sz="1275" b="1">
                <ns1:solidFill>
                  <ns1:srgbClr val="111111"/>
                </ns1:solidFill>
                <ns1:latin typeface="Yu Gothic"/>
                <ns1:ea typeface="Yu Gothic"/>
                <ns1:cs typeface="Yu Gothic"/>
              </ns1:defRPr>
            </ns1:pPr>
            <ns1:r>
              <ns1:rPr sz="1275" b="1">
                <ns1:solidFill>
                  <ns1:srgbClr val="111111"/>
                </ns1:solidFill>
                <ns1:latin typeface="Yu Gothic"/>
                <ns1:ea typeface="Yu Gothic"/>
                <ns1:cs typeface="Yu Gothic"/>
              </ns1:rPr>
              <ns1:t>進行管理・課題整理</ns1:t>
            </ns1:r>
          </ns1:p>
        </ns0:txBody>
      </ns0:sp>
      <ns0:sp>
        <ns0:nvSpPr>
          <ns0:cNvPr id="149" name="trace:SCHEDULE:title.primary.11">
            <ns1:extLst>
              <ns1:ext uri="{FF2B5EF4-FFF2-40B4-BE49-F238E27FC236}">
                <ns2:creationId id="{3FE4BE8D-A8FB-42D4-BE41-86FE90678BFD}"/>
              </ns1:ext>
            </ns1:extLst>
          </ns0:cNvPr>
          <ns0:cNvSpPr>
            <ns1:spLocks noGrp="1"/>
          </ns0:cNvSpPr>
          <ns0:nvPr/>
        </ns0:nvSpPr>
        <ns0:spPr>
          <ns1:xfrm>
            <ns1:off x="13287375" y="3562350"/>
            <ns1:ext cx="1809750" cy="219075"/>
          </ns1:xfrm>
          <ns1:prstGeom prst="rect">
            <ns1:avLst/>
          </ns1:prstGeom>
          <ns1:noFill/>
          <ns1:ln w="0">
            <ns1:noFill/>
            <ns1:prstDash val="solid"/>
          </ns1:ln>
        </ns0:spPr>
        <ns0:txBody>
          <ns1:bodyPr wrap="none" anchor="t">
            <ns1:normAutofit fontScale="79762"/>
          </ns1:bodyPr>
          <ns1:lstStyle/>
          <ns1:p>
            <ns1:pPr>
              <ns1:buNone/>
              <ns1:defRPr sz="1050">
                <ns1:solidFill>
                  <ns1:srgbClr val="111111"/>
                </ns1:solidFill>
                <ns1:latin typeface="Yu Gothic"/>
                <ns1:ea typeface="Yu Gothic"/>
                <ns1:cs typeface="Yu Gothic"/>
              </ns1:defRPr>
            </ns1:pPr>
            <ns1:r>
              <ns1:rPr sz="1050">
                <ns1:solidFill>
                  <ns1:srgbClr val="111111"/>
                </ns1:solidFill>
                <ns1:latin typeface="Yu Gothic"/>
                <ns1:ea typeface="Yu Gothic"/>
                <ns1:cs typeface="Yu Gothic"/>
              </ns1:rPr>
              <ns1:t>スケジュール管理・リスク対応</ns1:t>
            </ns1:r>
          </ns1:p>
        </ns0:txBody>
      </ns0:sp>
      <ns0:sp>
        <ns0:nvSpPr>
          <ns0:cNvPr id="150" name="trace:SCHEDULE:content.auto.127">
            <ns1:extLst>
              <ns1:ext uri="{FF2B5EF4-FFF2-40B4-BE49-F238E27FC236}">
                <ns2:creationId id="{AFB92072-677A-4F36-A568-63AB6D3BB8AC}"/>
              </ns1:ext>
            </ns1:extLst>
          </ns0:cNvPr>
          <ns0:cNvSpPr>
            <ns1:spLocks noGrp="1"/>
          </ns0:cNvSpPr>
          <ns0:nvPr/>
        </ns0:nvSpPr>
        <ns0:spPr>
          <ns1:xfrm>
            <ns1:off x="11096625" y="3886200"/>
            <ns1:ext cx="4124325" cy="0"/>
          </ns1:xfrm>
          <ns1:prstGeom prst="line">
            <ns1:avLst/>
          </ns1:prstGeom>
          <ns1:noFill/>
          <ns1:ln w="9525">
            <ns1:solidFill>
              <ns1:srgbClr val="D6DDE5"/>
            </ns1:solidFill>
            <ns1:prstDash val="solid"/>
          </ns1:ln>
        </ns0:spPr>
      </ns0:sp>
      <ns0:sp>
        <ns0:nvSpPr>
          <ns0:cNvPr id="151" name="trace:SCHEDULE:content.auto.128">
            <ns1:extLst>
              <ns1:ext uri="{FF2B5EF4-FFF2-40B4-BE49-F238E27FC236}">
                <ns2:creationId id="{E2422975-DD87-4933-933B-AEB6FE615D8E}"/>
              </ns1:ext>
            </ns1:extLst>
          </ns0:cNvPr>
          <ns0:cNvSpPr>
            <ns1:spLocks noGrp="1"/>
          </ns0:cNvSpPr>
          <ns0:nvPr/>
        </ns0:nvSpPr>
        <ns0:spPr>
          <ns1:xfrm>
            <ns1:off x="11068050" y="3924300"/>
            <ns1:ext cx="552450" cy="552450"/>
          </ns1:xfrm>
          <ns1:prstGeom prst="ellipse">
            <ns1:avLst/>
          </ns1:prstGeom>
          <ns1:solidFill>
            <ns1:srgbClr val="FDE7E7"/>
          </ns1:solidFill>
          <ns1:ln w="0">
            <ns1:noFill/>
            <ns1:prstDash val="solid"/>
          </ns1:ln>
        </ns0:spPr>
      </ns0:sp>
      <ns0:sp>
        <ns0:nvSpPr>
          <ns0:cNvPr id="162" name="trace:SCHEDULE:content.auto.129">
            <ns1:extLst>
              <ns1:ext uri="{FF2B5EF4-FFF2-40B4-BE49-F238E27FC236}">
                <ns2:creationId id="{130FFB74-D563-45F0-B429-A79D2FF38429}"/>
              </ns1:ext>
            </ns1:extLst>
          </ns0:cNvPr>
          <ns0:cNvSpPr>
            <ns1:spLocks noGrp="1"/>
          </ns0:cNvSpPr>
          <ns0:nvPr/>
        </ns0:nvSpPr>
        <ns0:spPr>
          <ns1:xfrm>
            <ns1:off x="11763375" y="4019550"/>
            <ns1:ext cx="1333500" cy="428625"/>
          </ns1:xfrm>
          <ns1:prstGeom prst="rect">
            <ns1:avLst/>
          </ns1:prstGeom>
          <ns1:noFill/>
          <ns1:ln w="0">
            <ns1:noFill/>
            <ns1:prstDash val="solid"/>
          </ns1:ln>
        </ns0:spPr>
        <ns0:txBody>
          <ns1:bodyPr wrap="square" anchor="ctr">
            <ns1:normAutofit fontScale="95875"/>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制作・開発担当</ns1:t>
            </ns1:r>
          </ns1:p>
        </ns0:txBody>
      </ns0:sp>
      <ns0:sp>
        <ns0:nvSpPr>
          <ns0:cNvPr id="163" name="trace:SCHEDULE:content.auto.130">
            <ns1:extLst>
              <ns1:ext uri="{FF2B5EF4-FFF2-40B4-BE49-F238E27FC236}">
                <ns2:creationId id="{67FE5BCF-30C9-4358-94D8-F1C5FDBC5A8C}"/>
              </ns1:ext>
            </ns1:extLst>
          </ns0:cNvPr>
          <ns0:cNvSpPr>
            <ns1:spLocks noGrp="1"/>
          </ns0:cNvSpPr>
          <ns0:nvPr/>
        </ns0:nvSpPr>
        <ns0:spPr>
          <ns1:xfrm>
            <ns1:off x="13154025" y="3962400"/>
            <ns1:ext cx="0" cy="523875"/>
          </ns1:xfrm>
          <ns1:prstGeom prst="line">
            <ns1:avLst/>
          </ns1:prstGeom>
          <ns1:noFill/>
          <ns1:ln w="9525">
            <ns1:solidFill>
              <ns1:srgbClr val="D6DDE5"/>
            </ns1:solidFill>
            <ns1:prstDash val="solid"/>
          </ns1:ln>
        </ns0:spPr>
      </ns0:sp>
      <ns0:sp>
        <ns0:nvSpPr>
          <ns0:cNvPr id="164" name="trace:SCHEDULE:content.auto.131">
            <ns1:extLst>
              <ns1:ext uri="{FF2B5EF4-FFF2-40B4-BE49-F238E27FC236}">
                <ns2:creationId id="{30F4A5D8-5374-4FB3-B262-2183D1C4E4C8}"/>
              </ns1:ext>
            </ns1:extLst>
          </ns0:cNvPr>
          <ns0:cNvSpPr>
            <ns1:spLocks noGrp="1"/>
          </ns0:cNvSpPr>
          <ns0:nvPr/>
        </ns0:nvSpPr>
        <ns0:spPr>
          <ns1:xfrm>
            <ns1:off x="13287375" y="3981450"/>
            <ns1:ext cx="1809750" cy="266700"/>
          </ns1:xfrm>
          <ns1:prstGeom prst="rect">
            <ns1:avLst/>
          </ns1:prstGeom>
          <ns1:noFill/>
          <ns1:ln w="0">
            <ns1:noFill/>
            <ns1:prstDash val="solid"/>
          </ns1:ln>
        </ns0:spPr>
        <ns0:txBody>
          <ns1:bodyPr wrap="none" anchor="t">
            <ns1:normAutofit fontScale="90196"/>
          </ns1:bodyPr>
          <ns1:lstStyle/>
          <ns1:p>
            <ns1:pPr>
              <ns1:buNone/>
              <ns1:defRPr sz="1275" b="1">
                <ns1:solidFill>
                  <ns1:srgbClr val="111111"/>
                </ns1:solidFill>
                <ns1:latin typeface="Yu Gothic"/>
                <ns1:ea typeface="Yu Gothic"/>
                <ns1:cs typeface="Yu Gothic"/>
              </ns1:defRPr>
            </ns1:pPr>
            <ns1:r>
              <ns1:rPr sz="1275" b="1">
                <ns1:solidFill>
                  <ns1:srgbClr val="111111"/>
                </ns1:solidFill>
                <ns1:latin typeface="Yu Gothic"/>
                <ns1:ea typeface="Yu Gothic"/>
                <ns1:cs typeface="Yu Gothic"/>
              </ns1:rPr>
              <ns1:t>設計・実装・検証</ns1:t>
            </ns1:r>
          </ns1:p>
        </ns0:txBody>
      </ns0:sp>
      <ns0:sp>
        <ns0:nvSpPr>
          <ns0:cNvPr id="165" name="trace:SCHEDULE:content.auto.132">
            <ns1:extLst>
              <ns1:ext uri="{FF2B5EF4-FFF2-40B4-BE49-F238E27FC236}">
                <ns2:creationId id="{960DE7FA-AF9C-48DB-93B2-CB8974D8810E}"/>
              </ns1:ext>
            </ns1:extLst>
          </ns0:cNvPr>
          <ns0:cNvSpPr>
            <ns1:spLocks noGrp="1"/>
          </ns0:cNvSpPr>
          <ns0:nvPr/>
        </ns0:nvSpPr>
        <ns0:spPr>
          <ns1:xfrm>
            <ns1:off x="13287375" y="4248150"/>
            <ns1:ext cx="1809750" cy="219075"/>
          </ns1:xfrm>
          <ns1:prstGeom prst="rect">
            <ns1:avLst/>
          </ns1:prstGeom>
          <ns1:noFill/>
          <ns1:ln w="0">
            <ns1:noFill/>
            <ns1:prstDash val="solid"/>
          </ns1:ln>
        </ns0:spPr>
        <ns0:txBody>
          <ns1:bodyPr wrap="none" anchor="t">
            <ns1:normAutofit fontScale="79762"/>
          </ns1:bodyPr>
          <ns1:lstStyle/>
          <ns1:p>
            <ns1:pPr>
              <ns1:buNone/>
              <ns1:defRPr sz="1050">
                <ns1:solidFill>
                  <ns1:srgbClr val="111111"/>
                </ns1:solidFill>
                <ns1:latin typeface="Yu Gothic"/>
                <ns1:ea typeface="Yu Gothic"/>
                <ns1:cs typeface="Yu Gothic"/>
              </ns1:defRPr>
            </ns1:pPr>
            <ns1:r>
              <ns1:rPr sz="1050">
                <ns1:solidFill>
                  <ns1:srgbClr val="111111"/>
                </ns1:solidFill>
                <ns1:latin typeface="Yu Gothic"/>
                <ns1:ea typeface="Yu Gothic"/>
                <ns1:cs typeface="Yu Gothic"/>
              </ns1:rPr>
              <ns1:t>デザイン・開発・テスト対応</ns1:t>
            </ns1:r>
          </ns1:p>
        </ns0:txBody>
      </ns0:sp>
      <ns0:sp>
        <ns0:nvSpPr>
          <ns0:cNvPr id="166" name="trace:SCHEDULE:content.auto.133">
            <ns1:extLst>
              <ns1:ext uri="{FF2B5EF4-FFF2-40B4-BE49-F238E27FC236}">
                <ns2:creationId id="{6B066881-343D-44C2-BD7D-EF40918FA37B}"/>
              </ns1:ext>
            </ns1:extLst>
          </ns0:cNvPr>
          <ns0:cNvSpPr>
            <ns1:spLocks noGrp="1"/>
          </ns0:cNvSpPr>
          <ns0:nvPr/>
        </ns0:nvSpPr>
        <ns0:spPr>
          <ns1:xfrm>
            <ns1:off x="11096625" y="4572000"/>
            <ns1:ext cx="4124325" cy="0"/>
          </ns1:xfrm>
          <ns1:prstGeom prst="line">
            <ns1:avLst/>
          </ns1:prstGeom>
          <ns1:noFill/>
          <ns1:ln w="9525">
            <ns1:solidFill>
              <ns1:srgbClr val="D6DDE5"/>
            </ns1:solidFill>
            <ns1:prstDash val="solid"/>
          </ns1:ln>
        </ns0:spPr>
      </ns0:sp>
      <ns0:sp>
        <ns0:nvSpPr>
          <ns0:cNvPr id="167" name="trace:SCHEDULE:content.auto.134">
            <ns1:extLst>
              <ns1:ext uri="{FF2B5EF4-FFF2-40B4-BE49-F238E27FC236}">
                <ns2:creationId id="{FAF4B2BA-E4D6-4245-A843-0210B602F153}"/>
              </ns1:ext>
            </ns1:extLst>
          </ns0:cNvPr>
          <ns0:cNvSpPr>
            <ns1:spLocks noGrp="1"/>
          </ns0:cNvSpPr>
          <ns0:nvPr/>
        </ns0:nvSpPr>
        <ns0:spPr>
          <ns1:xfrm>
            <ns1:off x="11068050" y="4610100"/>
            <ns1:ext cx="552450" cy="552450"/>
          </ns1:xfrm>
          <ns1:prstGeom prst="ellipse">
            <ns1:avLst/>
          </ns1:prstGeom>
          <ns1:solidFill>
            <ns1:srgbClr val="FDE7E7"/>
          </ns1:solidFill>
          <ns1:ln w="0">
            <ns1:noFill/>
            <ns1:prstDash val="solid"/>
          </ns1:ln>
        </ns0:spPr>
      </ns0:sp>
      <ns0:sp>
        <ns0:nvSpPr>
          <ns0:cNvPr id="168" name="trace:SCHEDULE:content.auto.135">
            <ns1:extLst>
              <ns1:ext uri="{FF2B5EF4-FFF2-40B4-BE49-F238E27FC236}">
                <ns2:creationId id="{9CB17FB4-70F2-43A3-B666-0246EDDD84DD}"/>
              </ns1:ext>
            </ns1:extLst>
          </ns0:cNvPr>
          <ns0:cNvSpPr>
            <ns1:spLocks noGrp="1"/>
          </ns0:cNvSpPr>
          <ns0:nvPr/>
        </ns0:nvSpPr>
        <ns0:spPr>
          <ns1:xfrm>
            <ns1:off x="11282363" y="4691063"/>
            <ns1:ext cx="123825" cy="123825"/>
          </ns1:xfrm>
          <ns1:prstGeom prst="ellipse">
            <ns1:avLst/>
          </ns1:prstGeom>
          <ns1:noFill/>
          <ns1:ln w="28575">
            <ns1:solidFill>
              <ns1:srgbClr val="111111"/>
            </ns1:solidFill>
            <ns1:prstDash val="solid"/>
          </ns1:ln>
        </ns0:spPr>
      </ns0:sp>
      <ns0:sp>
        <ns0:nvSpPr>
          <ns0:cNvPr id="169" name="trace:SCHEDULE:content.auto.136">
            <ns1:extLst>
              <ns1:ext uri="{FF2B5EF4-FFF2-40B4-BE49-F238E27FC236}">
                <ns2:creationId id="{DC36153A-DCAA-4649-AFB8-67B76A89521A}"/>
              </ns1:ext>
            </ns1:extLst>
          </ns0:cNvPr>
          <ns0:cNvSpPr>
            <ns1:spLocks noGrp="1"/>
          </ns0:cNvSpPr>
          <ns0:nvPr/>
        </ns0:nvSpPr>
        <ns0:spPr>
          <ns1:xfrm>
            <ns1:off x="11077575" y="4762500"/>
            <ns1:ext cx="95250" cy="95250"/>
          </ns1:xfrm>
          <ns1:prstGeom prst="ellipse">
            <ns1:avLst/>
          </ns1:prstGeom>
          <ns1:noFill/>
          <ns1:ln w="28575">
            <ns1:solidFill>
              <ns1:srgbClr val="111111"/>
            </ns1:solidFill>
            <ns1:prstDash val="solid"/>
          </ns1:ln>
        </ns0:spPr>
      </ns0:sp>
      <ns0:sp>
        <ns0:nvSpPr>
          <ns0:cNvPr id="170" name="trace:SCHEDULE:content.auto.137">
            <ns1:extLst>
              <ns1:ext uri="{FF2B5EF4-FFF2-40B4-BE49-F238E27FC236}">
                <ns2:creationId id="{874EAC8A-5E79-4E39-894F-38C1DF35A68B}"/>
              </ns1:ext>
            </ns1:extLst>
          </ns0:cNvPr>
          <ns0:cNvSpPr>
            <ns1:spLocks noGrp="1"/>
          </ns0:cNvSpPr>
          <ns0:nvPr/>
        </ns0:nvSpPr>
        <ns0:spPr>
          <ns1:xfrm>
            <ns1:off x="11515725" y="4762500"/>
            <ns1:ext cx="95250" cy="95250"/>
          </ns1:xfrm>
          <ns1:prstGeom prst="ellipse">
            <ns1:avLst/>
          </ns1:prstGeom>
          <ns1:noFill/>
          <ns1:ln w="28575">
            <ns1:solidFill>
              <ns1:srgbClr val="111111"/>
            </ns1:solidFill>
            <ns1:prstDash val="solid"/>
          </ns1:ln>
        </ns0:spPr>
      </ns0:sp>
      <ns0:sp>
        <ns0:nvSpPr>
          <ns0:cNvPr id="171" name="trace:SCHEDULE:content.auto.138">
            <ns1:extLst>
              <ns1:ext uri="{FF2B5EF4-FFF2-40B4-BE49-F238E27FC236}">
                <ns2:creationId id="{B08147CB-8A06-4C52-BB40-5929118B060A}"/>
              </ns1:ext>
            </ns1:extLst>
          </ns0:cNvPr>
          <ns0:cNvSpPr>
            <ns1:spLocks noGrp="1"/>
          </ns0:cNvSpPr>
          <ns0:nvPr/>
        </ns0:nvSpPr>
        <ns0:spPr>
          <ns1:xfrm>
            <ns1:off x="11182350" y="4886325"/>
            <ns1:ext cx="323850" cy="285750"/>
          </ns1:xfrm>
          <ns1:prstGeom prst="arc">
            <ns1:avLst/>
          </ns1:prstGeom>
          <ns1:noFill/>
          <ns1:ln w="28575">
            <ns1:solidFill>
              <ns1:srgbClr val="111111"/>
            </ns1:solidFill>
            <ns1:prstDash val="solid"/>
          </ns1:ln>
        </ns0:spPr>
      </ns0:sp>
      <ns0:sp>
        <ns0:nvSpPr>
          <ns0:cNvPr id="172" name="trace:SCHEDULE:content.auto.139">
            <ns1:extLst>
              <ns1:ext uri="{FF2B5EF4-FFF2-40B4-BE49-F238E27FC236}">
                <ns2:creationId id="{6C441D8C-6609-4973-82C5-47F30968E800}"/>
              </ns1:ext>
            </ns1:extLst>
          </ns0:cNvPr>
          <ns0:cNvSpPr>
            <ns1:spLocks noGrp="1"/>
          </ns0:cNvSpPr>
          <ns0:nvPr/>
        </ns0:nvSpPr>
        <ns0:spPr>
          <ns1:xfrm>
            <ns1:off x="10972800" y="4924425"/>
            <ns1:ext cx="238125" cy="228600"/>
          </ns1:xfrm>
          <ns1:prstGeom prst="arc">
            <ns1:avLst/>
          </ns1:prstGeom>
          <ns1:noFill/>
          <ns1:ln w="28575">
            <ns1:solidFill>
              <ns1:srgbClr val="111111"/>
            </ns1:solidFill>
            <ns1:prstDash val="solid"/>
          </ns1:ln>
        </ns0:spPr>
      </ns0:sp>
      <ns0:sp>
        <ns0:nvSpPr>
          <ns0:cNvPr id="173" name="trace:SCHEDULE:content.auto.140">
            <ns1:extLst>
              <ns1:ext uri="{FF2B5EF4-FFF2-40B4-BE49-F238E27FC236}">
                <ns2:creationId id="{D93B19D1-DBCB-49E3-AF73-FF8CEA0CFCA2}"/>
              </ns1:ext>
            </ns1:extLst>
          </ns0:cNvPr>
          <ns0:cNvSpPr>
            <ns1:spLocks noGrp="1"/>
          </ns0:cNvSpPr>
          <ns0:nvPr/>
        </ns0:nvSpPr>
        <ns0:spPr>
          <ns1:xfrm>
            <ns1:off x="11477625" y="4924425"/>
            <ns1:ext cx="238125" cy="228600"/>
          </ns1:xfrm>
          <ns1:prstGeom prst="arc">
            <ns1:avLst/>
          </ns1:prstGeom>
          <ns1:noFill/>
          <ns1:ln w="28575">
            <ns1:solidFill>
              <ns1:srgbClr val="111111"/>
            </ns1:solidFill>
            <ns1:prstDash val="solid"/>
          </ns1:ln>
        </ns0:spPr>
      </ns0:sp>
      <ns0:sp>
        <ns0:nvSpPr>
          <ns0:cNvPr id="174" name="trace:SCHEDULE:content.auto.141">
            <ns1:extLst>
              <ns1:ext uri="{FF2B5EF4-FFF2-40B4-BE49-F238E27FC236}">
                <ns2:creationId id="{74952D60-E32A-425D-82C6-C1DC3EF85923}"/>
              </ns1:ext>
            </ns1:extLst>
          </ns0:cNvPr>
          <ns0:cNvSpPr>
            <ns1:spLocks noGrp="1"/>
          </ns0:cNvSpPr>
          <ns0:nvPr/>
        </ns0:nvSpPr>
        <ns0:spPr>
          <ns1:xfrm>
            <ns1:off x="11763375" y="4705350"/>
            <ns1:ext cx="1333500" cy="428625"/>
          </ns1:xfrm>
          <ns1:prstGeom prst="rect">
            <ns1:avLst/>
          </ns1:prstGeom>
          <ns1:noFill/>
          <ns1:ln w="0">
            <ns1:noFill/>
            <ns1:prstDash val="solid"/>
          </ns1:ln>
        </ns0:spPr>
        <ns0:txBody>
          <ns1:bodyPr wrap="square" anchor="ctr">
            <ns1:normAutofit fontScale="100000"/>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お客様担当</ns1:t>
            </ns1:r>
          </ns1:p>
        </ns0:txBody>
      </ns0:sp>
      <ns0:sp>
        <ns0:nvSpPr>
          <ns0:cNvPr id="175" name="trace:SCHEDULE:content.auto.142">
            <ns1:extLst>
              <ns1:ext uri="{FF2B5EF4-FFF2-40B4-BE49-F238E27FC236}">
                <ns2:creationId id="{F4007248-18E8-47F5-AAA7-7729399828AE}"/>
              </ns1:ext>
            </ns1:extLst>
          </ns0:cNvPr>
          <ns0:cNvSpPr>
            <ns1:spLocks noGrp="1"/>
          </ns0:cNvSpPr>
          <ns0:nvPr/>
        </ns0:nvSpPr>
        <ns0:spPr>
          <ns1:xfrm>
            <ns1:off x="13154025" y="4648200"/>
            <ns1:ext cx="0" cy="523875"/>
          </ns1:xfrm>
          <ns1:prstGeom prst="line">
            <ns1:avLst/>
          </ns1:prstGeom>
          <ns1:noFill/>
          <ns1:ln w="9525">
            <ns1:solidFill>
              <ns1:srgbClr val="D6DDE5"/>
            </ns1:solidFill>
            <ns1:prstDash val="solid"/>
          </ns1:ln>
        </ns0:spPr>
      </ns0:sp>
      <ns0:sp>
        <ns0:nvSpPr>
          <ns0:cNvPr id="176" name="trace:SCHEDULE:content.auto.143">
            <ns1:extLst>
              <ns1:ext uri="{FF2B5EF4-FFF2-40B4-BE49-F238E27FC236}">
                <ns2:creationId id="{65B7F5BB-A043-4EC2-B391-3654ADDC3694}"/>
              </ns1:ext>
            </ns1:extLst>
          </ns0:cNvPr>
          <ns0:cNvSpPr>
            <ns1:spLocks noGrp="1"/>
          </ns0:cNvSpPr>
          <ns0:nvPr/>
        </ns0:nvSpPr>
        <ns0:spPr>
          <ns1:xfrm>
            <ns1:off x="13287375" y="4667250"/>
            <ns1:ext cx="1809750" cy="266700"/>
          </ns1:xfrm>
          <ns1:prstGeom prst="rect">
            <ns1:avLst/>
          </ns1:prstGeom>
          <ns1:noFill/>
          <ns1:ln w="0">
            <ns1:noFill/>
            <ns1:prstDash val="solid"/>
          </ns1:ln>
        </ns0:spPr>
        <ns0:txBody>
          <ns1:bodyPr wrap="none" anchor="t">
            <ns1:normAutofit fontScale="90196"/>
          </ns1:bodyPr>
          <ns1:lstStyle/>
          <ns1:p>
            <ns1:pPr>
              <ns1:buNone/>
              <ns1:defRPr sz="1275" b="1">
                <ns1:solidFill>
                  <ns1:srgbClr val="111111"/>
                </ns1:solidFill>
                <ns1:latin typeface="Yu Gothic"/>
                <ns1:ea typeface="Yu Gothic"/>
                <ns1:cs typeface="Yu Gothic"/>
              </ns1:defRPr>
            </ns1:pPr>
            <ns1:r>
              <ns1:rPr sz="1275" b="1">
                <ns1:solidFill>
                  <ns1:srgbClr val="111111"/>
                </ns1:solidFill>
                <ns1:latin typeface="Yu Gothic"/>
                <ns1:ea typeface="Yu Gothic"/>
                <ns1:cs typeface="Yu Gothic"/>
              </ns1:rPr>
              <ns1:t>要件確認・レビュー</ns1:t>
            </ns1:r>
          </ns1:p>
        </ns0:txBody>
      </ns0:sp>
      <ns0:sp>
        <ns0:nvSpPr>
          <ns0:cNvPr id="177" name="trace:SCHEDULE:content.auto.144">
            <ns1:extLst>
              <ns1:ext uri="{FF2B5EF4-FFF2-40B4-BE49-F238E27FC236}">
                <ns2:creationId id="{13FD96CA-4F48-4675-AC1D-805D9D3D981A}"/>
              </ns1:ext>
            </ns1:extLst>
          </ns0:cNvPr>
          <ns0:cNvSpPr>
            <ns1:spLocks noGrp="1"/>
          </ns0:cNvSpPr>
          <ns0:nvPr/>
        </ns0:nvSpPr>
        <ns0:spPr>
          <ns1:xfrm>
            <ns1:off x="13287375" y="4933950"/>
            <ns1:ext cx="1809750" cy="219075"/>
          </ns1:xfrm>
          <ns1:prstGeom prst="rect">
            <ns1:avLst/>
          </ns1:prstGeom>
          <ns1:noFill/>
          <ns1:ln w="0">
            <ns1:noFill/>
            <ns1:prstDash val="solid"/>
          </ns1:ln>
        </ns0:spPr>
        <ns0:txBody>
          <ns1:bodyPr wrap="none" anchor="t">
            <ns1:normAutofit fontScale="79762"/>
          </ns1:bodyPr>
          <ns1:lstStyle/>
          <ns1:p>
            <ns1:pPr>
              <ns1:buNone/>
              <ns1:defRPr sz="1050">
                <ns1:solidFill>
                  <ns1:srgbClr val="111111"/>
                </ns1:solidFill>
                <ns1:latin typeface="Yu Gothic"/>
                <ns1:ea typeface="Yu Gothic"/>
                <ns1:cs typeface="Yu Gothic"/>
              </ns1:defRPr>
            </ns1:pPr>
            <ns1:r>
              <ns1:rPr sz="1050">
                <ns1:solidFill>
                  <ns1:srgbClr val="111111"/>
                </ns1:solidFill>
                <ns1:latin typeface="Yu Gothic"/>
                <ns1:ea typeface="Yu Gothic"/>
                <ns1:cs typeface="Yu Gothic"/>
              </ns1:rPr>
              <ns1:t>社内調整・コンテンツ提供</ns1:t>
            </ns1:r>
          </ns1:p>
        </ns0:txBody>
      </ns0:sp>
      <ns0:sp>
        <ns0:nvSpPr>
          <ns0:cNvPr id="178" name="trace:SCHEDULE:content.auto.145">
            <ns1:extLst>
              <ns1:ext uri="{FF2B5EF4-FFF2-40B4-BE49-F238E27FC236}">
                <ns2:creationId id="{EB93A62E-FE88-4E2F-A49B-4DAAFE0A709B}"/>
              </ns1:ext>
            </ns1:extLst>
          </ns0:cNvPr>
          <ns0:cNvSpPr>
            <ns1:spLocks noGrp="1"/>
          </ns0:cNvSpPr>
          <ns0:nvPr/>
        </ns0:nvSpPr>
        <ns0:spPr>
          <ns1:xfrm>
            <ns1:off x="10953750" y="5419725"/>
            <ns1:ext cx="4410075" cy="2200275"/>
          </ns1:xfrm>
          <ns1:prstGeom prst="rect">
            <ns1:avLst/>
          </ns1:prstGeom>
          <ns1:solidFill>
            <ns1:srgbClr val="FFFFFF"/>
          </ns1:solidFill>
          <ns1:ln w="9525">
            <ns1:solidFill>
              <ns1:srgbClr val="D6DDE5"/>
            </ns1:solidFill>
            <ns1:prstDash val="solid"/>
          </ns1:ln>
        </ns0:spPr>
      </ns0:sp>
      <ns0:sp>
        <ns0:nvSpPr>
          <ns0:cNvPr id="179" name="trace:SCHEDULE:content.auto.146">
            <ns1:extLst>
              <ns1:ext uri="{FF2B5EF4-FFF2-40B4-BE49-F238E27FC236}">
                <ns2:creationId id="{07BB7F22-401D-4CEA-905A-B35BEBC34D9B}"/>
              </ns1:ext>
            </ns1:extLst>
          </ns0:cNvPr>
          <ns0:cNvSpPr>
            <ns1:spLocks noGrp="1"/>
          </ns0:cNvSpPr>
          <ns0:nvPr/>
        </ns0:nvSpPr>
        <ns0:spPr>
          <ns1:xfrm>
            <ns1:off x="10953750" y="5419725"/>
            <ns1:ext cx="4410075" cy="428625"/>
          </ns1:xfrm>
          <ns1:prstGeom prst="rect">
            <ns1:avLst/>
          </ns1:prstGeom>
          <ns1:solidFill>
            <ns1:srgbClr val="F3F5F7"/>
          </ns1:solidFill>
          <ns1:ln w="0">
            <ns1:noFill/>
            <ns1:prstDash val="solid"/>
          </ns1:ln>
        </ns0:spPr>
      </ns0:sp>
      <ns0:sp>
        <ns0:nvSpPr>
          <ns0:cNvPr id="180" name="trace:SCHEDULE:content.auto.147">
            <ns1:extLst>
              <ns1:ext uri="{FF2B5EF4-FFF2-40B4-BE49-F238E27FC236}">
                <ns2:creationId id="{DED49885-CF7D-4C41-89DB-5982810A1515}"/>
              </ns1:ext>
            </ns1:extLst>
          </ns0:cNvPr>
          <ns0:cNvSpPr>
            <ns1:spLocks noGrp="1"/>
          </ns0:cNvSpPr>
          <ns0:nvPr/>
        </ns0:nvSpPr>
        <ns0:spPr>
          <ns1:xfrm>
            <ns1:off x="11201400" y="5448300"/>
            <ns1:ext cx="266700" cy="266700"/>
          </ns1:xfrm>
          <ns1:prstGeom prst="ellipse">
            <ns1:avLst/>
          </ns1:prstGeom>
          <ns1:noFill/>
          <ns1:ln w="28575">
            <ns1:solidFill>
              <ns1:srgbClr val="111111"/>
            </ns1:solidFill>
            <ns1:prstDash val="solid"/>
          </ns1:ln>
        </ns0:spPr>
      </ns0:sp>
      <ns0:sp>
        <ns0:nvSpPr>
          <ns0:cNvPr id="181" name="trace:SCHEDULE:content.auto.148">
            <ns1:extLst>
              <ns1:ext uri="{FF2B5EF4-FFF2-40B4-BE49-F238E27FC236}">
                <ns2:creationId id="{3B4142CA-7067-422E-B7E5-DBC6787E5549}"/>
              </ns1:ext>
            </ns1:extLst>
          </ns0:cNvPr>
          <ns0:cNvSpPr>
            <ns1:spLocks noGrp="1"/>
          </ns0:cNvSpPr>
          <ns0:nvPr/>
        </ns0:nvSpPr>
        <ns0:spPr>
          <ns1:xfrm>
            <ns1:off x="11258550" y="5705475"/>
            <ns1:ext cx="152400" cy="0"/>
          </ns1:xfrm>
          <ns1:prstGeom prst="line">
            <ns1:avLst/>
          </ns1:prstGeom>
          <ns1:noFill/>
          <ns1:ln w="28575">
            <ns1:solidFill>
              <ns1:srgbClr val="111111"/>
            </ns1:solidFill>
            <ns1:prstDash val="solid"/>
          </ns1:ln>
        </ns0:spPr>
      </ns0:sp>
      <ns0:sp>
        <ns0:nvSpPr>
          <ns0:cNvPr id="182" name="trace:SCHEDULE:content.auto.149">
            <ns1:extLst>
              <ns1:ext uri="{FF2B5EF4-FFF2-40B4-BE49-F238E27FC236}">
                <ns2:creationId id="{047032A4-0404-42C0-82DA-837DCEF115D9}"/>
              </ns1:ext>
            </ns1:extLst>
          </ns0:cNvPr>
          <ns0:cNvSpPr>
            <ns1:spLocks noGrp="1"/>
          </ns0:cNvSpPr>
          <ns0:nvPr/>
        </ns0:nvSpPr>
        <ns0:spPr>
          <ns1:xfrm>
            <ns1:off x="11277600" y="5772150"/>
            <ns1:ext cx="114300" cy="0"/>
          </ns1:xfrm>
          <ns1:prstGeom prst="line">
            <ns1:avLst/>
          </ns1:prstGeom>
          <ns1:noFill/>
          <ns1:ln w="28575">
            <ns1:solidFill>
              <ns1:srgbClr val="111111"/>
            </ns1:solidFill>
            <ns1:prstDash val="solid"/>
          </ns1:ln>
        </ns0:spPr>
      </ns0:sp>
      <ns0:sp>
        <ns0:nvSpPr>
          <ns0:cNvPr id="183" name="trace:SCHEDULE:content.auto.150">
            <ns1:extLst>
              <ns1:ext uri="{FF2B5EF4-FFF2-40B4-BE49-F238E27FC236}">
                <ns2:creationId id="{E95BDB10-6D8F-40C9-8318-4AECCBD9ED39}"/>
              </ns1:ext>
            </ns1:extLst>
          </ns0:cNvPr>
          <ns0:cNvSpPr>
            <ns1:spLocks noGrp="1"/>
          </ns0:cNvSpPr>
          <ns0:nvPr/>
        </ns0:nvSpPr>
        <ns0:spPr>
          <ns1:xfrm>
            <ns1:off x="11334750" y="5400675"/>
            <ns1:ext cx="0" cy="0"/>
          </ns1:xfrm>
          <ns1:prstGeom prst="line">
            <ns1:avLst/>
          </ns1:prstGeom>
          <ns1:noFill/>
          <ns1:ln w="28575">
            <ns1:solidFill>
              <ns1:srgbClr val="111111"/>
            </ns1:solidFill>
            <ns1:prstDash val="solid"/>
          </ns1:ln>
        </ns0:spPr>
      </ns0:sp>
      <ns0:sp>
        <ns0:nvSpPr>
          <ns0:cNvPr id="184" name="trace:SCHEDULE:content.auto.151">
            <ns1:extLst>
              <ns1:ext uri="{FF2B5EF4-FFF2-40B4-BE49-F238E27FC236}">
                <ns2:creationId id="{A99A5AF3-8247-45EB-AE78-4411CB941F42}"/>
              </ns1:ext>
            </ns1:extLst>
          </ns0:cNvPr>
          <ns0:cNvSpPr>
            <ns1:spLocks noGrp="1"/>
          </ns0:cNvSpPr>
          <ns0:nvPr/>
        </ns0:nvSpPr>
        <ns0:spPr>
          <ns1:xfrm>
            <ns1:off x="11125200" y="5467350"/>
            <ns1:ext cx="0" cy="0"/>
          </ns1:xfrm>
          <ns1:prstGeom prst="line">
            <ns1:avLst/>
          </ns1:prstGeom>
          <ns1:noFill/>
          <ns1:ln w="28575">
            <ns1:solidFill>
              <ns1:srgbClr val="111111"/>
            </ns1:solidFill>
            <ns1:prstDash val="solid"/>
          </ns1:ln>
        </ns0:spPr>
      </ns0:sp>
      <ns0:sp>
        <ns0:nvSpPr>
          <ns0:cNvPr id="185" name="trace:SCHEDULE:content.auto.152">
            <ns1:extLst>
              <ns1:ext uri="{FF2B5EF4-FFF2-40B4-BE49-F238E27FC236}">
                <ns2:creationId id="{AC123B1A-E108-49E7-92D7-D7C7B2891357}"/>
              </ns1:ext>
            </ns1:extLst>
          </ns0:cNvPr>
          <ns0:cNvSpPr>
            <ns1:spLocks noGrp="1"/>
          </ns0:cNvSpPr>
          <ns0:nvPr/>
        </ns0:nvSpPr>
        <ns0:spPr>
          <ns1:xfrm>
            <ns1:off x="11544300" y="5467350"/>
            <ns1:ext cx="76200" cy="0"/>
          </ns1:xfrm>
          <ns1:prstGeom prst="line">
            <ns1:avLst/>
          </ns1:prstGeom>
          <ns1:noFill/>
          <ns1:ln w="28575">
            <ns1:solidFill>
              <ns1:srgbClr val="111111"/>
            </ns1:solidFill>
            <ns1:prstDash val="solid"/>
          </ns1:ln>
        </ns0:spPr>
      </ns0:sp>
      <ns0:sp>
        <ns0:nvSpPr>
          <ns0:cNvPr id="186" name="trace:SCHEDULE:content.auto.153">
            <ns1:extLst>
              <ns1:ext uri="{FF2B5EF4-FFF2-40B4-BE49-F238E27FC236}">
                <ns2:creationId id="{61634A85-6C41-48C6-B79C-7670FAB32ED8}"/>
              </ns1:ext>
            </ns1:extLst>
          </ns0:cNvPr>
          <ns0:cNvSpPr>
            <ns1:spLocks noGrp="1"/>
          </ns0:cNvSpPr>
          <ns0:nvPr/>
        </ns0:nvSpPr>
        <ns0:spPr>
          <ns1:xfrm>
            <ns1:off x="11620500" y="5505450"/>
            <ns1:ext cx="2667000" cy="304800"/>
          </ns1:xfrm>
          <ns1:prstGeom prst="rect">
            <ns1:avLst/>
          </ns1:prstGeom>
          <ns1:noFill/>
          <ns1:ln w="0">
            <ns1:noFill/>
            <ns1:prstDash val="solid"/>
          </ns1:ln>
        </ns0:spPr>
        <ns0:txBody>
          <ns1:bodyPr wrap="square" anchor="ctr">
            <ns1:normAutofit fontScale="77778"/>
          </ns1:bodyPr>
          <ns1:lstStyle/>
          <ns1:p>
            <ns1:pPr>
              <ns1:buNone/>
              <ns1:defRPr sz="1800" b="1">
                <ns1:solidFill>
                  <ns1:srgbClr val="111111"/>
                </ns1:solidFill>
                <ns1:latin typeface="Yu Gothic"/>
                <ns1:ea typeface="Yu Gothic"/>
                <ns1:cs typeface="Yu Gothic"/>
              </ns1:defRPr>
            </ns1:pPr>
            <ns1:r>
              <ns1:rPr sz="1800" b="1">
                <ns1:solidFill>
                  <ns1:srgbClr val="111111"/>
                </ns1:solidFill>
                <ns1:latin typeface="Yu Gothic"/>
                <ns1:ea typeface="Yu Gothic"/>
                <ns1:cs typeface="Yu Gothic"/>
              </ns1:rPr>
              <ns1:t>進行上のポイント</ns1:t>
            </ns1:r>
          </ns1:p>
        </ns0:txBody>
      </ns0:sp>
      <ns0:sp>
        <ns0:nvSpPr>
          <ns0:cNvPr id="187" name="trace:SCHEDULE:content.auto.154">
            <ns1:extLst>
              <ns1:ext uri="{FF2B5EF4-FFF2-40B4-BE49-F238E27FC236}">
                <ns2:creationId id="{96CC20E4-720C-44B4-B46A-AB6BCA3D61E4}"/>
              </ns1:ext>
            </ns1:extLst>
          </ns0:cNvPr>
          <ns0:cNvSpPr>
            <ns1:spLocks noGrp="1"/>
          </ns0:cNvSpPr>
          <ns0:nvPr/>
        </ns0:nvSpPr>
        <ns0:spPr>
          <ns1:xfrm>
            <ns1:off x="11101388" y="5853113"/>
            <ns1:ext cx="485775" cy="485775"/>
          </ns1:xfrm>
          <ns1:prstGeom prst="ellipse">
            <ns1:avLst/>
          </ns1:prstGeom>
          <ns1:solidFill>
            <ns1:srgbClr val="D91616"/>
          </ns1:solidFill>
          <ns1:ln w="9525">
            <ns1:solidFill>
              <ns1:srgbClr val="D91616"/>
            </ns1:solidFill>
            <ns1:prstDash val="solid"/>
          </ns1:ln>
        </ns0:spPr>
      </ns0:sp>
      <ns0:sp>
        <ns0:nvSpPr>
          <ns0:cNvPr id="188" name="trace:SCHEDULE:content.auto.155">
            <ns1:extLst>
              <ns1:ext uri="{FF2B5EF4-FFF2-40B4-BE49-F238E27FC236}">
                <ns2:creationId id="{825D3388-AC7F-4317-956C-A57B3DC7ADA3}"/>
              </ns1:ext>
            </ns1:extLst>
          </ns0:cNvPr>
          <ns0:cNvSpPr>
            <ns1:spLocks noGrp="1"/>
          </ns0:cNvSpPr>
          <ns0:nvPr/>
        </ns0:nvSpPr>
        <ns0:spPr>
          <ns1:xfrm>
            <ns1:off x="11115675" y="5924550"/>
            <ns1:ext cx="457200" cy="323850"/>
          </ns1:xfrm>
          <ns1:prstGeom prst="rect">
            <ns1:avLst/>
          </ns1:prstGeom>
          <ns1:noFill/>
          <ns1:ln w="0">
            <ns1:noFill/>
            <ns1:prstDash val="solid"/>
          </ns1:ln>
        </ns0:spPr>
        <ns0:txBody>
          <ns1:bodyPr wrap="none" anchor="ctr">
            <ns1:normAutofit fontScale="100000"/>
          </ns1:bodyPr>
          <ns1:lstStyle/>
          <ns1:p>
            <ns1:pPr algn="ctr">
              <ns1:buNone/>
              <ns1:defRPr sz="1425" b="1">
                <ns1:solidFill>
                  <ns1:srgbClr val="FFFFFF"/>
                </ns1:solidFill>
                <ns1:latin typeface="Yu Gothic"/>
                <ns1:ea typeface="Yu Gothic"/>
                <ns1:cs typeface="Yu Gothic"/>
              </ns1:defRPr>
            </ns1:pPr>
            <ns1:r>
              <ns1:rPr sz="1425" b="1">
                <ns1:solidFill>
                  <ns1:srgbClr val="FFFFFF"/>
                </ns1:solidFill>
                <ns1:latin typeface="Yu Gothic"/>
                <ns1:ea typeface="Yu Gothic"/>
                <ns1:cs typeface="Yu Gothic"/>
              </ns1:rPr>
              <ns1:t>01</ns1:t>
            </ns1:r>
          </ns1:p>
        </ns0:txBody>
      </ns0:sp>
      <ns0:sp>
        <ns0:nvSpPr>
          <ns0:cNvPr id="189" name="trace:SCHEDULE:content.auto.156">
            <ns1:extLst>
              <ns1:ext uri="{FF2B5EF4-FFF2-40B4-BE49-F238E27FC236}">
                <ns2:creationId id="{002DBED5-3BF9-4345-A8D3-D6BC95B11AC1}"/>
              </ns1:ext>
            </ns1:extLst>
          </ns0:cNvPr>
          <ns0:cNvSpPr>
            <ns1:spLocks noGrp="1"/>
          </ns0:cNvSpPr>
          <ns0:nvPr/>
        </ns0:nvSpPr>
        <ns0:spPr>
          <ns1:xfrm>
            <ns1:off x="11763375" y="5924550"/>
            <ns1:ext cx="3381375" cy="266700"/>
          </ns1:xfrm>
          <ns1:prstGeom prst="rect">
            <ns1:avLst/>
          </ns1:prstGeom>
          <ns1:noFill/>
          <ns1:ln w="0">
            <ns1:noFill/>
            <ns1:prstDash val="solid"/>
          </ns1:ln>
        </ns0:spPr>
        <ns0:txBody>
          <ns1:bodyPr wrap="none" anchor="t">
            <ns1:normAutofit fontScale="85185"/>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週次確認で判断待ちを最小化</ns1:t>
            </ns1:r>
          </ns1:p>
        </ns0:txBody>
      </ns0:sp>
      <ns0:sp>
        <ns0:nvSpPr>
          <ns0:cNvPr id="190" name="trace:SCHEDULE:content.auto.157">
            <ns1:extLst>
              <ns1:ext uri="{FF2B5EF4-FFF2-40B4-BE49-F238E27FC236}">
                <ns2:creationId id="{2FC5860E-A4CC-46AE-977F-87EF0E8D97A0}"/>
              </ns1:ext>
            </ns1:extLst>
          </ns0:cNvPr>
          <ns0:cNvSpPr>
            <ns1:spLocks noGrp="1"/>
          </ns0:cNvSpPr>
          <ns0:nvPr/>
        </ns0:nvSpPr>
        <ns0:spPr>
          <ns1:xfrm>
            <ns1:off x="11763375" y="6162675"/>
            <ns1:ext cx="3381375" cy="238125"/>
          </ns1:xfrm>
          <ns1:prstGeom prst="rect">
            <ns1:avLst/>
          </ns1:prstGeom>
          <ns1:noFill/>
          <ns1:ln w="0">
            <ns1:noFill/>
            <ns1:prstDash val="solid"/>
          </ns1:ln>
        </ns0:spPr>
        <ns0:txBody>
          <ns1:bodyPr wrap="none" anchor="t">
            <ns1:normAutofit fontScale="91667"/>
          </ns1:bodyPr>
          <ns1:lstStyle/>
          <ns1:p>
            <ns1:pPr>
              <ns1:buNone/>
              <ns1:defRPr sz="1050">
                <ns1:solidFill>
                  <ns1:srgbClr val="111111"/>
                </ns1:solidFill>
                <ns1:latin typeface="Yu Gothic"/>
                <ns1:ea typeface="Yu Gothic"/>
                <ns1:cs typeface="Yu Gothic"/>
              </ns1:defRPr>
            </ns1:pPr>
            <ns1:r>
              <ns1:rPr sz="1050">
                <ns1:solidFill>
                  <ns1:srgbClr val="111111"/>
                </ns1:solidFill>
                <ns1:latin typeface="Yu Gothic"/>
                <ns1:ea typeface="Yu Gothic"/>
                <ns1:cs typeface="Yu Gothic"/>
              </ns1:rPr>
              <ns1:t>定例ミーティングで進捗・課題・次のアクションを確認</ns1:t>
            </ns1:r>
          </ns1:p>
        </ns0:txBody>
      </ns0:sp>
      <ns0:sp>
        <ns0:nvSpPr>
          <ns0:cNvPr id="191" name="trace:SCHEDULE:content.auto.158">
            <ns1:extLst>
              <ns1:ext uri="{FF2B5EF4-FFF2-40B4-BE49-F238E27FC236}">
                <ns2:creationId id="{7E467E8B-6BEF-4515-AB95-1ACE950D0DAC}"/>
              </ns1:ext>
            </ns1:extLst>
          </ns0:cNvPr>
          <ns0:cNvSpPr>
            <ns1:spLocks noGrp="1"/>
          </ns0:cNvSpPr>
          <ns0:nvPr/>
        </ns0:nvSpPr>
        <ns0:spPr>
          <ns1:xfrm>
            <ns1:off x="11101388" y="6405563"/>
            <ns1:ext cx="485775" cy="485775"/>
          </ns1:xfrm>
          <ns1:prstGeom prst="ellipse">
            <ns1:avLst/>
          </ns1:prstGeom>
          <ns1:solidFill>
            <ns1:srgbClr val="D91616"/>
          </ns1:solidFill>
          <ns1:ln w="9525">
            <ns1:solidFill>
              <ns1:srgbClr val="D91616"/>
            </ns1:solidFill>
            <ns1:prstDash val="solid"/>
          </ns1:ln>
        </ns0:spPr>
      </ns0:sp>
      <ns0:sp>
        <ns0:nvSpPr>
          <ns0:cNvPr id="192" name="trace:SCHEDULE:content.auto.159">
            <ns1:extLst>
              <ns1:ext uri="{FF2B5EF4-FFF2-40B4-BE49-F238E27FC236}">
                <ns2:creationId id="{BAF6D6EF-DBF8-4BA6-942C-F821148361AC}"/>
              </ns1:ext>
            </ns1:extLst>
          </ns0:cNvPr>
          <ns0:cNvSpPr>
            <ns1:spLocks noGrp="1"/>
          </ns0:cNvSpPr>
          <ns0:nvPr/>
        </ns0:nvSpPr>
        <ns0:spPr>
          <ns1:xfrm>
            <ns1:off x="11115675" y="6477000"/>
            <ns1:ext cx="457200" cy="323850"/>
          </ns1:xfrm>
          <ns1:prstGeom prst="rect">
            <ns1:avLst/>
          </ns1:prstGeom>
          <ns1:noFill/>
          <ns1:ln w="0">
            <ns1:noFill/>
            <ns1:prstDash val="solid"/>
          </ns1:ln>
        </ns0:spPr>
        <ns0:txBody>
          <ns1:bodyPr wrap="none" anchor="ctr">
            <ns1:normAutofit fontScale="100000"/>
          </ns1:bodyPr>
          <ns1:lstStyle/>
          <ns1:p>
            <ns1:pPr algn="ctr">
              <ns1:buNone/>
              <ns1:defRPr sz="1425" b="1">
                <ns1:solidFill>
                  <ns1:srgbClr val="FFFFFF"/>
                </ns1:solidFill>
                <ns1:latin typeface="Yu Gothic"/>
                <ns1:ea typeface="Yu Gothic"/>
                <ns1:cs typeface="Yu Gothic"/>
              </ns1:defRPr>
            </ns1:pPr>
            <ns1:r>
              <ns1:rPr sz="1425" b="1">
                <ns1:solidFill>
                  <ns1:srgbClr val="FFFFFF"/>
                </ns1:solidFill>
                <ns1:latin typeface="Yu Gothic"/>
                <ns1:ea typeface="Yu Gothic"/>
                <ns1:cs typeface="Yu Gothic"/>
              </ns1:rPr>
              <ns1:t>02</ns1:t>
            </ns1:r>
          </ns1:p>
        </ns0:txBody>
      </ns0:sp>
      <ns0:sp>
        <ns0:nvSpPr>
          <ns0:cNvPr id="193" name="trace:SCHEDULE:content.auto.160">
            <ns1:extLst>
              <ns1:ext uri="{FF2B5EF4-FFF2-40B4-BE49-F238E27FC236}">
                <ns2:creationId id="{CDC1DBFB-B8F2-4EF2-8720-5220CAA6CEB4}"/>
              </ns1:ext>
            </ns1:extLst>
          </ns0:cNvPr>
          <ns0:cNvSpPr>
            <ns1:spLocks noGrp="1"/>
          </ns0:cNvSpPr>
          <ns0:nvPr/>
        </ns0:nvSpPr>
        <ns0:spPr>
          <ns1:xfrm>
            <ns1:off x="11763375" y="6477000"/>
            <ns1:ext cx="3381375" cy="266700"/>
          </ns1:xfrm>
          <ns1:prstGeom prst="rect">
            <ns1:avLst/>
          </ns1:prstGeom>
          <ns1:noFill/>
          <ns1:ln w="0">
            <ns1:noFill/>
            <ns1:prstDash val="solid"/>
          </ns1:ln>
        </ns0:spPr>
        <ns0:txBody>
          <ns1:bodyPr wrap="none" anchor="t">
            <ns1:normAutofit fontScale="85185"/>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優先順位を固定して短納期に対応</ns1:t>
            </ns1:r>
          </ns1:p>
        </ns0:txBody>
      </ns0:sp>
      <ns0:sp>
        <ns0:nvSpPr>
          <ns0:cNvPr id="194" name="trace:SCHEDULE:content.auto.161">
            <ns1:extLst>
              <ns1:ext uri="{FF2B5EF4-FFF2-40B4-BE49-F238E27FC236}">
                <ns2:creationId id="{C584DD79-C01F-4622-A3A4-53A5A6A91AB0}"/>
              </ns1:ext>
            </ns1:extLst>
          </ns0:cNvPr>
          <ns0:cNvSpPr>
            <ns1:spLocks noGrp="1"/>
          </ns0:cNvSpPr>
          <ns0:nvPr/>
        </ns0:nvSpPr>
        <ns0:spPr>
          <ns1:xfrm>
            <ns1:off x="11763375" y="6715125"/>
            <ns1:ext cx="3381375" cy="238125"/>
          </ns1:xfrm>
          <ns1:prstGeom prst="rect">
            <ns1:avLst/>
          </ns1:prstGeom>
          <ns1:noFill/>
          <ns1:ln w="0">
            <ns1:noFill/>
            <ns1:prstDash val="solid"/>
          </ns1:ln>
        </ns0:spPr>
        <ns0:txBody>
          <ns1:bodyPr wrap="none" anchor="t">
            <ns1:normAutofit fontScale="91667"/>
          </ns1:bodyPr>
          <ns1:lstStyle/>
          <ns1:p>
            <ns1:pPr>
              <ns1:buNone/>
              <ns1:defRPr sz="1050">
                <ns1:solidFill>
                  <ns1:srgbClr val="111111"/>
                </ns1:solidFill>
                <ns1:latin typeface="Yu Gothic"/>
                <ns1:ea typeface="Yu Gothic"/>
                <ns1:cs typeface="Yu Gothic"/>
              </ns1:defRPr>
            </ns1:pPr>
            <ns1:r>
              <ns1:rPr sz="1050">
                <ns1:solidFill>
                  <ns1:srgbClr val="111111"/>
                </ns1:solidFill>
                <ns1:latin typeface="Yu Gothic"/>
                <ns1:ea typeface="Yu Gothic"/>
                <ns1:cs typeface="Yu Gothic"/>
              </ns1:rPr>
              <ns1:t>必要要件から段階的に進め、スコープを明確化</ns1:t>
            </ns1:r>
          </ns1:p>
        </ns0:txBody>
      </ns0:sp>
      <ns0:sp>
        <ns0:nvSpPr>
          <ns0:cNvPr id="195" name="trace:SCHEDULE:content.auto.162">
            <ns1:extLst>
              <ns1:ext uri="{FF2B5EF4-FFF2-40B4-BE49-F238E27FC236}">
                <ns2:creationId id="{95A4AD91-0E20-474D-8EBF-7BFB2FC394B9}"/>
              </ns1:ext>
            </ns1:extLst>
          </ns0:cNvPr>
          <ns0:cNvSpPr>
            <ns1:spLocks noGrp="1"/>
          </ns0:cNvSpPr>
          <ns0:nvPr/>
        </ns0:nvSpPr>
        <ns0:spPr>
          <ns1:xfrm>
            <ns1:off x="11101388" y="6958013"/>
            <ns1:ext cx="485775" cy="485775"/>
          </ns1:xfrm>
          <ns1:prstGeom prst="ellipse">
            <ns1:avLst/>
          </ns1:prstGeom>
          <ns1:solidFill>
            <ns1:srgbClr val="D91616"/>
          </ns1:solidFill>
          <ns1:ln w="9525">
            <ns1:solidFill>
              <ns1:srgbClr val="D91616"/>
            </ns1:solidFill>
            <ns1:prstDash val="solid"/>
          </ns1:ln>
        </ns0:spPr>
      </ns0:sp>
      <ns0:sp>
        <ns0:nvSpPr>
          <ns0:cNvPr id="196" name="trace:SCHEDULE:content.auto.163">
            <ns1:extLst>
              <ns1:ext uri="{FF2B5EF4-FFF2-40B4-BE49-F238E27FC236}">
                <ns2:creationId id="{86D885BA-6D82-488C-A43E-0BAFAB04699A}"/>
              </ns1:ext>
            </ns1:extLst>
          </ns0:cNvPr>
          <ns0:cNvSpPr>
            <ns1:spLocks noGrp="1"/>
          </ns0:cNvSpPr>
          <ns0:nvPr/>
        </ns0:nvSpPr>
        <ns0:spPr>
          <ns1:xfrm>
            <ns1:off x="11115675" y="7029450"/>
            <ns1:ext cx="457200" cy="323850"/>
          </ns1:xfrm>
          <ns1:prstGeom prst="rect">
            <ns1:avLst/>
          </ns1:prstGeom>
          <ns1:noFill/>
          <ns1:ln w="0">
            <ns1:noFill/>
            <ns1:prstDash val="solid"/>
          </ns1:ln>
        </ns0:spPr>
        <ns0:txBody>
          <ns1:bodyPr wrap="none" anchor="ctr">
            <ns1:normAutofit fontScale="100000"/>
          </ns1:bodyPr>
          <ns1:lstStyle/>
          <ns1:p>
            <ns1:pPr algn="ctr">
              <ns1:buNone/>
              <ns1:defRPr sz="1425" b="1">
                <ns1:solidFill>
                  <ns1:srgbClr val="FFFFFF"/>
                </ns1:solidFill>
                <ns1:latin typeface="Yu Gothic"/>
                <ns1:ea typeface="Yu Gothic"/>
                <ns1:cs typeface="Yu Gothic"/>
              </ns1:defRPr>
            </ns1:pPr>
            <ns1:r>
              <ns1:rPr sz="1425" b="1">
                <ns1:solidFill>
                  <ns1:srgbClr val="FFFFFF"/>
                </ns1:solidFill>
                <ns1:latin typeface="Yu Gothic"/>
                <ns1:ea typeface="Yu Gothic"/>
                <ns1:cs typeface="Yu Gothic"/>
              </ns1:rPr>
              <ns1:t>03</ns1:t>
            </ns1:r>
          </ns1:p>
        </ns0:txBody>
      </ns0:sp>
      <ns0:sp>
        <ns0:nvSpPr>
          <ns0:cNvPr id="197" name="trace:SCHEDULE:content.auto.164">
            <ns1:extLst>
              <ns1:ext uri="{FF2B5EF4-FFF2-40B4-BE49-F238E27FC236}">
                <ns2:creationId id="{E8EF0F1D-C865-4898-9EF0-16AD345331AE}"/>
              </ns1:ext>
            </ns1:extLst>
          </ns0:cNvPr>
          <ns0:cNvSpPr>
            <ns1:spLocks noGrp="1"/>
          </ns0:cNvSpPr>
          <ns0:nvPr/>
        </ns0:nvSpPr>
        <ns0:spPr>
          <ns1:xfrm>
            <ns1:off x="11763375" y="7029450"/>
            <ns1:ext cx="3381375" cy="266700"/>
          </ns1:xfrm>
          <ns1:prstGeom prst="rect">
            <ns1:avLst/>
          </ns1:prstGeom>
          <ns1:noFill/>
          <ns1:ln w="0">
            <ns1:noFill/>
            <ns1:prstDash val="solid"/>
          </ns1:ln>
        </ns0:spPr>
        <ns0:txBody>
          <ns1:bodyPr wrap="none" anchor="t">
            <ns1:normAutofit fontScale="85185"/>
          </ns1:bodyPr>
          <ns1:lstStyle/>
          <ns1:p>
            <ns1:pPr>
              <ns1:buNone/>
              <ns1:defRPr sz="1350" b="1">
                <ns1:solidFill>
                  <ns1:srgbClr val="111111"/>
                </ns1:solidFill>
                <ns1:latin typeface="Yu Gothic"/>
                <ns1:ea typeface="Yu Gothic"/>
                <ns1:cs typeface="Yu Gothic"/>
              </ns1:defRPr>
            </ns1:pPr>
            <ns1:r>
              <ns1:rPr sz="1350" b="1">
                <ns1:solidFill>
                  <ns1:srgbClr val="111111"/>
                </ns1:solidFill>
                <ns1:latin typeface="Yu Gothic"/>
                <ns1:ea typeface="Yu Gothic"/>
                <ns1:cs typeface="Yu Gothic"/>
              </ns1:rPr>
              <ns1:t>公開後の改善テーマまで先に整理</ns1:t>
            </ns1:r>
          </ns1:p>
        </ns0:txBody>
      </ns0:sp>
      <ns0:sp>
        <ns0:nvSpPr>
          <ns0:cNvPr id="198" name="trace:SCHEDULE:content.auto.165">
            <ns1:extLst>
              <ns1:ext uri="{FF2B5EF4-FFF2-40B4-BE49-F238E27FC236}">
                <ns2:creationId id="{F4B93945-FA49-4DD1-88C4-1BD36FB157FF}"/>
              </ns1:ext>
            </ns1:extLst>
          </ns0:cNvPr>
          <ns0:cNvSpPr>
            <ns1:spLocks noGrp="1"/>
          </ns0:cNvSpPr>
          <ns0:nvPr/>
        </ns0:nvSpPr>
        <ns0:spPr>
          <ns1:xfrm>
            <ns1:off x="11763375" y="7267575"/>
            <ns1:ext cx="3381375" cy="238125"/>
          </ns1:xfrm>
          <ns1:prstGeom prst="rect">
            <ns1:avLst/>
          </ns1:prstGeom>
          <ns1:noFill/>
          <ns1:ln w="0">
            <ns1:noFill/>
            <ns1:prstDash val="solid"/>
          </ns1:ln>
        </ns0:spPr>
        <ns0:txBody>
          <ns1:bodyPr wrap="none" anchor="t">
            <ns1:normAutofit fontScale="91667"/>
          </ns1:bodyPr>
          <ns1:lstStyle/>
          <ns1:p>
            <ns1:pPr>
              <ns1:buNone/>
              <ns1:defRPr sz="1050">
                <ns1:solidFill>
                  <ns1:srgbClr val="111111"/>
                </ns1:solidFill>
                <ns1:latin typeface="Yu Gothic"/>
                <ns1:ea typeface="Yu Gothic"/>
                <ns1:cs typeface="Yu Gothic"/>
              </ns1:defRPr>
            </ns1:pPr>
            <ns1:r>
              <ns1:rPr sz="1050">
                <ns1:solidFill>
                  <ns1:srgbClr val="111111"/>
                </ns1:solidFill>
                <ns1:latin typeface="Yu Gothic"/>
                <ns1:ea typeface="Yu Gothic"/>
                <ns1:cs typeface="Yu Gothic"/>
              </ns1:rPr>
              <ns1:t>運用フェーズの目標・改善項目を事前に設定</ns1:t>
            </ns1:r>
          </ns1:p>
        </ns0:txBody>
      </ns0:sp>
      <ns0:sp>
        <ns0:nvSpPr>
          <ns0:cNvPr id="199" name="trace:SCHEDULE:content.auto.166">
            <ns1:extLst>
              <ns1:ext uri="{FF2B5EF4-FFF2-40B4-BE49-F238E27FC236}">
                <ns2:creationId id="{2AF308E5-7311-4888-A85C-4C617374CD34}"/>
              </ns1:ext>
            </ns1:extLst>
          </ns0:cNvPr>
          <ns0:cNvSpPr>
            <ns1:spLocks noGrp="1"/>
          </ns0:cNvSpPr>
          <ns0:nvPr/>
        </ns0:nvSpPr>
        <ns0:spPr>
          <ns1:xfrm>
            <ns1:off x="561975" y="7781925"/>
            <ns1:ext cx="14801850" cy="542925"/>
          </ns1:xfrm>
          <ns1:prstGeom prst="rect">
            <ns1:avLst/>
          </ns1:prstGeom>
          <ns1:solidFill>
            <ns1:srgbClr val="FDE7E7"/>
          </ns1:solidFill>
          <ns1:ln w="19050">
            <ns1:solidFill>
              <ns1:srgbClr val="F52323"/>
            </ns1:solidFill>
            <ns1:prstDash val="solid"/>
          </ns1:ln>
        </ns0:spPr>
      </ns0:sp>
      <ns0:sp>
        <ns0:nvSpPr>
          <ns0:cNvPr id="200" name="trace:SCHEDULE:content.auto.167">
            <ns1:extLst>
              <ns1:ext uri="{FF2B5EF4-FFF2-40B4-BE49-F238E27FC236}">
                <ns2:creationId id="{421F1D79-D20D-488F-830A-74D0430D4868}"/>
              </ns1:ext>
            </ns1:extLst>
          </ns0:cNvPr>
          <ns0:cNvSpPr>
            <ns1:spLocks noGrp="1"/>
          </ns0:cNvSpPr>
          <ns0:nvPr/>
        </ns0:nvSpPr>
        <ns0:spPr>
          <ns1:xfrm>
            <ns1:off x="561975" y="7781925"/>
            <ns1:ext cx="2876550" cy="542925"/>
          </ns1:xfrm>
          <ns1:prstGeom prst="rect">
            <ns1:avLst/>
          </ns1:prstGeom>
          <ns1:solidFill>
            <ns1:srgbClr val="D91616"/>
          </ns1:solidFill>
          <ns1:ln w="0">
            <ns1:solidFill>
              <ns1:srgbClr val="D91616"/>
            </ns1:solidFill>
            <ns1:prstDash val="solid"/>
          </ns1:ln>
        </ns0:spPr>
      </ns0:sp>
      <ns0:sp>
        <ns0:nvSpPr>
          <ns0:cNvPr id="202" name="trace:SCHEDULE:content.auto.168">
            <ns1:extLst>
              <ns1:ext uri="{FF2B5EF4-FFF2-40B4-BE49-F238E27FC236}">
                <ns2:creationId id="{C67C20FA-5FD4-43FE-B062-454E778FAE6E}"/>
              </ns1:ext>
            </ns1:extLst>
          </ns0:cNvPr>
          <ns0:cNvSpPr>
            <ns1:spLocks noGrp="1"/>
          </ns0:cNvSpPr>
          <ns0:nvPr/>
        </ns0:nvSpPr>
        <ns0:spPr>
          <ns1:xfrm>
            <ns1:off x="1428750" y="7896225"/>
            <ns1:ext cx="1809750" cy="295275"/>
          </ns1:xfrm>
          <ns1:prstGeom prst="rect">
            <ns1:avLst/>
          </ns1:prstGeom>
          <ns1:noFill/>
          <ns1:ln w="0">
            <ns1:noFill/>
            <ns1:prstDash val="solid"/>
          </ns1:ln>
        </ns0:spPr>
        <ns0:txBody>
          <ns1:bodyPr wrap="none" anchor="ctr">
            <ns1:normAutofit fontScale="68590"/>
          </ns1:bodyPr>
          <ns1:lstStyle/>
          <ns1:p>
            <ns1:pPr>
              <ns1:buNone/>
              <ns1:defRPr sz="1950" b="1">
                <ns1:solidFill>
                  <ns1:srgbClr val="FFFFFF"/>
                </ns1:solidFill>
                <ns1:latin typeface="Yu Gothic"/>
                <ns1:ea typeface="Yu Gothic"/>
                <ns1:cs typeface="Yu Gothic"/>
              </ns1:defRPr>
            </ns1:pPr>
            <ns1:r>
              <ns1:rPr sz="1950" b="1">
                <ns1:solidFill>
                  <ns1:srgbClr val="FFFFFF"/>
                </ns1:solidFill>
                <ns1:latin typeface="Yu Gothic"/>
                <ns1:ea typeface="Yu Gothic"/>
                <ns1:cs typeface="Yu Gothic"/>
              </ns1:rPr>
              <ns1:t>進行の方針</ns1:t>
            </ns1:r>
          </ns1:p>
        </ns0:txBody>
      </ns0:sp>
      <ns0:sp>
        <ns0:nvSpPr>
          <ns0:cNvPr id="203" name="trace:SCHEDULE:content.auto.169">
            <ns1:extLst>
              <ns1:ext uri="{FF2B5EF4-FFF2-40B4-BE49-F238E27FC236}">
                <ns2:creationId id="{EA4F1CC2-653C-4EF2-BF25-86E83925DBC1}"/>
              </ns1:ext>
            </ns1:extLst>
          </ns0:cNvPr>
          <ns0:cNvSpPr>
            <ns1:spLocks noGrp="1"/>
          </ns0:cNvSpPr>
          <ns0:nvPr/>
        </ns0:nvSpPr>
        <ns0:spPr>
          <ns1:xfrm>
            <ns1:off x="3905250" y="7896225"/>
            <ns1:ext cx="4048125" cy="314325"/>
          </ns1:xfrm>
          <ns1:prstGeom prst="rect">
            <ns1:avLst/>
          </ns1:prstGeom>
          <ns1:noFill/>
          <ns1:ln w="0">
            <ns1:noFill/>
            <ns1:prstDash val="solid"/>
          </ns1:ln>
        </ns0:spPr>
        <ns0:txBody>
          <ns1:bodyPr wrap="none" anchor="ctr">
            <ns1:normAutofit fontScale="88636"/>
          </ns1:bodyPr>
          <ns1:lstStyle/>
          <ns1:p>
            <ns1:pPr>
              <ns1:buNone/>
              <ns1:defRPr sz="1650" b="1">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確認事項と判断タイミングを前倒しし、</ns1:t>
            </ns1:r>
          </ns1:p>
        </ns0:txBody>
      </ns0:sp>
      <ns0:sp>
        <ns0:nvSpPr>
          <ns0:cNvPr id="204" name="trace:SCHEDULE:content.auto.170">
            <ns1:extLst>
              <ns1:ext uri="{FF2B5EF4-FFF2-40B4-BE49-F238E27FC236}">
                <ns2:creationId id="{0CFD4D2A-72EB-4710-AFEE-8E0847A2AE5E}"/>
              </ns1:ext>
            </ns1:extLst>
          </ns0:cNvPr>
          <ns0:cNvSpPr>
            <ns1:spLocks noGrp="1"/>
          </ns0:cNvSpPr>
          <ns0:nvPr/>
        </ns0:nvSpPr>
        <ns0:spPr>
          <ns1:xfrm>
            <ns1:off x="7953375" y="7896225"/>
            <ns1:ext cx="4381500" cy="314325"/>
          </ns1:xfrm>
          <ns1:prstGeom prst="rect">
            <ns1:avLst/>
          </ns1:prstGeom>
          <ns1:noFill/>
          <ns1:ln w="0">
            <ns1:noFill/>
            <ns1:prstDash val="solid"/>
          </ns1:ln>
        </ns0:spPr>
        <ns0:txBody>
          <ns1:bodyPr wrap="none" anchor="ctr">
            <ns1:normAutofit fontScale="88636"/>
          </ns1:bodyPr>
          <ns1:lstStyle/>
          <ns1:p>
            <ns1:pPr>
              <ns1:buNone/>
              <ns1:defRPr sz="1650" b="1">
                <ns1:solidFill>
                  <ns1:srgbClr val="F52323"/>
                </ns1:solidFill>
                <ns1:latin typeface="Yu Gothic"/>
                <ns1:ea typeface="Yu Gothic"/>
                <ns1:cs typeface="Yu Gothic"/>
              </ns1:defRPr>
            </ns1:pPr>
            <ns1:r>
              <ns1:rPr sz="1650" b="1">
                <ns1:solidFill>
                  <ns1:srgbClr val="F52323"/>
                </ns1:solidFill>
                <ns1:latin typeface="Yu Gothic"/>
                <ns1:ea typeface="Yu Gothic"/>
                <ns1:cs typeface="Yu Gothic"/>
              </ns1:rPr>
              <ns1:t>約3か月で公開、その後も継続改善できる体制</ns1:t>
            </ns1:r>
          </ns1:p>
        </ns0:txBody>
      </ns0:sp>
      <ns0:sp>
        <ns0:nvSpPr>
          <ns0:cNvPr id="205" name="trace:SCHEDULE:content.auto.171">
            <ns1:extLst>
              <ns1:ext uri="{FF2B5EF4-FFF2-40B4-BE49-F238E27FC236}">
                <ns2:creationId id="{A8845624-CDA9-4780-A5E3-2F6CE0071085}"/>
              </ns1:ext>
            </ns1:extLst>
          </ns0:cNvPr>
          <ns0:cNvSpPr>
            <ns1:spLocks noGrp="1"/>
          </ns0:cNvSpPr>
          <ns0:nvPr/>
        </ns0:nvSpPr>
        <ns0:spPr>
          <ns1:xfrm>
            <ns1:off x="12334875" y="7896225"/>
            <ns1:ext cx="1619250" cy="314325"/>
          </ns1:xfrm>
          <ns1:prstGeom prst="rect">
            <ns1:avLst/>
          </ns1:prstGeom>
          <ns1:noFill/>
          <ns1:ln w="0">
            <ns1:noFill/>
            <ns1:prstDash val="solid"/>
          </ns1:ln>
        </ns0:spPr>
        <ns0:txBody>
          <ns1:bodyPr wrap="none" anchor="ctr">
            <ns1:normAutofit fontScale="88636"/>
          </ns1:bodyPr>
          <ns1:lstStyle/>
          <ns1:p>
            <ns1:pPr>
              <ns1:buNone/>
              <ns1:defRPr sz="1650" b="1">
                <ns1:solidFill>
                  <ns1:srgbClr val="111111"/>
                </ns1:solidFill>
                <ns1:latin typeface="Yu Gothic"/>
                <ns1:ea typeface="Yu Gothic"/>
                <ns1:cs typeface="Yu Gothic"/>
              </ns1:defRPr>
            </ns1:pPr>
            <ns1:r>
              <ns1:rPr sz="1650" b="1">
                <ns1:solidFill>
                  <ns1:srgbClr val="111111"/>
                </ns1:solidFill>
                <ns1:latin typeface="Yu Gothic"/>
                <ns1:ea typeface="Yu Gothic"/>
                <ns1:cs typeface="Yu Gothic"/>
              </ns1:rPr>
              <ns1:t>を構築します。</ns1:t>
            </ns1:r>
          </ns1:p>
        </ns0:txBody>
      </ns0:sp>
      <ns0:sp>
        <ns0:nvSpPr>
          <ns0:cNvPr id="206" name="trace:SCHEDULE:content.auto.172">
            <ns1:extLst>
              <ns1:ext uri="{FF2B5EF4-FFF2-40B4-BE49-F238E27FC236}">
                <ns2:creationId id="{82CB347B-A145-4F78-9A2D-396883B46318}"/>
              </ns1:ext>
            </ns1:extLst>
          </ns0:cNvPr>
          <ns0:cNvSpPr>
            <ns1:spLocks noGrp="1"/>
          </ns0:cNvSpPr>
          <ns0:nvPr/>
        </ns0:nvSpPr>
        <ns0:spPr>
          <ns1:xfrm>
            <ns1:off x="561975" y="8429625"/>
            <ns1:ext cx="14801850" cy="0"/>
          </ns1:xfrm>
          <ns1:prstGeom prst="line">
            <ns1:avLst/>
          </ns1:prstGeom>
          <ns1:noFill/>
          <ns1:ln w="28575">
            <ns1:solidFill>
              <ns1:srgbClr val="F52323"/>
            </ns1:solidFill>
            <ns1:prstDash val="solid"/>
          </ns1:ln>
        </ns0:spPr>
      </ns0:sp>
      <ns0:sp>
        <ns0:nvSpPr>
          <ns0:cNvPr id="207" name="trace:SCHEDULE:content.auto.173">
            <ns1:extLst>
              <ns1:ext uri="{FF2B5EF4-FFF2-40B4-BE49-F238E27FC236}">
                <ns2:creationId id="{F3335374-1923-4CC7-9984-13A21B2FD710}"/>
              </ns1:ext>
            </ns1:extLst>
          </ns0:cNvPr>
          <ns0:cNvSpPr>
            <ns1:spLocks noGrp="1"/>
          </ns0:cNvSpPr>
          <ns0:nvPr/>
        </ns0:nvSpPr>
        <ns0:spPr>
          <ns1:xfrm>
            <ns1:off x="581025" y="8467725"/>
            <ns1:ext cx="400050" cy="238125"/>
          </ns1:xfrm>
          <ns1:prstGeom prst="rect">
            <ns1:avLst/>
          </ns1:prstGeom>
          <ns1:noFill/>
          <ns1:ln w="0">
            <ns1:noFill/>
            <ns1:prstDash val="solid"/>
          </ns1:ln>
        </ns0:spPr>
        <ns0:txBody>
          <ns1:bodyPr wrap="none" anchor="ctr">
            <ns1:normAutofit fontScale="71296"/>
          </ns1:bodyPr>
          <ns1:lstStyle/>
          <ns1:p>
            <ns1:pPr>
              <ns1:buNone/>
              <ns1:defRPr sz="1350" b="1">
                <ns1:solidFill>
                  <ns1:srgbClr val="F52323"/>
                </ns1:solidFill>
                <ns1:latin typeface="Yu Gothic"/>
                <ns1:ea typeface="Yu Gothic"/>
                <ns1:cs typeface="Yu Gothic"/>
              </ns1:defRPr>
            </ns1:pPr>
            <ns1:r>
              <ns1:rPr sz="1350" b="1">
                <ns1:solidFill>
                  <ns1:srgbClr val="F52323"/>
                </ns1:solidFill>
                <ns1:latin typeface="Yu Gothic"/>
                <ns1:ea typeface="Yu Gothic"/>
                <ns1:cs typeface="Yu Gothic"/>
              </ns1:rPr>
              <ns1:t>08</ns1:t>
            </ns1:r>
          </ns1:p>
        </ns0:txBody>
      </ns0:sp>
      <ns0:sp>
        <ns0:nvSpPr>
          <ns0:cNvPr id="208" name="trace:SCHEDULE:content.auto.174">
            <ns1:extLst>
              <ns1:ext uri="{FF2B5EF4-FFF2-40B4-BE49-F238E27FC236}">
                <ns2:creationId id="{3EDF61DE-CEC4-4156-8217-1F107EB3889B}"/>
              </ns1:ext>
            </ns1:extLst>
          </ns0:cNvPr>
          <ns0:cNvSpPr>
            <ns1:spLocks noGrp="1"/>
          </ns0:cNvSpPr>
          <ns0:nvPr/>
        </ns0:nvSpPr>
        <ns0:spPr>
          <ns1:xfrm>
            <ns1:off x="1019175" y="8467725"/>
            <ns1:ext cx="0" cy="266700"/>
          </ns1:xfrm>
          <ns1:prstGeom prst="line">
            <ns1:avLst/>
          </ns1:prstGeom>
          <ns1:noFill/>
          <ns1:ln w="19050">
            <ns1:solidFill>
              <ns1:srgbClr val="F52323"/>
            </ns1:solidFill>
            <ns1:prstDash val="solid"/>
          </ns1:ln>
        </ns0:spPr>
      </ns0:sp>
      <ns0:sp>
        <ns0:nvSpPr>
          <ns0:cNvPr id="209" name="trace:SCHEDULE:footer.brand">
            <ns1:extLst>
              <ns1:ext uri="{FF2B5EF4-FFF2-40B4-BE49-F238E27FC236}">
                <ns2:creationId id="{87D158D6-750E-4AC0-8B37-C63620E388F5}"/>
              </ns1:ext>
            </ns1:extLst>
          </ns0:cNvPr>
          <ns0:cNvSpPr>
            <ns1:spLocks noGrp="1"/>
          </ns0:cNvSpPr>
          <ns0:nvPr/>
        </ns0:nvSpPr>
        <ns0:spPr>
          <ns1:xfrm>
            <ns1:off x="1228725" y="8467725"/>
            <ns1:ext cx="1905000" cy="238125"/>
          </ns1:xfrm>
          <ns1:prstGeom prst="rect">
            <ns1:avLst/>
          </ns1:prstGeom>
          <ns1:noFill/>
          <ns1:ln w="0">
            <ns1:noFill/>
            <ns1:prstDash val="solid"/>
          </ns1:ln>
        </ns0:spPr>
        <ns0:txBody>
          <ns1:bodyPr wrap="none" anchor="ctr">
            <ns1:normAutofit fontScale="64167"/>
          </ns1:bodyPr>
          <ns1:lstStyle/>
          <ns1:p>
            <ns1:pPr>
              <ns1:buNone/>
              <ns1:defRPr sz="1500" b="1">
                <ns1:solidFill>
                  <ns1:srgbClr val="111111"/>
                </ns1:solidFill>
                <ns1:latin typeface="Yu Gothic"/>
                <ns1:ea typeface="Yu Gothic"/>
                <ns1:cs typeface="Yu Gothic"/>
              </ns1:defRPr>
            </ns1:pPr>
            <ns1:r>
              <ns1:rPr sz="1500" b="1">
                <ns1:solidFill>
                  <ns1:srgbClr val="111111"/>
                </ns1:solidFill>
                <ns1:latin typeface="Yu Gothic"/>
                <ns1:ea typeface="Yu Gothic"/>
                <ns1:cs typeface="Yu Gothic"/>
              </ns1:rPr>
              <ns1:t>提案クエスト</ns1:t>
            </ns1:r>
          </ns1:p>
        </ns0:txBody>
      </ns0:sp>
      <ns0:sp>
        <ns0:nvSpPr>
          <ns0:cNvPr id="210" name="trace:SCHEDULE:footer.brand.2">
            <ns1:extLst>
              <ns1:ext uri="{FF2B5EF4-FFF2-40B4-BE49-F238E27FC236}">
                <ns2:creationId id="{AA5616EA-8409-4F3C-84D1-F04DE398B9E2}"/>
              </ns1:ext>
            </ns1:extLst>
          </ns0:cNvPr>
          <ns0:cNvSpPr>
            <ns1:spLocks noGrp="1"/>
          </ns0:cNvSpPr>
          <ns0:nvPr/>
        </ns0:nvSpPr>
        <ns0:spPr>
          <ns1:xfrm>
            <ns1:off x="12382500" y="8467725"/>
            <ns1:ext cx="2952750" cy="238125"/>
          </ns1:xfrm>
          <ns1:prstGeom prst="rect">
            <ns1:avLst/>
          </ns1:prstGeom>
          <ns1:noFill/>
          <ns1:ln w="0">
            <ns1:noFill/>
            <ns1:prstDash val="solid"/>
          </ns1:ln>
        </ns0:spPr>
        <ns0:txBody>
          <ns1:bodyPr wrap="none" anchor="ctr">
            <ns1:normAutofit fontScale="85556"/>
          </ns1:bodyPr>
          <ns1:lstStyle/>
          <ns1:p>
            <ns1:pPr algn="r">
              <ns1:buNone/>
              <ns1:defRPr sz="1125">
                <ns1:solidFill>
                  <ns1:srgbClr val="111111"/>
                </ns1:solidFill>
                <ns1:latin typeface="Yu Gothic"/>
                <ns1:ea typeface="Yu Gothic"/>
                <ns1:cs typeface="Yu Gothic"/>
              </ns1:defRPr>
            </ns1:pPr>
            <ns1:r>
              <ns1:rPr sz="1125">
                <ns1:solidFill>
                  <ns1:srgbClr val="111111"/>
                </ns1:solidFill>
                <ns1:latin typeface="Yu Gothic"/>
                <ns1:ea typeface="Yu Gothic"/>
                <ns1:cs typeface="Yu Gothic"/>
              </ns1:rPr>
              <ns1:t>© 2026 提案クエスト Inc. All Rights Reserved.</ns1:t>
            </ns1:r>
          </ns1:p>
        </ns0:txBody>
      </ns0:sp>
      <ns0:sp>
        <ns0:nvSpPr>
          <ns0:cNvPr id="239" name="trace:SCHEDULE:content.auto.175">
            <ns1:extLst>
              <ns1:ext uri="{FF2B5EF4-FFF2-40B4-BE49-F238E27FC236}">
                <ns2:creationId id="{8699AE58-B5C5-40C6-9E0F-2A7F7974D75C}"/>
              </ns1:ext>
            </ns1:extLst>
          </ns0:cNvPr>
          <ns0:cNvSpPr>
            <ns1:spLocks noGrp="1"/>
          </ns0:cNvSpPr>
          <ns0:nvPr/>
        </ns0:nvSpPr>
        <ns0:spPr>
          <ns1:xfrm>
            <ns1:off x="5791200" y="2771775"/>
            <ns1:ext cx="457200" cy="457200"/>
          </ns1:xfrm>
          <ns1:custGeom>
            <ns1:pathLst>
              <ns1:path w="457200" h="457200">
                <ns1:moveTo>
                  <ns1:pt x="228600" y="9525"/>
                </ns1:moveTo>
                <ns1:lnTo>
                  <ns1:pt x="271339" y="13734"/>
                </ns1:lnTo>
                <ns1:lnTo>
                  <ns1:pt x="286921" y="87801"/>
                </ns1:lnTo>
                <ns1:lnTo>
                  <ns1:pt x="313269" y="101884"/>
                </ns1:lnTo>
                <ns1:lnTo>
                  <ns1:pt x="383509" y="73691"/>
                </ns1:lnTo>
                <ns1:lnTo>
                  <ns1:pt x="410754" y="106888"/>
                </ns1:lnTo>
                <ns1:lnTo>
                  <ns1:pt x="369399" y="170279"/>
                </ns1:lnTo>
                <ns1:lnTo>
                  <ns1:pt x="378072" y="198868"/>
                </ns1:lnTo>
                <ns1:lnTo>
                  <ns1:pt x="447675" y="228600"/>
                </ns1:lnTo>
                <ns1:lnTo>
                  <ns1:pt x="443466" y="271339"/>
                </ns1:lnTo>
                <ns1:lnTo>
                  <ns1:pt x="369399" y="286921"/>
                </ns1:lnTo>
                <ns1:lnTo>
                  <ns1:pt x="355316" y="313269"/>
                </ns1:lnTo>
                <ns1:lnTo>
                  <ns1:pt x="383509" y="383509"/>
                </ns1:lnTo>
                <ns1:lnTo>
                  <ns1:pt x="350312" y="410754"/>
                </ns1:lnTo>
                <ns1:lnTo>
                  <ns1:pt x="286921" y="369399"/>
                </ns1:lnTo>
                <ns1:lnTo>
                  <ns1:pt x="258332" y="378072"/>
                </ns1:lnTo>
                <ns1:lnTo>
                  <ns1:pt x="228600" y="447675"/>
                </ns1:lnTo>
                <ns1:lnTo>
                  <ns1:pt x="185861" y="443466"/>
                </ns1:lnTo>
                <ns1:lnTo>
                  <ns1:pt x="170279" y="369399"/>
                </ns1:lnTo>
                <ns1:lnTo>
                  <ns1:pt x="143931" y="355316"/>
                </ns1:lnTo>
                <ns1:lnTo>
                  <ns1:pt x="73691" y="383509"/>
                </ns1:lnTo>
                <ns1:lnTo>
                  <ns1:pt x="46446" y="350312"/>
                </ns1:lnTo>
                <ns1:lnTo>
                  <ns1:pt x="87801" y="286921"/>
                </ns1:lnTo>
                <ns1:lnTo>
                  <ns1:pt x="79128" y="258332"/>
                </ns1:lnTo>
                <ns1:lnTo>
                  <ns1:pt x="9525" y="228600"/>
                </ns1:lnTo>
                <ns1:lnTo>
                  <ns1:pt x="13734" y="185861"/>
                </ns1:lnTo>
                <ns1:lnTo>
                  <ns1:pt x="87801" y="170279"/>
                </ns1:lnTo>
                <ns1:lnTo>
                  <ns1:pt x="101884" y="143931"/>
                </ns1:lnTo>
                <ns1:lnTo>
                  <ns1:pt x="73691" y="73691"/>
                </ns1:lnTo>
                <ns1:lnTo>
                  <ns1:pt x="106888" y="46446"/>
                </ns1:lnTo>
                <ns1:lnTo>
                  <ns1:pt x="170279" y="87801"/>
                </ns1:lnTo>
                <ns1:lnTo>
                  <ns1:pt x="198868" y="79128"/>
                </ns1:lnTo>
                <ns1:close/>
              </ns1:path>
            </ns1:pathLst>
          </ns1:custGeom>
          <ns1:noFill/>
          <ns1:ln w="33338">
            <ns1:solidFill>
              <ns1:srgbClr val="111111"/>
            </ns1:solidFill>
            <ns1:prstDash val="solid"/>
          </ns1:ln>
        </ns0:spPr>
      </ns0:sp>
      <ns0:sp>
        <ns0:nvSpPr>
          <ns0:cNvPr id="240" name="trace:SCHEDULE:content.auto.176">
            <ns1:extLst>
              <ns1:ext uri="{FF2B5EF4-FFF2-40B4-BE49-F238E27FC236}">
                <ns2:creationId id="{80A61C64-D35F-4134-87E5-9F8617450C4E}"/>
              </ns1:ext>
            </ns1:extLst>
          </ns0:cNvPr>
          <ns0:cNvSpPr>
            <ns1:spLocks noGrp="1"/>
          </ns0:cNvSpPr>
          <ns0:nvPr/>
        </ns0:nvSpPr>
        <ns0:spPr>
          <ns1:xfrm>
            <ns1:off x="5967413" y="2947988"/>
            <ns1:ext cx="104775" cy="104775"/>
          </ns1:xfrm>
          <ns1:prstGeom prst="ellipse">
            <ns1:avLst/>
          </ns1:prstGeom>
          <ns1:noFill/>
          <ns1:ln w="28575">
            <ns1:solidFill>
              <ns1:srgbClr val="111111"/>
            </ns1:solidFill>
            <ns1:prstDash val="solid"/>
          </ns1:ln>
        </ns0:spPr>
      </ns0:sp>
      <ns0:sp>
        <ns0:nvSpPr>
          <ns0:cNvPr id="241" name="trace:SCHEDULE:content.auto.177">
            <ns1:extLst>
              <ns1:ext uri="{FF2B5EF4-FFF2-40B4-BE49-F238E27FC236}">
                <ns2:creationId id="{1D6011E2-4DC0-4963-94A4-335829DADB27}"/>
              </ns1:ext>
            </ns1:extLst>
          </ns0:cNvPr>
          <ns0:cNvSpPr>
            <ns1:spLocks noGrp="1"/>
          </ns0:cNvSpPr>
          <ns0:nvPr/>
        </ns0:nvSpPr>
        <ns0:spPr>
          <ns1:xfrm>
            <ns1:off x="11115675" y="3971925"/>
            <ns1:ext cx="457200" cy="457200"/>
          </ns1:xfrm>
          <ns1:custGeom>
            <ns1:pathLst>
              <ns1:path w="457200" h="457200">
                <ns1:moveTo>
                  <ns1:pt x="228600" y="9525"/>
                </ns1:moveTo>
                <ns1:lnTo>
                  <ns1:pt x="271339" y="13734"/>
                </ns1:lnTo>
                <ns1:lnTo>
                  <ns1:pt x="286921" y="87801"/>
                </ns1:lnTo>
                <ns1:lnTo>
                  <ns1:pt x="313269" y="101884"/>
                </ns1:lnTo>
                <ns1:lnTo>
                  <ns1:pt x="383509" y="73691"/>
                </ns1:lnTo>
                <ns1:lnTo>
                  <ns1:pt x="410754" y="106888"/>
                </ns1:lnTo>
                <ns1:lnTo>
                  <ns1:pt x="369399" y="170279"/>
                </ns1:lnTo>
                <ns1:lnTo>
                  <ns1:pt x="378072" y="198868"/>
                </ns1:lnTo>
                <ns1:lnTo>
                  <ns1:pt x="447675" y="228600"/>
                </ns1:lnTo>
                <ns1:lnTo>
                  <ns1:pt x="443466" y="271339"/>
                </ns1:lnTo>
                <ns1:lnTo>
                  <ns1:pt x="369399" y="286921"/>
                </ns1:lnTo>
                <ns1:lnTo>
                  <ns1:pt x="355316" y="313269"/>
                </ns1:lnTo>
                <ns1:lnTo>
                  <ns1:pt x="383509" y="383509"/>
                </ns1:lnTo>
                <ns1:lnTo>
                  <ns1:pt x="350312" y="410754"/>
                </ns1:lnTo>
                <ns1:lnTo>
                  <ns1:pt x="286921" y="369399"/>
                </ns1:lnTo>
                <ns1:lnTo>
                  <ns1:pt x="258332" y="378072"/>
                </ns1:lnTo>
                <ns1:lnTo>
                  <ns1:pt x="228600" y="447675"/>
                </ns1:lnTo>
                <ns1:lnTo>
                  <ns1:pt x="185861" y="443466"/>
                </ns1:lnTo>
                <ns1:lnTo>
                  <ns1:pt x="170279" y="369399"/>
                </ns1:lnTo>
                <ns1:lnTo>
                  <ns1:pt x="143931" y="355316"/>
                </ns1:lnTo>
                <ns1:lnTo>
                  <ns1:pt x="73691" y="383509"/>
                </ns1:lnTo>
                <ns1:lnTo>
                  <ns1:pt x="46446" y="350312"/>
                </ns1:lnTo>
                <ns1:lnTo>
                  <ns1:pt x="87801" y="286921"/>
                </ns1:lnTo>
                <ns1:lnTo>
                  <ns1:pt x="79128" y="258332"/>
                </ns1:lnTo>
                <ns1:lnTo>
                  <ns1:pt x="9525" y="228600"/>
                </ns1:lnTo>
                <ns1:lnTo>
                  <ns1:pt x="13734" y="185861"/>
                </ns1:lnTo>
                <ns1:lnTo>
                  <ns1:pt x="87801" y="170279"/>
                </ns1:lnTo>
                <ns1:lnTo>
                  <ns1:pt x="101884" y="143931"/>
                </ns1:lnTo>
                <ns1:lnTo>
                  <ns1:pt x="73691" y="73691"/>
                </ns1:lnTo>
                <ns1:lnTo>
                  <ns1:pt x="106888" y="46446"/>
                </ns1:lnTo>
                <ns1:lnTo>
                  <ns1:pt x="170279" y="87801"/>
                </ns1:lnTo>
                <ns1:lnTo>
                  <ns1:pt x="198868" y="79128"/>
                </ns1:lnTo>
                <ns1:close/>
              </ns1:path>
            </ns1:pathLst>
          </ns1:custGeom>
          <ns1:noFill/>
          <ns1:ln w="33338">
            <ns1:solidFill>
              <ns1:srgbClr val="111111"/>
            </ns1:solidFill>
            <ns1:prstDash val="solid"/>
          </ns1:ln>
        </ns0:spPr>
      </ns0:sp>
      <ns0:sp>
        <ns0:nvSpPr>
          <ns0:cNvPr id="242" name="trace:SCHEDULE:content.auto.178">
            <ns1:extLst>
              <ns1:ext uri="{FF2B5EF4-FFF2-40B4-BE49-F238E27FC236}">
                <ns2:creationId id="{C29A0B9E-216E-4952-B6AC-2DB2C1D9F172}"/>
              </ns1:ext>
            </ns1:extLst>
          </ns0:cNvPr>
          <ns0:cNvSpPr>
            <ns1:spLocks noGrp="1"/>
          </ns0:cNvSpPr>
          <ns0:nvPr/>
        </ns0:nvSpPr>
        <ns0:spPr>
          <ns1:xfrm>
            <ns1:off x="11291888" y="4148138"/>
            <ns1:ext cx="104775" cy="104775"/>
          </ns1:xfrm>
          <ns1:prstGeom prst="ellipse">
            <ns1:avLst/>
          </ns1:prstGeom>
          <ns1:noFill/>
          <ns1:ln w="28575">
            <ns1:solidFill>
              <ns1:srgbClr val="111111"/>
            </ns1:solidFill>
            <ns1:prstDash val="solid"/>
          </ns1:ln>
        </ns0:spPr>
      </ns0:sp>
      <ns0:sp>
        <ns0:nvSpPr>
          <ns0:cNvPr id="243" name="trace:SCHEDULE:content.auto.179">
            <ns1:extLst>
              <ns1:ext uri="{FF2B5EF4-FFF2-40B4-BE49-F238E27FC236}">
                <ns2:creationId id="{32D6E4A0-F72F-4D4B-9012-89FD9409C1BB}"/>
              </ns1:ext>
            </ns1:extLst>
          </ns0:cNvPr>
          <ns0:cNvSpPr>
            <ns1:spLocks noGrp="1"/>
          </ns0:cNvSpPr>
          <ns0:nvPr/>
        </ns0:nvSpPr>
        <ns0:spPr>
          <ns1:xfrm>
            <ns1:off x="819150" y="7848600"/>
            <ns1:ext cx="0" cy="390525"/>
          </ns1:xfrm>
          <ns1:prstGeom prst="line">
            <ns1:avLst/>
          </ns1:prstGeom>
          <ns1:noFill/>
          <ns1:ln w="28575">
            <ns1:solidFill>
              <ns1:srgbClr val="FFFFFF"/>
            </ns1:solidFill>
            <ns1:prstDash val="solid"/>
          </ns1:ln>
        </ns0:spPr>
      </ns0:sp>
      <ns0:sp>
        <ns0:nvSpPr>
          <ns0:cNvPr id="244" name="trace:SCHEDULE:content.auto.180">
            <ns1:extLst>
              <ns1:ext uri="{FF2B5EF4-FFF2-40B4-BE49-F238E27FC236}">
                <ns2:creationId id="{9EB1EDF1-ACCF-4FF3-AF22-554E49BB17D7}"/>
              </ns1:ext>
            </ns1:extLst>
          </ns0:cNvPr>
          <ns0:cNvSpPr>
            <ns1:spLocks noGrp="1"/>
          </ns0:cNvSpPr>
          <ns0:nvPr/>
        </ns0:nvSpPr>
        <ns0:spPr>
          <ns1:xfrm>
            <ns1:off x="838200" y="7867650"/>
            <ns1:ext cx="295275" cy="0"/>
          </ns1:xfrm>
          <ns1:prstGeom prst="line">
            <ns1:avLst/>
          </ns1:prstGeom>
          <ns1:noFill/>
          <ns1:ln w="28575">
            <ns1:solidFill>
              <ns1:srgbClr val="FFFFFF"/>
            </ns1:solidFill>
            <ns1:prstDash val="solid"/>
          </ns1:ln>
        </ns0:spPr>
      </ns0:sp>
      <ns0:sp>
        <ns0:nvSpPr>
          <ns0:cNvPr id="245" name="trace:SCHEDULE:content.auto.181">
            <ns1:extLst>
              <ns1:ext uri="{FF2B5EF4-FFF2-40B4-BE49-F238E27FC236}">
                <ns2:creationId id="{BC79E1E5-713C-4577-8800-014DFC1B7386}"/>
              </ns1:ext>
            </ns1:extLst>
          </ns0:cNvPr>
          <ns0:cNvSpPr>
            <ns1:spLocks noGrp="1"/>
          </ns0:cNvSpPr>
          <ns0:nvPr/>
        </ns0:nvSpPr>
        <ns0:spPr>
          <ns1:xfrm>
            <ns1:off x="1133475" y="7867650"/>
            <ns1:ext cx="0" cy="219075"/>
          </ns1:xfrm>
          <ns1:prstGeom prst="line">
            <ns1:avLst/>
          </ns1:prstGeom>
          <ns1:noFill/>
          <ns1:ln w="28575">
            <ns1:solidFill>
              <ns1:srgbClr val="FFFFFF"/>
            </ns1:solidFill>
            <ns1:prstDash val="solid"/>
          </ns1:ln>
        </ns0:spPr>
      </ns0:sp>
      <ns0:sp>
        <ns0:nvSpPr>
          <ns0:cNvPr id="246" name="trace:SCHEDULE:content.auto.182">
            <ns1:extLst>
              <ns1:ext uri="{FF2B5EF4-FFF2-40B4-BE49-F238E27FC236}">
                <ns2:creationId id="{24FFCFEE-6C30-4889-A669-BA40300154B2}"/>
              </ns1:ext>
            </ns1:extLst>
          </ns0:cNvPr>
          <ns0:cNvSpPr>
            <ns1:spLocks noGrp="1"/>
          </ns0:cNvSpPr>
          <ns0:nvPr/>
        </ns0:nvSpPr>
        <ns0:spPr>
          <ns1:xfrm>
            <ns1:off x="1133475" y="8086725"/>
            <ns1:ext cx="0" cy="0"/>
          </ns1:xfrm>
          <ns1:prstGeom prst="line">
            <ns1:avLst/>
          </ns1:prstGeom>
          <ns1:noFill/>
          <ns1:ln w="28575">
            <ns1:solidFill>
              <ns1:srgbClr val="FFFFFF"/>
            </ns1:solidFill>
            <ns1:prstDash val="solid"/>
          </ns1:ln>
        </ns0:spPr>
      </ns0:sp>
      <ns0:sp>
        <ns0:nvSpPr>
          <ns0:cNvPr id="247" name="trace:SCHEDULE:content.auto.183">
            <ns1:extLst>
              <ns1:ext uri="{FF2B5EF4-FFF2-40B4-BE49-F238E27FC236}">
                <ns2:creationId id="{11AC5250-0DD5-44E2-9F90-86038792DEBD}"/>
              </ns1:ext>
            </ns1:extLst>
          </ns0:cNvPr>
          <ns0:cNvSpPr>
            <ns1:spLocks noGrp="1"/>
          </ns0:cNvSpPr>
          <ns0:nvPr/>
        </ns0:nvSpPr>
        <ns0:spPr>
          <ns1:xfrm>
            <ns1:off x="7135019" y="6905625"/>
            <ns1:ext cx="1439863" cy="161925"/>
          </ns1:xfrm>
          <ns1:prstGeom prst="roundRect">
            <ns1:avLst>
              <ns1:gd name="adj" fmla="val 47059"/>
            </ns1:avLst>
          </ns1:prstGeom>
          <ns1:solidFill>
            <ns1:srgbClr val="F59898"/>
          </ns1:solidFill>
          <ns1:ln w="0">
            <ns1:noFill/>
            <ns1:prstDash val="solid"/>
          </ns1:ln>
        </ns0:spPr>
      </ns0:sp>
    </ns0:spTree>
    <ns0:extLst>
      <ns0:ext uri="{BB962C8B-B14F-4D97-AF65-F5344CB8AC3E}">
        <ns3:creationId val="323409974"/>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2026-09-21T08:20:17.1380000Z</dcterms:created>
  <dcterms:modified xsi:type="dcterms:W3CDTF">2026-09-21T08:20:17.1380000Z</dcterms:modified>
</coreProperties>
</file>