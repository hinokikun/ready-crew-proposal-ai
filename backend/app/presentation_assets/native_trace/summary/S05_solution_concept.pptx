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3d5735d06d4a95" /><Relationship Type="http://schemas.openxmlformats.org/officeDocument/2006/relationships/extended-properties" Target="/docProps/app.xml" Id="R87afbe7d533a414b" /><Relationship Type="http://schemas.openxmlformats.org/officeDocument/2006/relationships/officeDocument" Target="/ppt/presentation.xml" Id="R9572291fbc2d4d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e8e4206a04e0a"/>
  </p:sldMasterIdLst>
  <p:notesMasterIdLst>
    <p:notesMasterId xmlns:r="http://schemas.openxmlformats.org/officeDocument/2006/relationships" r:id="Rc8d225a656714391"/>
  </p:notesMasterIdLst>
  <p:sldIdLst>
    <p:sldId xmlns:r="http://schemas.openxmlformats.org/officeDocument/2006/relationships" id="256" r:id="Rea978b563aba42f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dabfe6ea8a4bbd" /><Relationship Type="http://schemas.openxmlformats.org/officeDocument/2006/relationships/slideMaster" Target="/ppt/slideMasters/slideMaster1.xml" Id="R522e8e4206a04e0a" /><Relationship Type="http://schemas.openxmlformats.org/officeDocument/2006/relationships/notesMaster" Target="/ppt/notesMasters/notesMaster1.xml" Id="Rc8d225a656714391" /><Relationship Type="http://schemas.openxmlformats.org/officeDocument/2006/relationships/presProps" Target="/ppt/presProps.xml" Id="Rd2f527effd534d8a" /><Relationship Type="http://schemas.openxmlformats.org/officeDocument/2006/relationships/tableStyles" Target="/ppt/tableStyles.xml" Id="Rd2fbfcc5d0304e74" /><Relationship Type="http://schemas.openxmlformats.org/officeDocument/2006/relationships/slide" Target="/ppt/slides/slide1.xml" Id="Rea978b563aba42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cede29a32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432a738fae4613" /><Relationship Type="http://schemas.openxmlformats.org/officeDocument/2006/relationships/notesMaster" Target="/ppt/notesMasters/notesMaster1.xml" Id="Rab94b03bf63e48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S05 replacement Native Trace built from the approved Canonical source. Sample content is trace-only.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c4fef1f1e48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49856e35b54ada" /><Relationship Type="http://schemas.openxmlformats.org/officeDocument/2006/relationships/slideLayout" Target="/ppt/slideLayouts/slideLayout1.xml" Id="Rb3938c1e3e72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938c1e3e72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2d8b31c6b46e0" /><Relationship Type="http://schemas.openxmlformats.org/officeDocument/2006/relationships/notesSlide" Target="/ppt/notesSlides/notesSlide1.xml" Id="Ra64523460adf4d77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5" name="trace:S05:content.auto">
            <ns1:extLst>
              <ns1:ext uri="{FF2B5EF4-FFF2-40B4-BE49-F238E27FC236}">
                <ns2:creationId id="{98FD75BE-D322-41E7-8109-056E8DD4D98A}"/>
              </ns1:ext>
            </ns1:extLst>
          </ns0:cNvPr>
          <ns0:cNvSpPr>
            <ns1:spLocks noGrp="1"/>
          </ns0:cNvSpPr>
          <ns0:nvPr/>
        </ns0:nvSpPr>
        <ns0:spPr>
          <ns1:xfrm>
            <ns1:off x="438150" y="247650"/>
            <ns1:ext cx="285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ctr">
              <ns1:buNone/>
              <ns1:defRPr sz="1650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05</ns1:t>
            </ns1:r>
          </ns1:p>
        </ns0:txBody>
      </ns0:sp>
      <ns0:sp>
        <ns0:nvSpPr>
          <ns0:cNvPr id="2" name="trace:S05:content.auto.2">
            <ns1:extLst>
              <ns1:ext uri="{FF2B5EF4-FFF2-40B4-BE49-F238E27FC236}">
                <ns2:creationId id="{ACBFDB64-4F79-4B90-A2AE-178CE0B0B488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238125"/>
            <ns1:ext cx="0" cy="266700"/>
          </ns1:xfrm>
          <ns1:prstGeom prst="line">
            <ns1:avLst/>
          </ns1:prstGeom>
          <ns1:noFill/>
          <ns1:ln w="9525">
            <ns1:solidFill>
              <ns1:srgbClr val="53657A"/>
            </ns1:solidFill>
            <ns1:prstDash val="solid"/>
          </ns1:ln>
        </ns0:spPr>
      </ns0:sp>
      <ns0:sp>
        <ns0:nvSpPr>
          <ns0:cNvPr id="3" name="trace:S05:content.auto.3">
            <ns1:extLst>
              <ns1:ext uri="{FF2B5EF4-FFF2-40B4-BE49-F238E27FC236}">
                <ns2:creationId id="{8FBEE765-2344-4F13-9E46-1D649FA3F8F4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228600"/>
            <ns1:ext cx="10953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65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ご提案内容</ns1:t>
            </ns1:r>
          </ns1:p>
        </ns0:txBody>
      </ns0:sp>
      <ns0:sp>
        <ns0:nvSpPr>
          <ns0:cNvPr id="4" name="trace:S05:content.auto.4">
            <ns1:extLst>
              <ns1:ext uri="{FF2B5EF4-FFF2-40B4-BE49-F238E27FC236}">
                <ns2:creationId id="{E64DF42D-304E-409A-A8AB-006784AEE2B5}"/>
              </ns1:ext>
            </ns1:extLst>
          </ns0:cNvPr>
          <ns0:cNvSpPr>
            <ns1:spLocks noGrp="1"/>
          </ns0:cNvSpPr>
          <ns0:nvPr/>
        </ns0:nvSpPr>
        <ns0:spPr>
          <ns1:xfrm>
            <ns1:off x="2266950" y="342900"/>
            <ns1:ext cx="12192000" cy="0"/>
          </ns1:xfrm>
          <ns1:prstGeom prst="line">
            <ns1:avLst/>
          </ns1:prstGeom>
          <ns1:noFill/>
          <ns1:ln w="9525">
            <ns1:solidFill>
              <ns1:srgbClr val="53657A"/>
            </ns1:solidFill>
            <ns1:prstDash val="solid"/>
          </ns1:ln>
        </ns0:spPr>
      </ns0:sp>
      <ns0:sp>
        <ns0:nvSpPr>
          <ns0:cNvPr id="5" name="trace:S05:footer.date">
            <ns1:extLst>
              <ns1:ext uri="{FF2B5EF4-FFF2-40B4-BE49-F238E27FC236}">
                <ns2:creationId id="{D277C7FB-FEB2-4973-AF92-328E511AF8F0}"/>
              </ns1:ext>
            </ns1:extLst>
          </ns0:cNvPr>
          <ns0:cNvSpPr>
            <ns1:spLocks noGrp="1"/>
          </ns0:cNvSpPr>
          <ns0:nvPr/>
        </ns0:nvSpPr>
        <ns0:spPr>
          <ns1:xfrm>
            <ns1:off x="14630400" y="257175"/>
            <ns1:ext cx="10572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r">
              <ns1:buNone/>
              <ns1:defRPr sz="127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2026.08.26</ns1:t>
            </ns1:r>
          </ns1:p>
        </ns0:txBody>
      </ns0:sp>
      <ns0:sp>
        <ns0:nvSpPr>
          <ns0:cNvPr id="6" name="trace:S05:title.primary">
            <ns1:extLst>
              <ns1:ext uri="{FF2B5EF4-FFF2-40B4-BE49-F238E27FC236}">
                <ns2:creationId id="{93CC95B8-8DF7-4B05-8B2B-B12BCD8AF5B0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733425"/>
            <ns1:ext cx="4333875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41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41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提案コンセプト</ns1:t>
            </ns1:r>
          </ns1:p>
        </ns0:txBody>
      </ns0:sp>
      <ns0:sp>
        <ns0:nvSpPr>
          <ns0:cNvPr id="7" name="trace:S05:content.auto.5">
            <ns1:extLst>
              <ns1:ext uri="{FF2B5EF4-FFF2-40B4-BE49-F238E27FC236}">
                <ns2:creationId id="{989B0760-C73F-44B3-93DC-3141D0D1B668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733425"/>
            <ns1:ext cx="4333875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412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412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と目指す姿</ns1:t>
            </ns1:r>
          </ns1:p>
        </ns0:txBody>
      </ns0:sp>
      <ns0:sp>
        <ns0:nvSpPr>
          <ns0:cNvPr id="8" name="trace:S05:title.primary.2">
            <ns1:extLst>
              <ns1:ext uri="{FF2B5EF4-FFF2-40B4-BE49-F238E27FC236}">
                <ns2:creationId id="{D32707EA-BD56-49A5-9A46-D9E465ACCB82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609725"/>
            <ns1:ext cx="8572500" cy="3714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02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提案業務を、属人的な資料作成から再利用可能な提案エンジンへ進化させ、</ns1:t>
            </ns1:r>
          </ns1:p>
        </ns0:txBody>
      </ns0:sp>
      <ns0:sp>
        <ns0:nvSpPr>
          <ns0:cNvPr id="9" name="trace:S05:title.primary.3">
            <ns1:extLst>
              <ns1:ext uri="{FF2B5EF4-FFF2-40B4-BE49-F238E27FC236}">
                <ns2:creationId id="{5433C6A5-5469-4BDB-A7B8-8BD7D33588CA}"/>
              </ns1:ext>
            </ns1:extLst>
          </ns0:cNvPr>
          <ns0:cNvSpPr>
            <ns1:spLocks noGrp="1"/>
          </ns0:cNvSpPr>
          <ns0:nvPr/>
        </ns0:nvSpPr>
        <ns0:spPr>
          <ns1:xfrm>
            <ns1:off x="9048750" y="1609725"/>
            <ns1:ext cx="4000500" cy="3714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0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短時間で高品質な提案を継続的に</ns1:t>
            </ns1:r>
          </ns1:p>
        </ns0:txBody>
      </ns0:sp>
      <ns0:sp>
        <ns0:nvSpPr>
          <ns0:cNvPr id="10" name="trace:S05:title.primary.4">
            <ns1:extLst>
              <ns1:ext uri="{FF2B5EF4-FFF2-40B4-BE49-F238E27FC236}">
                <ns2:creationId id="{AE9F8895-4E10-4786-AA51-9D11F4AA6EA7}"/>
              </ns1:ext>
            </ns1:extLst>
          </ns0:cNvPr>
          <ns0:cNvSpPr>
            <ns1:spLocks noGrp="1"/>
          </ns0:cNvSpPr>
          <ns0:nvPr/>
        </ns0:nvSpPr>
        <ns0:spPr>
          <ns1:xfrm>
            <ns1:off x="13077825" y="1609725"/>
            <ns1:ext cx="2000250" cy="3714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02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生み出します。</ns1:t>
            </ns1:r>
          </ns1:p>
        </ns0:txBody>
      </ns0:sp>
      <ns0:sp>
        <ns0:nvSpPr>
          <ns0:cNvPr id="11" name="trace:S05:content.auto.6">
            <ns1:extLst>
              <ns1:ext uri="{FF2B5EF4-FFF2-40B4-BE49-F238E27FC236}">
                <ns2:creationId id="{98CFAC07-A25C-4220-AFF2-2902A95CEE71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2228850"/>
            <ns1:ext cx="495300" cy="47625"/>
          </ns1:xfrm>
          <ns1:prstGeom prst="roundRect">
            <ns1:avLst>
              <ns1:gd name="adj" fmla="val 50000"/>
            </ns1:avLst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12" name="trace:S05:title.primary.5">
            <ns1:extLst>
              <ns1:ext uri="{FF2B5EF4-FFF2-40B4-BE49-F238E27FC236}">
                <ns2:creationId id="{399350CA-82EF-45C6-9212-1DC0A9B4BD8F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143125"/>
            <ns1:ext cx="2857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提案コンセプト</ns1:t>
            </ns1:r>
          </ns1:p>
        </ns0:txBody>
      </ns0:sp>
      <ns0:sp>
        <ns0:nvSpPr>
          <ns0:cNvPr id="13" name="trace:S05:content.auto.7">
            <ns1:extLst>
              <ns1:ext uri="{FF2B5EF4-FFF2-40B4-BE49-F238E27FC236}">
                <ns2:creationId id="{29D7FD8E-5C7C-4971-98E8-76246A4045B7}"/>
              </ns1:ext>
            </ns1:extLst>
          </ns0:cNvPr>
          <ns0:cNvSpPr>
            <ns1:spLocks noGrp="1"/>
          </ns0:cNvSpPr>
          <ns0:nvPr/>
        </ns0:nvSpPr>
        <ns0:spPr>
          <ns1:xfrm>
            <ns1:off x="10515600" y="2152650"/>
            <ns1:ext cx="0" cy="3781425"/>
          </ns1:xfrm>
          <ns1:prstGeom prst="line">
            <ns1:avLst/>
          </ns1:prstGeom>
          <ns1:noFill/>
          <ns1:ln w="9525">
            <ns1:solidFill>
              <ns1:srgbClr val="C6D0DA"/>
            </ns1:solidFill>
            <ns1:prstDash val="solid"/>
          </ns1:ln>
        </ns0:spPr>
      </ns0:sp>
      <ns0:sp>
        <ns0:nvSpPr>
          <ns0:cNvPr id="14" name="trace:S05:content.auto.8">
            <ns1:extLst>
              <ns1:ext uri="{FF2B5EF4-FFF2-40B4-BE49-F238E27FC236}">
                <ns2:creationId id="{B12705C5-B71D-4C08-BDB5-9C7B31C119A0}"/>
              </ns1:ext>
            </ns1:extLst>
          </ns0:cNvPr>
          <ns0:cNvSpPr>
            <ns1:spLocks noGrp="1"/>
          </ns0:cNvSpPr>
          <ns0:nvPr/>
        </ns0:nvSpPr>
        <ns0:spPr>
          <ns1:xfrm>
            <ns1:off x="10725150" y="2228850"/>
            <ns1:ext cx="495300" cy="47625"/>
          </ns1:xfrm>
          <ns1:prstGeom prst="roundRect">
            <ns1:avLst>
              <ns1:gd name="adj" fmla="val 50000"/>
            </ns1:avLst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15" name="trace:S05:content.auto.9">
            <ns1:extLst>
              <ns1:ext uri="{FF2B5EF4-FFF2-40B4-BE49-F238E27FC236}">
                <ns2:creationId id="{59C980B7-95D2-48BA-9D5A-8486236CC114}"/>
              </ns1:ext>
            </ns1:extLst>
          </ns0:cNvPr>
          <ns0:cNvSpPr>
            <ns1:spLocks noGrp="1"/>
          </ns0:cNvSpPr>
          <ns0:nvPr/>
        </ns0:nvSpPr>
        <ns0:spPr>
          <ns1:xfrm>
            <ns1:off x="11391900" y="2143125"/>
            <ns1:ext cx="2476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目指す姿</ns1:t>
            </ns1:r>
          </ns1:p>
        </ns0:txBody>
      </ns0:sp>
      <ns0:sp>
        <ns0:nvSpPr>
          <ns0:cNvPr id="16" name="trace:S05:content.auto.10">
            <ns1:extLst>
              <ns1:ext uri="{FF2B5EF4-FFF2-40B4-BE49-F238E27FC236}">
                <ns2:creationId id="{24FA42F7-CBB9-4BCB-8FB0-7A6782866905}"/>
              </ns1:ext>
            </ns1:extLst>
          </ns0:cNvPr>
          <ns0:cNvSpPr>
            <ns1:spLocks noGrp="1"/>
          </ns0:cNvSpPr>
          <ns0:nvPr/>
        </ns0:nvSpPr>
        <ns0:spPr>
          <ns1:xfrm>
            <ns1:off x="4124325" y="2143125"/>
            <ns1:ext cx="4219575" cy="1019175"/>
          </ns1:xfrm>
          <ns1:prstGeom prst="roundRect">
            <ns1:avLst>
              <ns1:gd name="adj" fmla="val 9346"/>
            </ns1:avLst>
          </ns1:prstGeom>
          <ns1:solidFill>
            <ns1:srgbClr val="FFF0F2"/>
          </ns1:solidFill>
          <ns1:ln w="0">
            <ns1:noFill/>
            <ns1:prstDash val="solid"/>
          </ns1:ln>
        </ns0:spPr>
      </ns0:sp>
      <ns0:sp>
        <ns0:nvSpPr>
          <ns0:cNvPr id="17" name="trace:S05:content.auto.11">
            <ns1:extLst>
              <ns1:ext uri="{FF2B5EF4-FFF2-40B4-BE49-F238E27FC236}">
                <ns2:creationId id="{7F3B5B59-E6AD-47F4-8A3B-C0E74540CB33}"/>
              </ns1:ext>
            </ns1:extLst>
          </ns0:cNvPr>
          <ns0:cNvSpPr>
            <ns1:spLocks noGrp="1"/>
          </ns0:cNvSpPr>
          <ns0:nvPr/>
        </ns0:nvSpPr>
        <ns0:spPr>
          <ns1:xfrm>
            <ns1:off x="4295775" y="2228850"/>
            <ns1:ext cx="857250" cy="857250"/>
          </ns1:xfrm>
          <ns1:prstGeom prst="ellipse">
            <ns1:avLst/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18" name="trace:S05:content.auto.12">
            <ns1:extLst>
              <ns1:ext uri="{FF2B5EF4-FFF2-40B4-BE49-F238E27FC236}">
                <ns2:creationId id="{4B6249EB-394A-4E03-B5F3-03A221E4FAD9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2486025"/>
            <ns1:ext cx="400050" cy="13335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9" name="trace:S05:content.auto.13">
            <ns1:extLst>
              <ns1:ext uri="{FF2B5EF4-FFF2-40B4-BE49-F238E27FC236}">
                <ns2:creationId id="{1E6D0BE9-6A00-4B85-B811-4C7BA94CC026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2552700"/>
            <ns1:ext cx="0" cy="32385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20" name="trace:S05:content.auto.14">
            <ns1:extLst>
              <ns1:ext uri="{FF2B5EF4-FFF2-40B4-BE49-F238E27FC236}">
                <ns2:creationId id="{18745E52-E38F-4535-80D6-19DE49FF69FE}"/>
              </ns1:ext>
            </ns1:extLst>
          </ns0:cNvPr>
          <ns0:cNvSpPr>
            <ns1:spLocks noGrp="1"/>
          </ns0:cNvSpPr>
          <ns0:nvPr/>
        </ns0:nvSpPr>
        <ns0:spPr>
          <ns1:xfrm>
            <ns1:off x="4924425" y="2552700"/>
            <ns1:ext cx="0" cy="32385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21" name="trace:S05:content.auto.15">
            <ns1:extLst>
              <ns1:ext uri="{FF2B5EF4-FFF2-40B4-BE49-F238E27FC236}">
                <ns2:creationId id="{B6C7BF56-982D-4770-B343-2033366235C2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2809875"/>
            <ns1:ext cx="400050" cy="13335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22" name="trace:S05:content.auto.16">
            <ns1:extLst>
              <ns1:ext uri="{FF2B5EF4-FFF2-40B4-BE49-F238E27FC236}">
                <ns2:creationId id="{B204C166-AF73-42D4-9CD2-10FF2AAE0D63}"/>
              </ns1:ext>
            </ns1:extLst>
          </ns0:cNvPr>
          <ns0:cNvSpPr>
            <ns1:spLocks noGrp="1"/>
          </ns0:cNvSpPr>
          <ns0:nvPr/>
        </ns0:nvSpPr>
        <ns0:spPr>
          <ns1:xfrm>
            <ns1:off x="4533900" y="2686050"/>
            <ns1:ext cx="381000" cy="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23" name="trace:S05:title.primary.6">
            <ns1:extLst>
              <ns1:ext uri="{FF2B5EF4-FFF2-40B4-BE49-F238E27FC236}">
                <ns2:creationId id="{722DF9BD-B01A-4483-904F-891983DE4342}"/>
              </ns1:ext>
            </ns1:extLst>
          </ns0:cNvPr>
          <ns0:cNvSpPr>
            <ns1:spLocks noGrp="1"/>
          </ns0:cNvSpPr>
          <ns0:nvPr/>
        </ns0:nvSpPr>
        <ns0:spPr>
          <ns1:xfrm>
            <ns1:off x="5372100" y="2352675"/>
            <ns1:ext cx="2857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0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情報整理の自動化</ns1:t>
            </ns1:r>
          </ns1:p>
        </ns0:txBody>
      </ns0:sp>
      <ns0:sp>
        <ns0:nvSpPr>
          <ns0:cNvPr id="24" name="trace:S05:title.primary.7">
            <ns1:extLst>
              <ns1:ext uri="{FF2B5EF4-FFF2-40B4-BE49-F238E27FC236}">
                <ns2:creationId id="{7A4E74E8-99F5-42BC-BF60-0551557C6448}"/>
              </ns1:ext>
            </ns1:extLst>
          </ns0:cNvPr>
          <ns0:cNvSpPr>
            <ns1:spLocks noGrp="1"/>
          </ns0:cNvSpPr>
          <ns0:nvPr/>
        </ns0:nvSpPr>
        <ns0:spPr>
          <ns1:xfrm>
            <ns1:off x="5372100" y="2733675"/>
            <ns1:ext cx="2762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案件情報・要件・過去提案を整理</ns1:t>
            </ns1:r>
          </ns1:p>
        </ns0:txBody>
      </ns0:sp>
      <ns0:sp>
        <ns0:nvSpPr>
          <ns0:cNvPr id="25" name="trace:S05:content.auto.17">
            <ns1:extLst>
              <ns1:ext uri="{FF2B5EF4-FFF2-40B4-BE49-F238E27FC236}">
                <ns2:creationId id="{25AFFFA3-3225-42A8-BF48-D12FDCA0DF1B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3943350"/>
            <ns1:ext cx="3762375" cy="1285875"/>
          </ns1:xfrm>
          <ns1:prstGeom prst="roundRect">
            <ns1:avLst>
              <ns1:gd name="adj" fmla="val 7407"/>
            </ns1:avLst>
          </ns1:prstGeom>
          <ns1:solidFill>
            <ns1:srgbClr val="FFF0F2"/>
          </ns1:solidFill>
          <ns1:ln w="0">
            <ns1:noFill/>
            <ns1:prstDash val="solid"/>
          </ns1:ln>
        </ns0:spPr>
      </ns0:sp>
      <ns0:sp>
        <ns0:nvSpPr>
          <ns0:cNvPr id="26" name="trace:S05:content.auto.18">
            <ns1:extLst>
              <ns1:ext uri="{FF2B5EF4-FFF2-40B4-BE49-F238E27FC236}">
                <ns2:creationId id="{7D479562-2491-48D5-AB50-ED5457953564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4124325"/>
            <ns1:ext cx="857250" cy="857250"/>
          </ns1:xfrm>
          <ns1:prstGeom prst="ellipse">
            <ns1:avLst/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27" name="trace:S05:content.auto.19">
            <ns1:extLst>
              <ns1:ext uri="{FF2B5EF4-FFF2-40B4-BE49-F238E27FC236}">
                <ns2:creationId id="{027EA63D-2002-446A-A069-0F57B63949C6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314825"/>
            <ns1:ext cx="342900" cy="476250"/>
          </ns1:xfrm>
          <ns1:prstGeom prst="rect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28" name="trace:S05:content.auto.20">
            <ns1:extLst>
              <ns1:ext uri="{FF2B5EF4-FFF2-40B4-BE49-F238E27FC236}">
                <ns2:creationId id="{A8C894FF-13A1-42DA-A673-6A63EBE5EA8C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314825"/>
            <ns1:ext cx="114300" cy="11430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29" name="trace:S05:content.auto.21">
            <ns1:extLst>
              <ns1:ext uri="{FF2B5EF4-FFF2-40B4-BE49-F238E27FC236}">
                <ns2:creationId id="{55F3C16E-2E52-48C1-98FF-C656A00684FF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4514850"/>
            <ns1:ext cx="190500" cy="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30" name="trace:S05:content.auto.22">
            <ns1:extLst>
              <ns1:ext uri="{FF2B5EF4-FFF2-40B4-BE49-F238E27FC236}">
                <ns2:creationId id="{5364C79D-B0BD-48D6-9FE8-A9E1C79169CB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4629150"/>
            <ns1:ext cx="190500" cy="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31" name="trace:S05:content.auto.23">
            <ns1:extLst>
              <ns1:ext uri="{FF2B5EF4-FFF2-40B4-BE49-F238E27FC236}">
                <ns2:creationId id="{72A2B04A-9602-49D8-A328-D6E89744467C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4191000"/>
            <ns1:ext cx="242887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950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構成提案の最適化</ns1:t>
            </ns1:r>
          </ns1:p>
        </ns0:txBody>
      </ns0:sp>
      <ns0:sp>
        <ns0:nvSpPr>
          <ns0:cNvPr id="32" name="trace:S05:lead">
            <ns1:extLst>
              <ns1:ext uri="{FF2B5EF4-FFF2-40B4-BE49-F238E27FC236}">
                <ns2:creationId id="{64C833C1-F3F6-4824-8C75-AE713F9F535A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4572000"/>
            <ns1:ext cx="20955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目的に応じたストーリー・</ns1:t>
            </ns1:r>
          </ns1:p>
          <ns1:p>
            <ns1:pPr algn="l">
              <ns1:buNone/>
              <ns1:def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構成を提案</ns1:t>
            </ns1:r>
          </ns1:p>
        </ns0:txBody>
      </ns0:sp>
      <ns0:sp>
        <ns0:nvSpPr>
          <ns0:cNvPr id="33" name="trace:S05:content.auto.24">
            <ns1:extLst>
              <ns1:ext uri="{FF2B5EF4-FFF2-40B4-BE49-F238E27FC236}">
                <ns2:creationId id="{7DCADA2A-BFDF-49FC-8E78-CEC7711DC2A0}"/>
              </ns1:ext>
            </ns1:extLst>
          </ns0:cNvPr>
          <ns0:cNvSpPr>
            <ns1:spLocks noGrp="1"/>
          </ns0:cNvSpPr>
          <ns0:nvPr/>
        </ns0:nvSpPr>
        <ns0:spPr>
          <ns1:xfrm>
            <ns1:off x="7162800" y="3943350"/>
            <ns1:ext cx="3171825" cy="1285875"/>
          </ns1:xfrm>
          <ns1:prstGeom prst="roundRect">
            <ns1:avLst>
              <ns1:gd name="adj" fmla="val 7407"/>
            </ns1:avLst>
          </ns1:prstGeom>
          <ns1:solidFill>
            <ns1:srgbClr val="FFF0F2"/>
          </ns1:solidFill>
          <ns1:ln w="0">
            <ns1:noFill/>
            <ns1:prstDash val="solid"/>
          </ns1:ln>
        </ns0:spPr>
      </ns0:sp>
      <ns0:sp>
        <ns0:nvSpPr>
          <ns0:cNvPr id="34" name="trace:S05:content.auto.25">
            <ns1:extLst>
              <ns1:ext uri="{FF2B5EF4-FFF2-40B4-BE49-F238E27FC236}">
                <ns2:creationId id="{BB99B291-8A4F-4E4C-B13A-3972432CAB3F}"/>
              </ns1:ext>
            </ns1:extLst>
          </ns0:cNvPr>
          <ns0:cNvSpPr>
            <ns1:spLocks noGrp="1"/>
          </ns0:cNvSpPr>
          <ns0:nvPr/>
        </ns0:nvSpPr>
        <ns0:spPr>
          <ns1:xfrm>
            <ns1:off x="7258050" y="4133850"/>
            <ns1:ext cx="857250" cy="857250"/>
          </ns1:xfrm>
          <ns1:prstGeom prst="ellipse">
            <ns1:avLst/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35" name="trace:S05:content.auto.26">
            <ns1:extLst>
              <ns1:ext uri="{FF2B5EF4-FFF2-40B4-BE49-F238E27FC236}">
                <ns2:creationId id="{6A07B344-2056-430E-9262-7DB1DF7C4B85}"/>
              </ns1:ext>
            </ns1:extLst>
          </ns0:cNvPr>
          <ns0:cNvSpPr>
            <ns1:spLocks noGrp="1"/>
          </ns0:cNvSpPr>
          <ns0:nvPr/>
        </ns0:nvSpPr>
        <ns0:spPr>
          <ns1:xfrm>
            <ns1:off x="7458075" y="4791075"/>
            <ns1:ext cx="514350" cy="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36" name="trace:S05:content.auto.27">
            <ns1:extLst>
              <ns1:ext uri="{FF2B5EF4-FFF2-40B4-BE49-F238E27FC236}">
                <ns2:creationId id="{8EFB65E4-D1B6-4D08-A0D1-33905420664C}"/>
              </ns1:ext>
            </ns1:extLst>
          </ns0:cNvPr>
          <ns0:cNvSpPr>
            <ns1:spLocks noGrp="1"/>
          </ns0:cNvSpPr>
          <ns0:nvPr/>
        </ns0:nvSpPr>
        <ns0:spPr>
          <ns1:xfrm>
            <ns1:off x="7496175" y="4562475"/>
            <ns1:ext cx="114300" cy="228600"/>
          </ns1:xfrm>
          <ns1:prstGeom prst="rect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37" name="trace:S05:content.auto.28">
            <ns1:extLst>
              <ns1:ext uri="{FF2B5EF4-FFF2-40B4-BE49-F238E27FC236}">
                <ns2:creationId id="{F1FCD1A8-8C98-49D8-AB4C-74CFBD347D39}"/>
              </ns1:ext>
            </ns1:extLst>
          </ns0:cNvPr>
          <ns0:cNvSpPr>
            <ns1:spLocks noGrp="1"/>
          </ns0:cNvSpPr>
          <ns0:nvPr/>
        </ns0:nvSpPr>
        <ns0:spPr>
          <ns1:xfrm>
            <ns1:off x="7667625" y="4419600"/>
            <ns1:ext cx="114300" cy="371475"/>
          </ns1:xfrm>
          <ns1:prstGeom prst="rect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38" name="trace:S05:content.auto.29">
            <ns1:extLst>
              <ns1:ext uri="{FF2B5EF4-FFF2-40B4-BE49-F238E27FC236}">
                <ns2:creationId id="{57F5DF3D-C1C6-4FBD-AAD5-AE4C9D41CA96}"/>
              </ns1:ext>
            </ns1:extLst>
          </ns0:cNvPr>
          <ns0:cNvSpPr>
            <ns1:spLocks noGrp="1"/>
          </ns0:cNvSpPr>
          <ns0:nvPr/>
        </ns0:nvSpPr>
        <ns0:spPr>
          <ns1:xfrm>
            <ns1:off x="7839075" y="4276725"/>
            <ns1:ext cx="114300" cy="514350"/>
          </ns1:xfrm>
          <ns1:prstGeom prst="rect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39" name="trace:S05:content.auto.30">
            <ns1:extLst>
              <ns1:ext uri="{FF2B5EF4-FFF2-40B4-BE49-F238E27FC236}">
                <ns2:creationId id="{59569DC6-1444-493A-A84F-F1A17509C70B}"/>
              </ns1:ext>
            </ns1:extLst>
          </ns0:cNvPr>
          <ns0:cNvSpPr>
            <ns1:spLocks noGrp="1"/>
          </ns0:cNvSpPr>
          <ns0:nvPr/>
        </ns0:nvSpPr>
        <ns0:spPr>
          <ns1:xfrm>
            <ns1:off x="8277225" y="4191000"/>
            <ns1:ext cx="2000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87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継続改善の仕組み化</ns1:t>
            </ns1:r>
          </ns1:p>
        </ns0:txBody>
      </ns0:sp>
      <ns0:sp>
        <ns0:nvSpPr>
          <ns0:cNvPr id="40" name="trace:S05:content.auto.31">
            <ns1:extLst>
              <ns1:ext uri="{FF2B5EF4-FFF2-40B4-BE49-F238E27FC236}">
                <ns2:creationId id="{3CD7ECFA-9F57-4D8B-8DC7-61AC73E080D0}"/>
              </ns1:ext>
            </ns1:extLst>
          </ns0:cNvPr>
          <ns0:cNvSpPr>
            <ns1:spLocks noGrp="1"/>
          </ns0:cNvSpPr>
          <ns0:nvPr/>
        </ns0:nvSpPr>
        <ns0:spPr>
          <ns1:xfrm>
            <ns1:off x="8277225" y="4572000"/>
            <ns1:ext cx="185737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レビュー結果を蓄積し</ns1:t>
            </ns1:r>
          </ns1:p>
          <ns1:p>
            <ns1:pPr algn="l">
              <ns1:buNone/>
              <ns1:def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品質を向上</ns1:t>
            </ns1:r>
          </ns1:p>
        </ns0:txBody>
      </ns0:sp>
      <ns0:sp>
        <ns0:nvSpPr>
          <ns0:cNvPr id="41" name="trace:S05:content.auto.32">
            <ns1:extLst>
              <ns1:ext uri="{FF2B5EF4-FFF2-40B4-BE49-F238E27FC236}">
                <ns2:creationId id="{2A10DC82-6BC9-4C87-A9C0-734649FF9440}"/>
              </ns1:ext>
            </ns1:extLst>
          </ns0:cNvPr>
          <ns0:cNvSpPr>
            <ns1:spLocks noGrp="1"/>
          </ns0:cNvSpPr>
          <ns0:nvPr/>
        </ns0:nvSpPr>
        <ns0:spPr>
          <ns1:xfrm>
            <ns1:off x="4629150" y="3238500"/>
            <ns1:ext cx="2295525" cy="2295525"/>
          </ns1:xfrm>
          <ns1:prstGeom prst="ellipse">
            <ns1:avLst/>
          </ns1:prstGeom>
          <ns1:solidFill>
            <ns1:srgbClr val="FFF9FA"/>
          </ns1:solidFill>
          <ns1:ln w="0">
            <ns1:noFill/>
            <ns1:prstDash val="solid"/>
          </ns1:ln>
        </ns0:spPr>
      </ns0:sp>
      <ns0:sp>
        <ns0:nvSpPr>
          <ns0:cNvPr id="42" name="trace:S05:content.auto.33">
            <ns1:extLst>
              <ns1:ext uri="{FF2B5EF4-FFF2-40B4-BE49-F238E27FC236}">
                <ns2:creationId id="{9CAE5D40-79EF-47F4-B802-48DD45452D7F}"/>
              </ns1:ext>
            </ns1:extLst>
          </ns0:cNvPr>
          <ns0:cNvSpPr>
            <ns1:spLocks noGrp="1"/>
          </ns0:cNvSpPr>
          <ns0:nvPr/>
        </ns0:nvSpPr>
        <ns0:spPr>
          <ns1:xfrm>
            <ns1:off x="4781550" y="3390900"/>
            <ns1:ext cx="1990725" cy="1981200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F21D27"/>
            </ns1:solidFill>
            <ns1:prstDash val="solid"/>
          </ns1:ln>
        </ns0:spPr>
      </ns0:sp>
      <ns0:sp>
        <ns0:nvSpPr>
          <ns0:cNvPr id="43" name="trace:S05:content.auto.34">
            <ns1:extLst>
              <ns1:ext uri="{FF2B5EF4-FFF2-40B4-BE49-F238E27FC236}">
                <ns2:creationId id="{8F615460-F06D-4A3E-9E8C-573A2B3CECBE}"/>
              </ns1:ext>
            </ns1:extLst>
          </ns0:cNvPr>
          <ns0:cNvSpPr>
            <ns1:spLocks noGrp="1"/>
          </ns0:cNvSpPr>
          <ns0:nvPr/>
        </ns0:nvSpPr>
        <ns0:spPr>
          <ns1:xfrm>
            <ns1:off x="5762625" y="3171825"/>
            <ns1:ext cx="0" cy="219075"/>
          </ns1:xfrm>
          <ns1:prstGeom prst="line">
            <ns1:avLst/>
          </ns1:prstGeom>
          <ns1:noFill/>
          <ns1:ln w="19050">
            <ns1:solidFill>
              <ns1:srgbClr val="F21D27"/>
            </ns1:solidFill>
            <ns1:prstDash val="solid"/>
          </ns1:ln>
        </ns0:spPr>
      </ns0:sp>
      <ns0:sp>
        <ns0:nvSpPr>
          <ns0:cNvPr id="44" name="trace:S05:content.auto.35">
            <ns1:extLst>
              <ns1:ext uri="{FF2B5EF4-FFF2-40B4-BE49-F238E27FC236}">
                <ns2:creationId id="{157E6437-CCB4-422F-8BD9-BF9A5F891B1D}"/>
              </ns1:ext>
            </ns1:extLst>
          </ns0:cNvPr>
          <ns0:cNvSpPr>
            <ns1:spLocks noGrp="1"/>
          </ns0:cNvSpPr>
          <ns0:nvPr/>
        </ns0:nvSpPr>
        <ns0:spPr>
          <ns1:xfrm>
            <ns1:off x="5705475" y="3105150"/>
            <ns1:ext cx="114300" cy="1143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F21D27"/>
            </ns1:solidFill>
            <ns1:prstDash val="solid"/>
          </ns1:ln>
        </ns0:spPr>
      </ns0:sp>
      <ns0:sp>
        <ns0:nvSpPr>
          <ns0:cNvPr id="45" name="trace:S05:content.auto.36">
            <ns1:extLst>
              <ns1:ext uri="{FF2B5EF4-FFF2-40B4-BE49-F238E27FC236}">
                <ns2:creationId id="{3D6D748C-9B5F-4194-8DB3-18EC0B69ACE2}"/>
              </ns1:ext>
            </ns1:extLst>
          </ns0:cNvPr>
          <ns0:cNvSpPr>
            <ns1:spLocks noGrp="1"/>
          </ns0:cNvSpPr>
          <ns0:nvPr/>
        </ns0:nvSpPr>
        <ns0:spPr>
          <ns1:xfrm>
            <ns1:off x="4238625" y="4381500"/>
            <ns1:ext cx="542925" cy="190500"/>
          </ns1:xfrm>
          <ns1:prstGeom prst="line">
            <ns1:avLst/>
          </ns1:prstGeom>
          <ns1:noFill/>
          <ns1:ln w="19050">
            <ns1:solidFill>
              <ns1:srgbClr val="F21D27"/>
            </ns1:solidFill>
            <ns1:prstDash val="solid"/>
          </ns1:ln>
        </ns0:spPr>
      </ns0:sp>
      <ns0:sp>
        <ns0:nvSpPr>
          <ns0:cNvPr id="46" name="trace:S05:content.auto.37">
            <ns1:extLst>
              <ns1:ext uri="{FF2B5EF4-FFF2-40B4-BE49-F238E27FC236}">
                <ns2:creationId id="{460BA06A-3FFD-455A-A794-D3161FD1537B}"/>
              </ns1:ext>
            </ns1:extLst>
          </ns0:cNvPr>
          <ns0:cNvSpPr>
            <ns1:spLocks noGrp="1"/>
          </ns0:cNvSpPr>
          <ns0:nvPr/>
        </ns0:nvSpPr>
        <ns0:spPr>
          <ns1:xfrm>
            <ns1:off x="4181475" y="4514850"/>
            <ns1:ext cx="114300" cy="1143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F21D27"/>
            </ns1:solidFill>
            <ns1:prstDash val="solid"/>
          </ns1:ln>
        </ns0:spPr>
      </ns0:sp>
      <ns0:sp>
        <ns0:nvSpPr>
          <ns0:cNvPr id="47" name="trace:S05:content.auto.38">
            <ns1:extLst>
              <ns1:ext uri="{FF2B5EF4-FFF2-40B4-BE49-F238E27FC236}">
                <ns2:creationId id="{C0ABE966-64DF-4FAD-BFD8-ED3BAFC28F97}"/>
              </ns1:ext>
            </ns1:extLst>
          </ns0:cNvPr>
          <ns0:cNvSpPr>
            <ns1:spLocks noGrp="1"/>
          </ns0:cNvSpPr>
          <ns0:nvPr/>
        </ns0:nvSpPr>
        <ns0:spPr>
          <ns1:xfrm>
            <ns1:off x="6772275" y="4381500"/>
            <ns1:ext cx="390525" cy="190500"/>
          </ns1:xfrm>
          <ns1:prstGeom prst="line">
            <ns1:avLst/>
          </ns1:prstGeom>
          <ns1:noFill/>
          <ns1:ln w="19050">
            <ns1:solidFill>
              <ns1:srgbClr val="F21D27"/>
            </ns1:solidFill>
            <ns1:prstDash val="solid"/>
          </ns1:ln>
        </ns0:spPr>
      </ns0:sp>
      <ns0:sp>
        <ns0:nvSpPr>
          <ns0:cNvPr id="48" name="trace:S05:content.auto.39">
            <ns1:extLst>
              <ns1:ext uri="{FF2B5EF4-FFF2-40B4-BE49-F238E27FC236}">
                <ns2:creationId id="{8C58A454-8497-4010-9E94-389EE784C099}"/>
              </ns1:ext>
            </ns1:extLst>
          </ns0:cNvPr>
          <ns0:cNvSpPr>
            <ns1:spLocks noGrp="1"/>
          </ns0:cNvSpPr>
          <ns0:nvPr/>
        </ns0:nvSpPr>
        <ns0:spPr>
          <ns1:xfrm>
            <ns1:off x="7124700" y="4514850"/>
            <ns1:ext cx="114300" cy="1143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F21D27"/>
            </ns1:solidFill>
            <ns1:prstDash val="solid"/>
          </ns1:ln>
        </ns0:spPr>
      </ns0:sp>
      <ns0:sp>
        <ns0:nvSpPr>
          <ns0:cNvPr id="52" name="trace:S05:title.primary.8">
            <ns1:extLst>
              <ns1:ext uri="{FF2B5EF4-FFF2-40B4-BE49-F238E27FC236}">
                <ns2:creationId id="{8401FF58-E4BC-4DD5-AF94-CE21A70C5031}"/>
              </ns1:ext>
            </ns1:extLst>
          </ns0:cNvPr>
          <ns0:cNvSpPr>
            <ns1:spLocks noGrp="1"/>
          </ns0:cNvSpPr>
          <ns0:nvPr/>
        </ns0:nvSpPr>
        <ns0:spPr>
          <ns1:xfrm>
            <ns1:off x="5095875" y="4400550"/>
            <ns1:ext cx="1428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ctr">
              <ns1:buNone/>
              <ns1:def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53" name="trace:S05:content.auto.40">
            <ns1:extLst>
              <ns1:ext uri="{FF2B5EF4-FFF2-40B4-BE49-F238E27FC236}">
                <ns2:creationId id="{22579150-1C36-4E46-8FA9-D9F5670EF767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4772025"/>
            <ns1:ext cx="11906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ctr">
              <ns1:buNone/>
              <ns1:defRPr sz="1200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Proposal Engine</ns1:t>
            </ns1:r>
          </ns1:p>
        </ns0:txBody>
      </ns0:sp>
      <ns0:sp>
        <ns0:nvSpPr>
          <ns0:cNvPr id="54" name="trace:S05:content.auto.41">
            <ns1:extLst>
              <ns1:ext uri="{FF2B5EF4-FFF2-40B4-BE49-F238E27FC236}">
                <ns2:creationId id="{B912EC50-02B7-465A-9FF5-F98897AC66A0}"/>
              </ns1:ext>
            </ns1:extLst>
          </ns0:cNvPr>
          <ns0:cNvSpPr>
            <ns1:spLocks noGrp="1"/>
          </ns0:cNvSpPr>
          <ns0:nvPr/>
        </ns0:nvSpPr>
        <ns0:spPr>
          <ns1:xfrm>
            <ns1:off x="10725150" y="2505075"/>
            <ns1:ext cx="4714875" cy="1095375"/>
          </ns1:xfrm>
          <ns1:prstGeom prst="roundRect">
            <ns1:avLst>
              <ns1:gd name="adj" fmla="val 8696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55" name="trace:S05:content.auto.42">
            <ns1:extLst>
              <ns1:ext uri="{FF2B5EF4-FFF2-40B4-BE49-F238E27FC236}">
                <ns2:creationId id="{96891DF5-B60A-4C97-B6D3-ED6B59D6C0CE}"/>
              </ns1:ext>
            </ns1:extLst>
          </ns0:cNvPr>
          <ns0:cNvSpPr>
            <ns1:spLocks noGrp="1"/>
          </ns0:cNvSpPr>
          <ns0:nvPr/>
        </ns0:nvSpPr>
        <ns0:spPr>
          <ns1:xfrm>
            <ns1:off x="10887075" y="2628900"/>
            <ns1:ext cx="857250" cy="857250"/>
          </ns1:xfrm>
          <ns1:prstGeom prst="ellipse">
            <ns1:avLst/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56" name="trace:S05:content.auto.43">
            <ns1:extLst>
              <ns1:ext uri="{FF2B5EF4-FFF2-40B4-BE49-F238E27FC236}">
                <ns2:creationId id="{A32FBB5C-026F-442F-9EBA-BB6763B0029D}"/>
              </ns1:ext>
            </ns1:extLst>
          </ns0:cNvPr>
          <ns0:cNvSpPr>
            <ns1:spLocks noGrp="1"/>
          </ns0:cNvSpPr>
          <ns0:nvPr/>
        </ns0:nvSpPr>
        <ns0:spPr>
          <ns1:xfrm>
            <ns1:off x="11077575" y="2819400"/>
            <ns1:ext cx="476250" cy="47625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7" name="trace:S05:content.auto.44">
            <ns1:extLst>
              <ns1:ext uri="{FF2B5EF4-FFF2-40B4-BE49-F238E27FC236}">
                <ns2:creationId id="{6C473BD5-2305-4629-BFAE-F835C6903064}"/>
              </ns1:ext>
            </ns1:extLst>
          </ns0:cNvPr>
          <ns0:cNvSpPr>
            <ns1:spLocks noGrp="1"/>
          </ns0:cNvSpPr>
          <ns0:nvPr/>
        </ns0:nvSpPr>
        <ns0:spPr>
          <ns1:xfrm>
            <ns1:off x="11315700" y="2905125"/>
            <ns1:ext cx="0" cy="15240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8" name="trace:S05:content.auto.45">
            <ns1:extLst>
              <ns1:ext uri="{FF2B5EF4-FFF2-40B4-BE49-F238E27FC236}">
                <ns2:creationId id="{2F3F72CE-7492-4B1B-A2C8-FFA73CDB4263}"/>
              </ns1:ext>
            </ns1:extLst>
          </ns0:cNvPr>
          <ns0:cNvSpPr>
            <ns1:spLocks noGrp="1"/>
          </ns0:cNvSpPr>
          <ns0:nvPr/>
        </ns0:nvSpPr>
        <ns0:spPr>
          <ns1:xfrm>
            <ns1:off x="11315700" y="3057525"/>
            <ns1:ext cx="123825" cy="85725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9" name="trace:S05:content.auto.46">
            <ns1:extLst>
              <ns1:ext uri="{FF2B5EF4-FFF2-40B4-BE49-F238E27FC236}">
                <ns2:creationId id="{83B7F916-A344-40F1-9A77-2866A4C36AF1}"/>
              </ns1:ext>
            </ns1:extLst>
          </ns0:cNvPr>
          <ns0:cNvSpPr>
            <ns1:spLocks noGrp="1"/>
          </ns0:cNvSpPr>
          <ns0:nvPr/>
        </ns0:nvSpPr>
        <ns0:spPr>
          <ns1:xfrm>
            <ns1:off x="11982450" y="2733675"/>
            <ns1:ext cx="0" cy="685800"/>
          </ns1:xfrm>
          <ns1:prstGeom prst="line">
            <ns1:avLst/>
          </ns1:prstGeom>
          <ns1:noFill/>
          <ns1:ln w="9525">
            <ns1:solidFill>
              <ns1:srgbClr val="C6D0DA"/>
            </ns1:solidFill>
            <ns1:prstDash val="solid"/>
          </ns1:ln>
        </ns0:spPr>
      </ns0:sp>
      <ns0:sp>
        <ns0:nvSpPr>
          <ns0:cNvPr id="60" name="trace:S05:content.auto.47">
            <ns1:extLst>
              <ns1:ext uri="{FF2B5EF4-FFF2-40B4-BE49-F238E27FC236}">
                <ns2:creationId id="{11C3A01A-FD4E-4AE7-AD48-F6F162921D73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2686050"/>
            <ns1:ext cx="10953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3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3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速い</ns1:t>
            </ns1:r>
          </ns1:p>
        </ns0:txBody>
      </ns0:sp>
      <ns0:sp>
        <ns0:nvSpPr>
          <ns0:cNvPr id="61" name="trace:S05:title.primary.9">
            <ns1:extLst>
              <ns1:ext uri="{FF2B5EF4-FFF2-40B4-BE49-F238E27FC236}">
                <ns2:creationId id="{5B084CB8-1818-42BD-972E-25B94D0C8544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3095625"/>
            <ns1:ext cx="2857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提案初稿までの時間を大幅に短縮</ns1:t>
            </ns1:r>
          </ns1:p>
        </ns0:txBody>
      </ns0:sp>
      <ns0:sp>
        <ns0:nvSpPr>
          <ns0:cNvPr id="62" name="trace:S05:content.auto.48">
            <ns1:extLst>
              <ns1:ext uri="{FF2B5EF4-FFF2-40B4-BE49-F238E27FC236}">
                <ns2:creationId id="{2144B9E2-0610-4F0D-8643-78667E6802CC}"/>
              </ns1:ext>
            </ns1:extLst>
          </ns0:cNvPr>
          <ns0:cNvSpPr>
            <ns1:spLocks noGrp="1"/>
          </ns0:cNvSpPr>
          <ns0:nvPr/>
        </ns0:nvSpPr>
        <ns0:spPr>
          <ns1:xfrm>
            <ns1:off x="10725150" y="3705225"/>
            <ns1:ext cx="4714875" cy="1095375"/>
          </ns1:xfrm>
          <ns1:prstGeom prst="roundRect">
            <ns1:avLst>
              <ns1:gd name="adj" fmla="val 8696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63" name="trace:S05:content.auto.49">
            <ns1:extLst>
              <ns1:ext uri="{FF2B5EF4-FFF2-40B4-BE49-F238E27FC236}">
                <ns2:creationId id="{65D1B46E-BCAC-4DD4-AF16-7AFBDF6EC1E1}"/>
              </ns1:ext>
            </ns1:extLst>
          </ns0:cNvPr>
          <ns0:cNvSpPr>
            <ns1:spLocks noGrp="1"/>
          </ns0:cNvSpPr>
          <ns0:nvPr/>
        </ns0:nvSpPr>
        <ns0:spPr>
          <ns1:xfrm>
            <ns1:off x="10887075" y="3829050"/>
            <ns1:ext cx="857250" cy="857250"/>
          </ns1:xfrm>
          <ns1:prstGeom prst="ellipse">
            <ns1:avLst/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64" name="trace:S05:content.auto.50">
            <ns1:extLst>
              <ns1:ext uri="{FF2B5EF4-FFF2-40B4-BE49-F238E27FC236}">
                <ns2:creationId id="{8503D65E-57DA-42AF-94A1-8EFDFEE7C771}"/>
              </ns1:ext>
            </ns1:extLst>
          </ns0:cNvPr>
          <ns0:cNvSpPr>
            <ns1:spLocks noGrp="1"/>
          </ns0:cNvSpPr>
          <ns0:nvPr/>
        </ns0:nvSpPr>
        <ns0:spPr>
          <ns1:xfrm>
            <ns1:off x="11087100" y="4486275"/>
            <ns1:ext cx="514350" cy="0"/>
          </ns1:xfrm>
          <ns1:prstGeom prst="lin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65" name="trace:S05:content.auto.51">
            <ns1:extLst>
              <ns1:ext uri="{FF2B5EF4-FFF2-40B4-BE49-F238E27FC236}">
                <ns2:creationId id="{A44082B5-65A2-4A86-84B8-0709DDE1A5E8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4257675"/>
            <ns1:ext cx="114300" cy="228600"/>
          </ns1:xfrm>
          <ns1:prstGeom prst="rect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66" name="trace:S05:content.auto.52">
            <ns1:extLst>
              <ns1:ext uri="{FF2B5EF4-FFF2-40B4-BE49-F238E27FC236}">
                <ns2:creationId id="{8BD65378-B01A-4771-83B2-93581E45F011}"/>
              </ns1:ext>
            </ns1:extLst>
          </ns0:cNvPr>
          <ns0:cNvSpPr>
            <ns1:spLocks noGrp="1"/>
          </ns0:cNvSpPr>
          <ns0:nvPr/>
        </ns0:nvSpPr>
        <ns0:spPr>
          <ns1:xfrm>
            <ns1:off x="11296650" y="4114800"/>
            <ns1:ext cx="114300" cy="371475"/>
          </ns1:xfrm>
          <ns1:prstGeom prst="rect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67" name="trace:S05:content.auto.53">
            <ns1:extLst>
              <ns1:ext uri="{FF2B5EF4-FFF2-40B4-BE49-F238E27FC236}">
                <ns2:creationId id="{5641E977-BEB1-4862-9002-3D6AF033C82E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3971925"/>
            <ns1:ext cx="114300" cy="514350"/>
          </ns1:xfrm>
          <ns1:prstGeom prst="rect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68" name="trace:S05:content.auto.54">
            <ns1:extLst>
              <ns1:ext uri="{FF2B5EF4-FFF2-40B4-BE49-F238E27FC236}">
                <ns2:creationId id="{10972E40-5999-4A33-A5FD-DD7EFF349638}"/>
              </ns1:ext>
            </ns1:extLst>
          </ns0:cNvPr>
          <ns0:cNvSpPr>
            <ns1:spLocks noGrp="1"/>
          </ns0:cNvSpPr>
          <ns0:nvPr/>
        </ns0:nvSpPr>
        <ns0:spPr>
          <ns1:xfrm>
            <ns1:off x="11982450" y="3933825"/>
            <ns1:ext cx="0" cy="685800"/>
          </ns1:xfrm>
          <ns1:prstGeom prst="line">
            <ns1:avLst/>
          </ns1:prstGeom>
          <ns1:noFill/>
          <ns1:ln w="9525">
            <ns1:solidFill>
              <ns1:srgbClr val="C6D0DA"/>
            </ns1:solidFill>
            <ns1:prstDash val="solid"/>
          </ns1:ln>
        </ns0:spPr>
      </ns0:sp>
      <ns0:sp>
        <ns0:nvSpPr>
          <ns0:cNvPr id="69" name="trace:S05:content.auto.55">
            <ns1:extLst>
              <ns1:ext uri="{FF2B5EF4-FFF2-40B4-BE49-F238E27FC236}">
                <ns2:creationId id="{6393B4E9-9B5E-4C20-894F-B47009D4F665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3886200"/>
            <ns1:ext cx="10953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3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3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強い</ns1:t>
            </ns1:r>
          </ns1:p>
        </ns0:txBody>
      </ns0:sp>
      <ns0:sp>
        <ns0:nvSpPr>
          <ns0:cNvPr id="70" name="trace:S05:content.auto.56">
            <ns1:extLst>
              <ns1:ext uri="{FF2B5EF4-FFF2-40B4-BE49-F238E27FC236}">
                <ns2:creationId id="{9C5403B5-9A9E-434A-B180-869E43B4D10D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4295775"/>
            <ns1:ext cx="2857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伝わる構成で提案の質を底上げ</ns1:t>
            </ns1:r>
          </ns1:p>
        </ns0:txBody>
      </ns0:sp>
      <ns0:sp>
        <ns0:nvSpPr>
          <ns0:cNvPr id="71" name="trace:S05:content.auto.57">
            <ns1:extLst>
              <ns1:ext uri="{FF2B5EF4-FFF2-40B4-BE49-F238E27FC236}">
                <ns2:creationId id="{FDEF0D8C-7F2D-4101-BE69-1963FF16ABDB}"/>
              </ns1:ext>
            </ns1:extLst>
          </ns0:cNvPr>
          <ns0:cNvSpPr>
            <ns1:spLocks noGrp="1"/>
          </ns0:cNvSpPr>
          <ns0:nvPr/>
        </ns0:nvSpPr>
        <ns0:spPr>
          <ns1:xfrm>
            <ns1:off x="10725150" y="4914900"/>
            <ns1:ext cx="4714875" cy="1019175"/>
          </ns1:xfrm>
          <ns1:prstGeom prst="roundRect">
            <ns1:avLst>
              <ns1:gd name="adj" fmla="val 9346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72" name="trace:S05:content.auto.58">
            <ns1:extLst>
              <ns1:ext uri="{FF2B5EF4-FFF2-40B4-BE49-F238E27FC236}">
                <ns2:creationId id="{33F9C51C-8347-43E7-B0AC-AF8619664204}"/>
              </ns1:ext>
            </ns1:extLst>
          </ns0:cNvPr>
          <ns0:cNvSpPr>
            <ns1:spLocks noGrp="1"/>
          </ns0:cNvSpPr>
          <ns0:nvPr/>
        </ns0:nvSpPr>
        <ns0:spPr>
          <ns1:xfrm>
            <ns1:off x="10887075" y="5038725"/>
            <ns1:ext cx="857250" cy="857250"/>
          </ns1:xfrm>
          <ns1:prstGeom prst="ellipse">
            <ns1:avLst/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73" name="trace:S05:content.auto.59">
            <ns1:extLst>
              <ns1:ext uri="{FF2B5EF4-FFF2-40B4-BE49-F238E27FC236}">
                <ns2:creationId id="{877941FA-C6B8-4BFE-BAC1-F539ACC37D1E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0" y="5257800"/>
            <ns1:ext cx="152400" cy="15240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4" name="trace:S05:content.auto.60">
            <ns1:extLst>
              <ns1:ext uri="{FF2B5EF4-FFF2-40B4-BE49-F238E27FC236}">
                <ns2:creationId id="{A74EE1DA-78CE-48E8-9C78-333AAB381756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5162550"/>
            <ns1:ext cx="190500" cy="19050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5" name="trace:S05:content.auto.61">
            <ns1:extLst>
              <ns1:ext uri="{FF2B5EF4-FFF2-40B4-BE49-F238E27FC236}">
                <ns2:creationId id="{44F84F9E-FB9C-4836-A752-BC8CB754E6EC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0" y="5257800"/>
            <ns1:ext cx="152400" cy="15240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6" name="trace:S05:content.auto.62">
            <ns1:extLst>
              <ns1:ext uri="{FF2B5EF4-FFF2-40B4-BE49-F238E27FC236}">
                <ns2:creationId id="{C56EB9BE-5009-414F-87BA-11A3BD2DD0F4}"/>
              </ns1:ext>
            </ns1:extLst>
          </ns0:cNvPr>
          <ns0:cNvSpPr>
            <ns1:spLocks noGrp="1"/>
          </ns0:cNvSpPr>
          <ns0:nvPr/>
        </ns0:nvSpPr>
        <ns0:spPr>
          <ns1:xfrm>
            <ns1:off x="11020425" y="5438775"/>
            <ns1:ext cx="238125" cy="285750"/>
          </ns1:xfrm>
          <ns1:custGeom>
            <ns1:pathLst>
              <ns1:path w="238125" h="285750">
                <ns1:moveTo>
                  <ns1:pt x="0" y="285750"/>
                </ns1:moveTo>
                <ns1:lnTo>
                  <ns1:pt x="0" y="180975"/>
                </ns1:lnTo>
                <ns1:lnTo>
                  <ns1:pt x="66675" y="85725"/>
                </ns1:lnTo>
                <ns1:lnTo>
                  <ns1:pt x="171450" y="85725"/>
                </ns1:lnTo>
                <ns1:lnTo>
                  <ns1:pt x="238125" y="180975"/>
                </ns1:lnTo>
                <ns1:lnTo>
                  <ns1:pt x="238125" y="285750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7" name="trace:S05:content.auto.63">
            <ns1:extLst>
              <ns1:ext uri="{FF2B5EF4-FFF2-40B4-BE49-F238E27FC236}">
                <ns2:creationId id="{9C339793-B8E1-47F1-A4D8-5ECA401A3F47}"/>
              </ns1:ext>
            </ns1:extLst>
          </ns0:cNvPr>
          <ns0:cNvSpPr>
            <ns1:spLocks noGrp="1"/>
          </ns0:cNvSpPr>
          <ns0:nvPr/>
        </ns0:nvSpPr>
        <ns0:spPr>
          <ns1:xfrm>
            <ns1:off x="11172825" y="5429250"/>
            <ns1:ext cx="285750" cy="323850"/>
          </ns1:xfrm>
          <ns1:custGeom>
            <ns1:pathLst>
              <ns1:path w="285750" h="323850">
                <ns1:moveTo>
                  <ns1:pt x="0" y="323850"/>
                </ns1:moveTo>
                <ns1:lnTo>
                  <ns1:pt x="0" y="180975"/>
                </ns1:lnTo>
                <ns1:lnTo>
                  <ns1:pt x="76200" y="76200"/>
                </ns1:lnTo>
                <ns1:lnTo>
                  <ns1:pt x="209550" y="76200"/>
                </ns1:lnTo>
                <ns1:lnTo>
                  <ns1:pt x="285750" y="180975"/>
                </ns1:lnTo>
                <ns1:lnTo>
                  <ns1:pt x="285750" y="323850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8" name="trace:S05:content.auto.64">
            <ns1:extLst>
              <ns1:ext uri="{FF2B5EF4-FFF2-40B4-BE49-F238E27FC236}">
                <ns2:creationId id="{A87A0166-91E1-4380-B56C-AFDE96B6F3E4}"/>
              </ns1:ext>
            </ns1:extLst>
          </ns0:cNvPr>
          <ns0:cNvSpPr>
            <ns1:spLocks noGrp="1"/>
          </ns0:cNvSpPr>
          <ns0:nvPr/>
        </ns0:nvSpPr>
        <ns0:spPr>
          <ns1:xfrm>
            <ns1:off x="11372850" y="5438775"/>
            <ns1:ext cx="238125" cy="285750"/>
          </ns1:xfrm>
          <ns1:custGeom>
            <ns1:pathLst>
              <ns1:path w="238125" h="285750">
                <ns1:moveTo>
                  <ns1:pt x="0" y="285750"/>
                </ns1:moveTo>
                <ns1:lnTo>
                  <ns1:pt x="0" y="180975"/>
                </ns1:lnTo>
                <ns1:lnTo>
                  <ns1:pt x="66675" y="85725"/>
                </ns1:lnTo>
                <ns1:lnTo>
                  <ns1:pt x="171450" y="85725"/>
                </ns1:lnTo>
                <ns1:lnTo>
                  <ns1:pt x="238125" y="180975"/>
                </ns1:lnTo>
                <ns1:lnTo>
                  <ns1:pt x="238125" y="285750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9" name="trace:S05:content.auto.65">
            <ns1:extLst>
              <ns1:ext uri="{FF2B5EF4-FFF2-40B4-BE49-F238E27FC236}">
                <ns2:creationId id="{F7F00BD4-CB6D-4268-B14B-FB4E1AC97316}"/>
              </ns1:ext>
            </ns1:extLst>
          </ns0:cNvPr>
          <ns0:cNvSpPr>
            <ns1:spLocks noGrp="1"/>
          </ns0:cNvSpPr>
          <ns0:nvPr/>
        </ns0:nvSpPr>
        <ns0:spPr>
          <ns1:xfrm>
            <ns1:off x="11982450" y="5143500"/>
            <ns1:ext cx="0" cy="685800"/>
          </ns1:xfrm>
          <ns1:prstGeom prst="line">
            <ns1:avLst/>
          </ns1:prstGeom>
          <ns1:noFill/>
          <ns1:ln w="9525">
            <ns1:solidFill>
              <ns1:srgbClr val="C6D0DA"/>
            </ns1:solidFill>
            <ns1:prstDash val="solid"/>
          </ns1:ln>
        </ns0:spPr>
      </ns0:sp>
      <ns0:sp>
        <ns0:nvSpPr>
          <ns0:cNvPr id="80" name="trace:S05:content.auto.66">
            <ns1:extLst>
              <ns1:ext uri="{FF2B5EF4-FFF2-40B4-BE49-F238E27FC236}">
                <ns2:creationId id="{1B5D595F-8F9E-4B34-8516-C032A2CB6A8E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5095875"/>
            <ns1:ext cx="10953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3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32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続く</ns1:t>
            </ns1:r>
          </ns1:p>
        </ns0:txBody>
      </ns0:sp>
      <ns0:sp>
        <ns0:nvSpPr>
          <ns0:cNvPr id="81" name="trace:S05:content.auto.67">
            <ns1:extLst>
              <ns1:ext uri="{FF2B5EF4-FFF2-40B4-BE49-F238E27FC236}">
                <ns2:creationId id="{CDED0027-18A3-4393-8995-58478894A74E}"/>
              </ns1:ext>
            </ns1:extLst>
          </ns0:cNvPr>
          <ns0:cNvSpPr>
            <ns1:spLocks noGrp="1"/>
          </ns0:cNvSpPr>
          <ns0:nvPr/>
        </ns0:nvSpPr>
        <ns0:spPr>
          <ns1:xfrm>
            <ns1:off x="12211050" y="5505450"/>
            <ns1:ext cx="2857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知見を蓄積し、組織で再利用</ns1:t>
            </ns1:r>
          </ns1:p>
        </ns0:txBody>
      </ns0:sp>
      <ns0:sp>
        <ns0:nvSpPr>
          <ns0:cNvPr id="82" name="trace:S05:content.auto.68">
            <ns1:extLst>
              <ns1:ext uri="{FF2B5EF4-FFF2-40B4-BE49-F238E27FC236}">
                <ns2:creationId id="{8779F854-27BD-4174-9D58-2CE1D1C8E415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5781675"/>
            <ns1:ext cx="495300" cy="47625"/>
          </ns1:xfrm>
          <ns1:prstGeom prst="roundRect">
            <ns1:avLst>
              <ns1:gd name="adj" fmla="val 50000"/>
            </ns1:avLst>
          </ns1:pr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83" name="trace:S05:content.auto.69">
            <ns1:extLst>
              <ns1:ext uri="{FF2B5EF4-FFF2-40B4-BE49-F238E27FC236}">
                <ns2:creationId id="{B228A6BF-8913-46D2-BC39-A6D0F9BA103D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5695950"/>
            <ns1:ext cx="2857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導入の考え方</ns1:t>
            </ns1:r>
          </ns1:p>
        </ns0:txBody>
      </ns0:sp>
      <ns0:sp>
        <ns0:nvSpPr>
          <ns0:cNvPr id="84" name="trace:S05:content.auto.70">
            <ns1:extLst>
              <ns1:ext uri="{FF2B5EF4-FFF2-40B4-BE49-F238E27FC236}">
                <ns2:creationId id="{106E6FE2-9941-4FEF-91D9-595340B0CFA1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6019800"/>
            <ns1:ext cx="4876800" cy="1219200"/>
          </ns1:xfrm>
          <ns1:custGeom>
            <ns1:pathLst>
              <ns1:path w="4876800" h="1219200">
                <ns1:moveTo>
                  <ns1:pt x="0" y="0"/>
                </ns1:moveTo>
                <ns1:lnTo>
                  <ns1:pt x="4533900" y="0"/>
                </ns1:lnTo>
                <ns1:lnTo>
                  <ns1:pt x="4876800" y="609600"/>
                </ns1:lnTo>
                <ns1:lnTo>
                  <ns1:pt x="4533900" y="1219200"/>
                </ns1:lnTo>
                <ns1:lnTo>
                  <ns1:pt x="0" y="1219200"/>
                </ns1:lnTo>
                <ns1:lnTo>
                  <ns1:pt x="342900" y="609600"/>
                </ns1:lnTo>
                <ns1:close/>
              </ns1:path>
            </ns1:pathLst>
          </ns1:cu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85" name="trace:S05:content.auto.71">
            <ns1:extLst>
              <ns1:ext uri="{FF2B5EF4-FFF2-40B4-BE49-F238E27FC236}">
                <ns2:creationId id="{586EF650-AF6D-48C8-B85B-1F2D26BF9CC5}"/>
              </ns1:ext>
            </ns1:extLst>
          </ns0:cNvPr>
          <ns0:cNvSpPr>
            <ns1:spLocks noGrp="1"/>
          </ns0:cNvSpPr>
          <ns0:nvPr/>
        </ns0:nvSpPr>
        <ns0:spPr>
          <ns1:xfrm>
            <ns1:off x="5105400" y="6019800"/>
            <ns1:ext cx="5124450" cy="1219200"/>
          </ns1:xfrm>
          <ns1:custGeom>
            <ns1:pathLst>
              <ns1:path w="5124450" h="1219200">
                <ns1:moveTo>
                  <ns1:pt x="0" y="0"/>
                </ns1:moveTo>
                <ns1:lnTo>
                  <ns1:pt x="4781550" y="0"/>
                </ns1:lnTo>
                <ns1:lnTo>
                  <ns1:pt x="5124450" y="609600"/>
                </ns1:lnTo>
                <ns1:lnTo>
                  <ns1:pt x="4781550" y="1219200"/>
                </ns1:lnTo>
                <ns1:lnTo>
                  <ns1:pt x="0" y="1219200"/>
                </ns1:lnTo>
                <ns1:lnTo>
                  <ns1:pt x="342900" y="609600"/>
                </ns1:lnTo>
                <ns1:close/>
              </ns1:path>
            </ns1:pathLst>
          </ns1:custGeom>
          <ns1:solidFill>
            <ns1:srgbClr val="FFF0F2"/>
          </ns1:solidFill>
          <ns1:ln w="0">
            <ns1:noFill/>
            <ns1:prstDash val="solid"/>
          </ns1:ln>
        </ns0:spPr>
      </ns0:sp>
      <ns0:sp>
        <ns0:nvSpPr>
          <ns0:cNvPr id="86" name="trace:S05:content.auto.72">
            <ns1:extLst>
              <ns1:ext uri="{FF2B5EF4-FFF2-40B4-BE49-F238E27FC236}">
                <ns2:creationId id="{614A64D9-C553-41FC-9EA3-851672E6DB18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6019800"/>
            <ns1:ext cx="5476875" cy="1219200"/>
          </ns1:xfrm>
          <ns1:custGeom>
            <ns1:pathLst>
              <ns1:path w="5476875" h="1219200">
                <ns1:moveTo>
                  <ns1:pt x="0" y="0"/>
                </ns1:moveTo>
                <ns1:lnTo>
                  <ns1:pt x="5133975" y="0"/>
                </ns1:lnTo>
                <ns1:lnTo>
                  <ns1:pt x="5476875" y="609600"/>
                </ns1:lnTo>
                <ns1:lnTo>
                  <ns1:pt x="5133975" y="1219200"/>
                </ns1:lnTo>
                <ns1:lnTo>
                  <ns1:pt x="0" y="1219200"/>
                </ns1:lnTo>
                <ns1:lnTo>
                  <ns1:pt x="342900" y="609600"/>
                </ns1:lnTo>
                <ns1:close/>
              </ns1:path>
            </ns1:pathLst>
          </ns1:cu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87" name="trace:S05:content.auto.73">
            <ns1:extLst>
              <ns1:ext uri="{FF2B5EF4-FFF2-40B4-BE49-F238E27FC236}">
                <ns2:creationId id="{4204592B-A350-4317-A4F4-E86088916259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619125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87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88" name="trace:S05:content.auto.74">
            <ns1:extLst>
              <ns1:ext uri="{FF2B5EF4-FFF2-40B4-BE49-F238E27FC236}">
                <ns2:creationId id="{D8C7887A-9BB4-4B83-B71D-00BA608C8369}"/>
              </ns1:ext>
            </ns1:extLst>
          </ns0:cNvPr>
          <ns0:cNvSpPr>
            <ns1:spLocks noGrp="1"/>
          </ns0:cNvSpPr>
          <ns0:nvPr/>
        </ns0:nvSpPr>
        <ns0:spPr>
          <ns1:xfrm>
            <ns1:off x="2019300" y="6257925"/>
            <ns1:ext cx="0" cy="714375"/>
          </ns1:xfrm>
          <ns1:prstGeom prst="line">
            <ns1:avLst/>
          </ns1:prstGeom>
          <ns1:noFill/>
          <ns1:ln w="9525">
            <ns1:solidFill>
              <ns1:srgbClr val="C6D0DA"/>
            </ns1:solidFill>
            <ns1:prstDash val="solid"/>
          </ns1:ln>
        </ns0:spPr>
      </ns0:sp>
      <ns0:sp>
        <ns0:nvSpPr>
          <ns0:cNvPr id="89" name="trace:S05:content.auto.75">
            <ns1:extLst>
              <ns1:ext uri="{FF2B5EF4-FFF2-40B4-BE49-F238E27FC236}">
                <ns2:creationId id="{C4BFF5F6-E662-4ED9-B9BC-44FB79109BED}"/>
              </ns1:ext>
            </ns1:extLst>
          </ns0:cNvPr>
          <ns0:cNvSpPr>
            <ns1:spLocks noGrp="1"/>
          </ns0:cNvSpPr>
          <ns0:nvPr/>
        </ns0:nvSpPr>
        <ns0:spPr>
          <ns1:xfrm>
            <ns1:off x="1352550" y="6438900"/>
            <ns1:ext cx="400050" cy="133350"/>
          </ns1:xfrm>
          <ns1:prstGeom prst="ellips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90" name="trace:S05:content.auto.76">
            <ns1:extLst>
              <ns1:ext uri="{FF2B5EF4-FFF2-40B4-BE49-F238E27FC236}">
                <ns2:creationId id="{6AA9937A-D917-4992-8791-5C1BEB73A277}"/>
              </ns1:ext>
            </ns1:extLst>
          </ns0:cNvPr>
          <ns0:cNvSpPr>
            <ns1:spLocks noGrp="1"/>
          </ns0:cNvSpPr>
          <ns0:nvPr/>
        </ns0:nvSpPr>
        <ns0:spPr>
          <ns1:xfrm>
            <ns1:off x="1352550" y="6505575"/>
            <ns1:ext cx="0" cy="323850"/>
          </ns1:xfrm>
          <ns1:prstGeom prst="lin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91" name="trace:S05:content.auto.77">
            <ns1:extLst>
              <ns1:ext uri="{FF2B5EF4-FFF2-40B4-BE49-F238E27FC236}">
                <ns2:creationId id="{FF9DEE7A-2A63-4F3A-B6F6-7A830EC62E80}"/>
              </ns1:ext>
            </ns1:extLst>
          </ns0:cNvPr>
          <ns0:cNvSpPr>
            <ns1:spLocks noGrp="1"/>
          </ns0:cNvSpPr>
          <ns0:nvPr/>
        </ns0:nvSpPr>
        <ns0:spPr>
          <ns1:xfrm>
            <ns1:off x="1752600" y="6505575"/>
            <ns1:ext cx="0" cy="323850"/>
          </ns1:xfrm>
          <ns1:prstGeom prst="lin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92" name="trace:S05:content.auto.78">
            <ns1:extLst>
              <ns1:ext uri="{FF2B5EF4-FFF2-40B4-BE49-F238E27FC236}">
                <ns2:creationId id="{EAAC8C59-F2D4-4CF6-AF6F-344578C3FD3A}"/>
              </ns1:ext>
            </ns1:extLst>
          </ns0:cNvPr>
          <ns0:cNvSpPr>
            <ns1:spLocks noGrp="1"/>
          </ns0:cNvSpPr>
          <ns0:nvPr/>
        </ns0:nvSpPr>
        <ns0:spPr>
          <ns1:xfrm>
            <ns1:off x="1352550" y="6762750"/>
            <ns1:ext cx="400050" cy="133350"/>
          </ns1:xfrm>
          <ns1:prstGeom prst="ellips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93" name="trace:S05:content.auto.79">
            <ns1:extLst>
              <ns1:ext uri="{FF2B5EF4-FFF2-40B4-BE49-F238E27FC236}">
                <ns2:creationId id="{98B6595F-AF03-4475-82D5-F1D47AEB6AC1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" y="6638925"/>
            <ns1:ext cx="381000" cy="0"/>
          </ns1:xfrm>
          <ns1:prstGeom prst="lin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94" name="trace:S05:content.auto.80">
            <ns1:extLst>
              <ns1:ext uri="{FF2B5EF4-FFF2-40B4-BE49-F238E27FC236}">
                <ns2:creationId id="{AB9B4EF9-3DDC-447E-8787-C5C51231A590}"/>
              </ns1:ext>
            </ns1:extLst>
          </ns0:cNvPr>
          <ns0:cNvSpPr>
            <ns1:spLocks noGrp="1"/>
          </ns0:cNvSpPr>
          <ns0:nvPr/>
        </ns0:nvSpPr>
        <ns0:spPr>
          <ns1:xfrm>
            <ns1:off x="2228850" y="6191250"/>
            <ns1:ext cx="2190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87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データ整備</ns1:t>
            </ns1:r>
          </ns1:p>
        </ns0:txBody>
      </ns0:sp>
      <ns0:sp>
        <ns0:nvSpPr>
          <ns0:cNvPr id="95" name="trace:S05:content.auto.81">
            <ns1:extLst>
              <ns1:ext uri="{FF2B5EF4-FFF2-40B4-BE49-F238E27FC236}">
                <ns2:creationId id="{D8405E60-81A4-4565-8FA3-814E71411874}"/>
              </ns1:ext>
            </ns1:extLst>
          </ns0:cNvPr>
          <ns0:cNvSpPr>
            <ns1:spLocks noGrp="1"/>
          </ns0:cNvSpPr>
          <ns0:nvPr/>
        </ns0:nvSpPr>
        <ns0:spPr>
          <ns1:xfrm>
            <ns1:off x="2228850" y="6572250"/>
            <ns1:ext cx="2571750" cy="533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過去提案・顧客情報を整理し、</ns1:t>
            </ns1:r>
          </ns1:p>
          <ns1:p>
            <ns1:pPr algn="l">
              <ns1:buNone/>
              <ns1:def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再利用可能なデータ基盤を構築。</ns1:t>
            </ns1:r>
          </ns1:p>
        </ns0:txBody>
      </ns0:sp>
      <ns0:sp>
        <ns0:nvSpPr>
          <ns0:cNvPr id="96" name="trace:S05:content.auto.82">
            <ns1:extLst>
              <ns1:ext uri="{FF2B5EF4-FFF2-40B4-BE49-F238E27FC236}">
                <ns2:creationId id="{3A663AE4-193B-41D8-977B-A22E2268BA8D}"/>
              </ns1:ext>
            </ns1:extLst>
          </ns0:cNvPr>
          <ns0:cNvSpPr>
            <ns1:spLocks noGrp="1"/>
          </ns0:cNvSpPr>
          <ns0:nvPr/>
        </ns0:nvSpPr>
        <ns0:spPr>
          <ns1:xfrm>
            <ns1:off x="5676900" y="619125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87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97" name="trace:S05:content.auto.83">
            <ns1:extLst>
              <ns1:ext uri="{FF2B5EF4-FFF2-40B4-BE49-F238E27FC236}">
                <ns2:creationId id="{650F2323-EA63-468C-A424-74668F2B802F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6257925"/>
            <ns1:ext cx="0" cy="714375"/>
          </ns1:xfrm>
          <ns1:prstGeom prst="line">
            <ns1:avLst/>
          </ns1:prstGeom>
          <ns1:noFill/>
          <ns1:ln w="9525">
            <ns1:solidFill>
              <ns1:srgbClr val="C6D0DA"/>
            </ns1:solidFill>
            <ns1:prstDash val="solid"/>
          </ns1:ln>
        </ns0:spPr>
      </ns0:sp>
      <ns0:sp>
        <ns0:nvSpPr>
          <ns0:cNvPr id="98" name="trace:S05:content.auto.84">
            <ns1:extLst>
              <ns1:ext uri="{FF2B5EF4-FFF2-40B4-BE49-F238E27FC236}">
                <ns2:creationId id="{DBDAFD06-DF1E-41D3-8A74-069F63F18FD1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6372225"/>
            <ns1:ext cx="342900" cy="476250"/>
          </ns1:xfrm>
          <ns1:prstGeom prst="rect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99" name="trace:S05:content.auto.85">
            <ns1:extLst>
              <ns1:ext uri="{FF2B5EF4-FFF2-40B4-BE49-F238E27FC236}">
                <ns2:creationId id="{60C54823-DC2F-41AF-BD76-42CF611A8F35}"/>
              </ns1:ext>
            </ns1:extLst>
          </ns0:cNvPr>
          <ns0:cNvSpPr>
            <ns1:spLocks noGrp="1"/>
          </ns0:cNvSpPr>
          <ns0:nvPr/>
        </ns0:nvSpPr>
        <ns0:spPr>
          <ns1:xfrm>
            <ns1:off x="6438900" y="6372225"/>
            <ns1:ext cx="114300" cy="114300"/>
          </ns1:xfrm>
          <ns1:prstGeom prst="lin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00" name="trace:S05:content.auto.86">
            <ns1:extLst>
              <ns1:ext uri="{FF2B5EF4-FFF2-40B4-BE49-F238E27FC236}">
                <ns2:creationId id="{EEAA9486-16D6-4DDA-BFDF-22305CA78A6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6572250"/>
            <ns1:ext cx="190500" cy="0"/>
          </ns1:xfrm>
          <ns1:prstGeom prst="lin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01" name="trace:S05:content.auto.87">
            <ns1:extLst>
              <ns1:ext uri="{FF2B5EF4-FFF2-40B4-BE49-F238E27FC236}">
                <ns2:creationId id="{9D0343F2-B92F-4C8E-8F95-1AF37A0D68E0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6686550"/>
            <ns1:ext cx="190500" cy="0"/>
          </ns1:xfrm>
          <ns1:prstGeom prst="lin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02" name="trace:S05:content.auto.88">
            <ns1:extLst>
              <ns1:ext uri="{FF2B5EF4-FFF2-40B4-BE49-F238E27FC236}">
                <ns2:creationId id="{B9272B8B-9830-424B-8230-C9AD5E22160F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6191250"/>
            <ns1:ext cx="2762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87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テンプレート化</ns1:t>
            </ns1:r>
          </ns1:p>
        </ns0:txBody>
      </ns0:sp>
      <ns0:sp>
        <ns0:nvSpPr>
          <ns0:cNvPr id="103" name="trace:S05:content.auto.89">
            <ns1:extLst>
              <ns1:ext uri="{FF2B5EF4-FFF2-40B4-BE49-F238E27FC236}">
                <ns2:creationId id="{1E24AB56-35A1-4C8D-9CC7-89BF96F2F882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6572250"/>
            <ns1:ext cx="2857500" cy="533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社内の知見をもとに、</ns1:t>
            </ns1:r>
          </ns1:p>
          <ns1:p>
            <ns1:pPr algn="l">
              <ns1:buNone/>
              <ns1:def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汎用的な提案テンプレートを整備。</ns1:t>
            </ns1:r>
          </ns1:p>
        </ns0:txBody>
      </ns0:sp>
      <ns0:sp>
        <ns0:nvSpPr>
          <ns0:cNvPr id="104" name="trace:S05:content.auto.90">
            <ns1:extLst>
              <ns1:ext uri="{FF2B5EF4-FFF2-40B4-BE49-F238E27FC236}">
                <ns2:creationId id="{B3D1EA98-02E3-45B5-AE48-58EDBD7BA481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0" y="619125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87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105" name="trace:S05:content.auto.91">
            <ns1:extLst>
              <ns1:ext uri="{FF2B5EF4-FFF2-40B4-BE49-F238E27FC236}">
                <ns2:creationId id="{9B7B5EF7-F783-40FB-897F-2837E7C6AB5C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6257925"/>
            <ns1:ext cx="0" cy="714375"/>
          </ns1:xfrm>
          <ns1:prstGeom prst="line">
            <ns1:avLst/>
          </ns1:prstGeom>
          <ns1:noFill/>
          <ns1:ln w="9525">
            <ns1:solidFill>
              <ns1:srgbClr val="C6D0DA"/>
            </ns1:solidFill>
            <ns1:prstDash val="solid"/>
          </ns1:ln>
        </ns0:spPr>
      </ns0:sp>
      <ns0:sp>
        <ns0:nvSpPr>
          <ns0:cNvPr id="106" name="trace:S05:content.auto.92">
            <ns1:extLst>
              <ns1:ext uri="{FF2B5EF4-FFF2-40B4-BE49-F238E27FC236}">
                <ns2:creationId id="{EC131FCD-062F-46AD-8800-5347914F0157}"/>
              </ns1:ext>
            </ns1:extLst>
          </ns0:cNvPr>
          <ns0:cNvSpPr>
            <ns1:spLocks noGrp="1"/>
          </ns0:cNvSpPr>
          <ns0:nvPr/>
        </ns0:nvSpPr>
        <ns0:spPr>
          <ns1:xfrm>
            <ns1:off x="10934700" y="6353175"/>
            <ns1:ext cx="514350" cy="514350"/>
          </ns1:xfrm>
          <ns1:custGeom>
            <ns1:pathLst>
              <ns1:path w="514350" h="514350">
                <ns1:moveTo>
                  <ns1:pt x="257175" y="10287"/>
                </ns1:moveTo>
                <ns1:lnTo>
                  <ns1:pt x="305340" y="15031"/>
                </ns1:lnTo>
                <ns1:lnTo>
                  <ns1:pt x="330869" y="79261"/>
                </ns1:lnTo>
                <ns1:lnTo>
                  <ns1:pt x="364163" y="97057"/>
                </ns1:lnTo>
                <ns1:lnTo>
                  <ns1:pt x="431751" y="82599"/>
                </ns1:lnTo>
                <ns1:lnTo>
                  <ns1:pt x="462455" y="120011"/>
                </ns1:lnTo>
                <ns1:lnTo>
                  <ns1:pt x="435089" y="183481"/>
                </ns1:lnTo>
                <ns1:lnTo>
                  <ns1:pt x="446047" y="219606"/>
                </ns1:lnTo>
                <ns1:lnTo>
                  <ns1:pt x="504063" y="257175"/>
                </ns1:lnTo>
                <ns1:lnTo>
                  <ns1:pt x="499319" y="305340"/>
                </ns1:lnTo>
                <ns1:lnTo>
                  <ns1:pt x="435089" y="330869"/>
                </ns1:lnTo>
                <ns1:lnTo>
                  <ns1:pt x="417293" y="364163"/>
                </ns1:lnTo>
                <ns1:lnTo>
                  <ns1:pt x="431751" y="431751"/>
                </ns1:lnTo>
                <ns1:lnTo>
                  <ns1:pt x="394339" y="462455"/>
                </ns1:lnTo>
                <ns1:lnTo>
                  <ns1:pt x="330869" y="435089"/>
                </ns1:lnTo>
                <ns1:lnTo>
                  <ns1:pt x="294744" y="446047"/>
                </ns1:lnTo>
                <ns1:lnTo>
                  <ns1:pt x="257175" y="504063"/>
                </ns1:lnTo>
                <ns1:lnTo>
                  <ns1:pt x="209010" y="499319"/>
                </ns1:lnTo>
                <ns1:lnTo>
                  <ns1:pt x="183481" y="435089"/>
                </ns1:lnTo>
                <ns1:lnTo>
                  <ns1:pt x="150187" y="417293"/>
                </ns1:lnTo>
                <ns1:lnTo>
                  <ns1:pt x="82599" y="431751"/>
                </ns1:lnTo>
                <ns1:lnTo>
                  <ns1:pt x="51895" y="394339"/>
                </ns1:lnTo>
                <ns1:lnTo>
                  <ns1:pt x="79261" y="330869"/>
                </ns1:lnTo>
                <ns1:lnTo>
                  <ns1:pt x="68303" y="294744"/>
                </ns1:lnTo>
                <ns1:lnTo>
                  <ns1:pt x="10287" y="257175"/>
                </ns1:lnTo>
                <ns1:lnTo>
                  <ns1:pt x="15031" y="209010"/>
                </ns1:lnTo>
                <ns1:lnTo>
                  <ns1:pt x="79261" y="183481"/>
                </ns1:lnTo>
                <ns1:lnTo>
                  <ns1:pt x="97057" y="150187"/>
                </ns1:lnTo>
                <ns1:lnTo>
                  <ns1:pt x="82599" y="82599"/>
                </ns1:lnTo>
                <ns1:lnTo>
                  <ns1:pt x="120011" y="51895"/>
                </ns1:lnTo>
                <ns1:lnTo>
                  <ns1:pt x="183481" y="79261"/>
                </ns1:lnTo>
                <ns1:lnTo>
                  <ns1:pt x="219606" y="68303"/>
                </ns1:lnTo>
                <ns1:close/>
              </ns1:path>
            </ns1:pathLst>
          </ns1:cu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07" name="trace:S05:content.auto.93">
            <ns1:extLst>
              <ns1:ext uri="{FF2B5EF4-FFF2-40B4-BE49-F238E27FC236}">
                <ns2:creationId id="{75E1674F-C31E-460D-9E57-B843BB3170DC}"/>
              </ns1:ext>
            </ns1:extLst>
          </ns0:cNvPr>
          <ns0:cNvSpPr>
            <ns1:spLocks noGrp="1"/>
          </ns0:cNvSpPr>
          <ns0:nvPr/>
        </ns0:nvSpPr>
        <ns0:spPr>
          <ns1:xfrm>
            <ns1:off x="11096625" y="6515100"/>
            <ns1:ext cx="190500" cy="190500"/>
          </ns1:xfrm>
          <ns1:prstGeom prst="ellips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08" name="trace:S05:content.auto.94">
            <ns1:extLst>
              <ns1:ext uri="{FF2B5EF4-FFF2-40B4-BE49-F238E27FC236}">
                <ns2:creationId id="{91953EEB-C86E-4DDF-8A35-9EF761AF86E9}"/>
              </ns1:ext>
            </ns1:extLst>
          </ns0:cNvPr>
          <ns0:cNvSpPr>
            <ns1:spLocks noGrp="1"/>
          </ns0:cNvSpPr>
          <ns0:nvPr/>
        </ns0:nvSpPr>
        <ns0:spPr>
          <ns1:xfrm>
            <ns1:off x="11972925" y="6191250"/>
            <ns1:ext cx="2286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87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運用定着</ns1:t>
            </ns1:r>
          </ns1:p>
        </ns0:txBody>
      </ns0:sp>
      <ns0:sp>
        <ns0:nvSpPr>
          <ns0:cNvPr id="109" name="trace:S05:content.auto.95">
            <ns1:extLst>
              <ns1:ext uri="{FF2B5EF4-FFF2-40B4-BE49-F238E27FC236}">
                <ns2:creationId id="{75CCE224-0374-43E0-AD1E-9966D011A9A0}"/>
              </ns1:ext>
            </ns1:extLst>
          </ns0:cNvPr>
          <ns0:cNvSpPr>
            <ns1:spLocks noGrp="1"/>
          </ns0:cNvSpPr>
          <ns0:nvPr/>
        </ns0:nvSpPr>
        <ns0:spPr>
          <ns1:xfrm>
            <ns1:off x="11972925" y="6572250"/>
            <ns1:ext cx="3048000" cy="533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現場での活用を支援し、</ns1:t>
            </ns1:r>
          </ns1:p>
          <ns1:p>
            <ns1:pPr algn="l">
              <ns1:buNone/>
              <ns1:def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継続的な改善サイクルを確立。</ns1:t>
            </ns1:r>
          </ns1:p>
        </ns0:txBody>
      </ns0:sp>
      <ns0:sp>
        <ns0:nvSpPr>
          <ns0:cNvPr id="110" name="trace:S05:content.auto.96">
            <ns1:extLst>
              <ns1:ext uri="{FF2B5EF4-FFF2-40B4-BE49-F238E27FC236}">
                <ns2:creationId id="{F0B4A2AB-FB3D-491E-9A86-47998EEA46CB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7372350"/>
            <ns1:ext cx="14992350" cy="647700"/>
          </ns1:xfrm>
          <ns1:prstGeom prst="roundRect">
            <ns1:avLst>
              <ns1:gd name="adj" fmla="val 7353"/>
            </ns1:avLst>
          </ns1:prstGeom>
          <ns1:solidFill>
            <ns1:srgbClr val="FFF7F8"/>
          </ns1:solidFill>
          <ns1:ln w="9525">
            <ns1:solidFill>
              <ns1:srgbClr val="F21D27"/>
            </ns1:solidFill>
            <ns1:prstDash val="solid"/>
          </ns1:ln>
        </ns0:spPr>
      </ns0:sp>
      <ns0:sp>
        <ns0:nvSpPr>
          <ns0:cNvPr id="111" name="trace:S05:content.auto.97">
            <ns1:extLst>
              <ns1:ext uri="{FF2B5EF4-FFF2-40B4-BE49-F238E27FC236}">
                <ns2:creationId id="{3A85CAE1-E241-40C3-8FA2-C03AF2179CE4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7372350"/>
            <ns1:ext cx="3076575" cy="647700"/>
          </ns1:xfrm>
          <ns1:custGeom>
            <ns1:pathLst>
              <ns1:path w="3076575" h="647700">
                <ns1:moveTo>
                  <ns1:pt x="0" y="0"/>
                </ns1:moveTo>
                <ns1:lnTo>
                  <ns1:pt x="2733675" y="0"/>
                </ns1:lnTo>
                <ns1:lnTo>
                  <ns1:pt x="3076575" y="323850"/>
                </ns1:lnTo>
                <ns1:lnTo>
                  <ns1:pt x="2733675" y="647700"/>
                </ns1:lnTo>
                <ns1:lnTo>
                  <ns1:pt x="0" y="647700"/>
                </ns1:lnTo>
                <ns1:close/>
              </ns1:path>
            </ns1:pathLst>
          </ns1:cu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112" name="trace:S05:content.auto.98">
            <ns1:extLst>
              <ns1:ext uri="{FF2B5EF4-FFF2-40B4-BE49-F238E27FC236}">
                <ns2:creationId id="{45867DCA-3935-4F90-9797-3C7267FA5CDA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7515225"/>
            <ns1:ext cx="0" cy="361950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13" name="trace:S05:content.auto.99">
            <ns1:extLst>
              <ns1:ext uri="{FF2B5EF4-FFF2-40B4-BE49-F238E27FC236}">
                <ns2:creationId id="{E4A9E2D5-8175-4A09-91B4-9216CC14E208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7515225"/>
            <ns1:ext cx="361950" cy="161925"/>
          </ns1:xfrm>
          <ns1:custGeom>
            <ns1:pathLst>
              <ns1:path w="361950" h="161925">
                <ns1:moveTo>
                  <ns1:pt x="0" y="0"/>
                </ns1:moveTo>
                <ns1:lnTo>
                  <ns1:pt x="342900" y="47625"/>
                </ns1:lnTo>
                <ns1:lnTo>
                  <ns1:pt x="190500" y="104775"/>
                </ns1:lnTo>
                <ns1:lnTo>
                  <ns1:pt x="342900" y="161925"/>
                </ns1:lnTo>
                <ns1:lnTo>
                  <ns1:pt x="0" y="161925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14" name="trace:S05:content.auto.100">
            <ns1:extLst>
              <ns1:ext uri="{FF2B5EF4-FFF2-40B4-BE49-F238E27FC236}">
                <ns2:creationId id="{C17C3BE7-26DA-4FD0-9811-21597E9E55EC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7543800"/>
            <ns1:ext cx="2000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8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コンセプトの要点</ns1:t>
            </ns1:r>
          </ns1:p>
        </ns0:txBody>
      </ns0:sp>
      <ns0:sp>
        <ns0:nvSpPr>
          <ns0:cNvPr id="115" name="trace:S05:content.auto.101">
            <ns1:extLst>
              <ns1:ext uri="{FF2B5EF4-FFF2-40B4-BE49-F238E27FC236}">
                <ns2:creationId id="{493C0CD1-16B4-4AE4-9755-5C1A7FD31B25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7534275"/>
            <ns1:ext cx="3143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提案書作成を効率化し、</ns1:t>
            </ns1:r>
          </ns1:p>
        </ns0:txBody>
      </ns0:sp>
      <ns0:sp>
        <ns0:nvSpPr>
          <ns0:cNvPr id="116" name="trace:S05:content.auto.102">
            <ns1:extLst>
              <ns1:ext uri="{FF2B5EF4-FFF2-40B4-BE49-F238E27FC236}">
                <ns2:creationId id="{40AE52FF-DEBB-49DE-91CC-8F3DDDD4039D}"/>
              </ns1:ext>
            </ns1:extLst>
          </ns0:cNvPr>
          <ns0:cNvSpPr>
            <ns1:spLocks noGrp="1"/>
          </ns0:cNvSpPr>
          <ns0:nvPr/>
        </ns0:nvSpPr>
        <ns0:spPr>
          <ns1:xfrm>
            <ns1:off x="7210425" y="7534275"/>
            <ns1:ext cx="5905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100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F21D27"/>
                </ns1:solidFill>
                <ns1:latin typeface="Yu Gothic"/>
                <ns1:ea typeface="Yu Gothic"/>
                <ns1:cs typeface="Yu Gothic"/>
              </ns1:rPr>
              <ns1:t>提案の質と再現性を高める業務基盤を構築</ns1:t>
            </ns1:r>
          </ns1:p>
        </ns0:txBody>
      </ns0:sp>
      <ns0:sp>
        <ns0:nvSpPr>
          <ns0:cNvPr id="117" name="trace:S05:content.auto.103">
            <ns1:extLst>
              <ns1:ext uri="{FF2B5EF4-FFF2-40B4-BE49-F238E27FC236}">
                <ns2:creationId id="{17D5159C-9F6C-4023-8889-8C1FC2D14E02}"/>
              </ns1:ext>
            </ns1:extLst>
          </ns0:cNvPr>
          <ns0:cNvSpPr>
            <ns1:spLocks noGrp="1"/>
          </ns0:cNvSpPr>
          <ns0:nvPr/>
        </ns0:nvSpPr>
        <ns0:spPr>
          <ns1:xfrm>
            <ns1:off x="12363450" y="7534275"/>
            <ns1:ext cx="1428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します。</ns1:t>
            </ns1:r>
          </ns1:p>
        </ns0:txBody>
      </ns0:sp>
      <ns0:sp>
        <ns0:nvSpPr>
          <ns0:cNvPr id="118" name="trace:S05:content.auto.104">
            <ns1:extLst>
              <ns1:ext uri="{FF2B5EF4-FFF2-40B4-BE49-F238E27FC236}">
                <ns2:creationId id="{2ECA1A3B-9E11-4D9F-92CC-C61F56C411DB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8277225"/>
            <ns1:ext cx="14973300" cy="0"/>
          </ns1:xfrm>
          <ns1:prstGeom prst="line">
            <ns1:avLst/>
          </ns1:prstGeom>
          <ns1:noFill/>
          <ns1:ln w="9525">
            <ns1:solidFill>
              <ns1:srgbClr val="F21D27"/>
            </ns1:solidFill>
            <ns1:prstDash val="solid"/>
          </ns1:ln>
        </ns0:spPr>
      </ns0:sp>
      <ns0:sp>
        <ns0:nvSpPr>
          <ns0:cNvPr id="119" name="trace:S05:content.auto.105">
            <ns1:extLst>
              <ns1:ext uri="{FF2B5EF4-FFF2-40B4-BE49-F238E27FC236}">
                <ns2:creationId id="{8289B1FA-7D85-46F2-9F6C-D6CFDC724133}"/>
              </ns1:ext>
            </ns1:extLst>
          </ns0:cNvPr>
          <ns0:cNvSpPr>
            <ns1:spLocks noGrp="1"/>
          </ns0:cNvSpPr>
          <ns0:nvPr/>
        </ns0:nvSpPr>
        <ns0:spPr>
          <ns1:xfrm>
            <ns1:off x="438150" y="8401050"/>
            <ns1:ext cx="285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ctr">
              <ns1:buNone/>
              <ns1:defRPr sz="165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0213D"/>
                </ns1:solidFill>
                <ns1:latin typeface="Yu Gothic"/>
                <ns1:ea typeface="Yu Gothic"/>
                <ns1:cs typeface="Yu Gothic"/>
              </ns1:rPr>
              <ns1:t>05</ns1:t>
            </ns1:r>
          </ns1:p>
        </ns0:txBody>
      </ns0:sp>
      <ns0:sp>
        <ns0:nvSpPr>
          <ns0:cNvPr id="120" name="trace:S05:content.auto.106">
            <ns1:extLst>
              <ns1:ext uri="{FF2B5EF4-FFF2-40B4-BE49-F238E27FC236}">
                <ns2:creationId id="{D16DEE03-E74D-4DAF-9657-7B24D7A5080E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8391525"/>
            <ns1:ext cx="0" cy="266700"/>
          </ns1:xfrm>
          <ns1:prstGeom prst="line">
            <ns1:avLst/>
          </ns1:prstGeom>
          <ns1:noFill/>
          <ns1:ln w="9525">
            <ns1:solidFill>
              <ns1:srgbClr val="53657A"/>
            </ns1:solidFill>
            <ns1:prstDash val="solid"/>
          </ns1:ln>
        </ns0:spPr>
      </ns0:sp>
      <ns0:sp>
        <ns0:nvSpPr>
          <ns0:cNvPr id="121" name="trace:S05:footer.brand">
            <ns1:extLst>
              <ns1:ext uri="{FF2B5EF4-FFF2-40B4-BE49-F238E27FC236}">
                <ns2:creationId id="{C8DA41B4-4984-42E1-847D-AA7442117D15}"/>
              </ns1:ext>
            </ns1:extLst>
          </ns0:cNvPr>
          <ns0:cNvSpPr>
            <ns1:spLocks noGrp="1"/>
          </ns0:cNvSpPr>
          <ns0:nvPr/>
        </ns0:nvSpPr>
        <ns0:spPr>
          <ns1:xfrm>
            <ns1:off x="1628775" y="8391525"/>
            <ns1:ext cx="1619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72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22" name="trace:S05:content.auto.107">
            <ns1:extLst>
              <ns1:ext uri="{FF2B5EF4-FFF2-40B4-BE49-F238E27FC236}">
                <ns2:creationId id="{D753E8FE-CB0F-445D-95B6-73D356526788}"/>
              </ns1:ext>
            </ns1:extLst>
          </ns0:cNvPr>
          <ns0:cNvSpPr>
            <ns1:spLocks noGrp="1"/>
          </ns0:cNvSpPr>
          <ns0:nvPr/>
        </ns0:nvSpPr>
        <ns0:spPr>
          <ns1:xfrm>
            <ns1:off x="3057525" y="8391525"/>
            <ns1:ext cx="0" cy="266700"/>
          </ns1:xfrm>
          <ns1:prstGeom prst="line">
            <ns1:avLst/>
          </ns1:prstGeom>
          <ns1:noFill/>
          <ns1:ln w="9525">
            <ns1:solidFill>
              <ns1:srgbClr val="53657A"/>
            </ns1:solidFill>
            <ns1:prstDash val="solid"/>
          </ns1:ln>
        </ns0:spPr>
      </ns0:sp>
      <ns0:sp>
        <ns0:nvSpPr>
          <ns0:cNvPr id="123" name="trace:S05:footer.tagline.jp">
            <ns1:extLst>
              <ns1:ext uri="{FF2B5EF4-FFF2-40B4-BE49-F238E27FC236}">
                <ns2:creationId id="{E4F8C14F-43F5-44A9-8A12-9D840520515E}"/>
              </ns1:ext>
            </ns1:extLst>
          </ns0:cNvPr>
          <ns0:cNvSpPr>
            <ns1:spLocks noGrp="1"/>
          </ns0:cNvSpPr>
          <ns0:nvPr/>
        </ns0:nvSpPr>
        <ns0:spPr>
          <ns1:xfrm>
            <ns1:off x="3257550" y="8353425"/>
            <ns1:ext cx="39052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l">
              <ns1:buNone/>
              <ns1:defRPr sz="1200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人とテクノロジーで、より良い社会をつくる</ns1:t>
            </ns1:r>
          </ns1:p>
          <ns1:p>
            <ns1:pPr algn="l">
              <ns1:buNone/>
              <ns1:defRPr sz="1200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Think Together, Create the Next.</ns1:t>
            </ns1:r>
          </ns1:p>
        </ns0:txBody>
      </ns0:sp>
      <ns0:sp>
        <ns0:nvSpPr>
          <ns0:cNvPr id="124" name="trace:S05:footer.brand.2">
            <ns1:extLst>
              <ns1:ext uri="{FF2B5EF4-FFF2-40B4-BE49-F238E27FC236}">
                <ns2:creationId id="{261C98F6-B0F8-4C77-A9B8-6D472C5BF326}"/>
              </ns1:ext>
            </ns1:extLst>
          </ns0:cNvPr>
          <ns0:cNvSpPr>
            <ns1:spLocks noGrp="1"/>
          </ns0:cNvSpPr>
          <ns0:nvPr/>
        </ns0:nvSpPr>
        <ns0:spPr>
          <ns1:xfrm>
            <ns1:off x="12496800" y="8410575"/>
            <ns1:ext cx="29337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>
            <ns1:noAutofit/>
          </ns1:bodyPr>
          <ns1:lstStyle/>
          <ns1:p>
            <ns1:pPr algn="r">
              <ns1:buNone/>
              <ns1:defRPr sz="112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53657A"/>
                </ns1:solidFill>
                <ns1:latin typeface="Yu Gothic"/>
                <ns1:ea typeface="Yu Gothic"/>
                <ns1:cs typeface="Yu Gothic"/>
              </ns1:rPr>
              <ns1:t>© 2026 提案クエスト All Rights Reserved.</ns1:t>
            </ns1:r>
          </ns1:p>
        </ns0:txBody>
      </ns0:sp>
      <ns0:sp>
        <ns0:nvSpPr>
          <ns0:cNvPr id="126" name="trace:S05:content.auto.108">
            <ns1:extLst>
              <ns1:ext uri="{FF2B5EF4-FFF2-40B4-BE49-F238E27FC236}">
                <ns2:creationId id="{EA89802D-4A72-4DDA-BD1B-C76376A7890B}"/>
              </ns1:ext>
            </ns1:extLst>
          </ns0:cNvPr>
          <ns0:cNvSpPr>
            <ns1:spLocks noGrp="1"/>
          </ns0:cNvSpPr>
          <ns0:nvPr/>
        </ns0:nvSpPr>
        <ns0:spPr>
          <ns1:xfrm>
            <ns1:off x="5505450" y="3695700"/>
            <ns1:ext cx="438150" cy="152400"/>
          </ns1:xfrm>
          <ns1:custGeom>
            <ns1:pathLst>
              <ns1:path w="438150" h="152400">
                <ns1:moveTo>
                  <ns1:pt x="0" y="57150"/>
                </ns1:moveTo>
                <ns1:lnTo>
                  <ns1:pt x="247650" y="0"/>
                </ns1:lnTo>
                <ns1:lnTo>
                  <ns1:pt x="438150" y="76200"/>
                </ns1:lnTo>
                <ns1:lnTo>
                  <ns1:pt x="180975" y="142875"/>
                </ns1:lnTo>
                <ns1:close/>
              </ns1:path>
            </ns1:pathLst>
          </ns1:cu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127" name="trace:S05:content.auto.109">
            <ns1:extLst>
              <ns1:ext uri="{FF2B5EF4-FFF2-40B4-BE49-F238E27FC236}">
                <ns2:creationId id="{6B492EB3-5AB5-458D-A81C-627132F75079}"/>
              </ns1:ext>
            </ns1:extLst>
          </ns0:cNvPr>
          <ns0:cNvSpPr>
            <ns1:spLocks noGrp="1"/>
          </ns0:cNvSpPr>
          <ns0:nvPr/>
        </ns0:nvSpPr>
        <ns0:spPr>
          <ns1:xfrm>
            <ns1:off x="5686425" y="3838575"/>
            <ns1:ext cx="257175" cy="123825"/>
          </ns1:xfrm>
          <ns1:custGeom>
            <ns1:pathLst>
              <ns1:path w="257175" h="123825">
                <ns1:moveTo>
                  <ns1:pt x="0" y="0"/>
                </ns1:moveTo>
                <ns1:lnTo>
                  <ns1:pt x="257175" y="66675"/>
                </ns1:lnTo>
                <ns1:lnTo>
                  <ns1:pt x="257175" y="142875"/>
                </ns1:lnTo>
                <ns1:lnTo>
                  <ns1:pt x="0" y="76200"/>
                </ns1:lnTo>
                <ns1:close/>
              </ns1:path>
            </ns1:pathLst>
          </ns1:custGeom>
          <ns1:solidFill>
            <ns1:srgbClr val="B81B22"/>
          </ns1:solidFill>
          <ns1:ln w="0">
            <ns1:noFill/>
            <ns1:prstDash val="solid"/>
          </ns1:ln>
        </ns0:spPr>
      </ns0:sp>
      <ns0:sp>
        <ns0:nvSpPr>
          <ns0:cNvPr id="128" name="trace:S05:content.auto.110">
            <ns1:extLst>
              <ns1:ext uri="{FF2B5EF4-FFF2-40B4-BE49-F238E27FC236}">
                <ns2:creationId id="{0523C1C5-926B-44B2-A93F-7B4284AE07D9}"/>
              </ns1:ext>
            </ns1:extLst>
          </ns0:cNvPr>
          <ns0:cNvSpPr>
            <ns1:spLocks noGrp="1"/>
          </ns0:cNvSpPr>
          <ns0:nvPr/>
        </ns0:nvSpPr>
        <ns0:spPr>
          <ns1:xfrm>
            <ns1:off x="5514975" y="3838575"/>
            <ns1:ext cx="400050" cy="161925"/>
          </ns1:xfrm>
          <ns1:custGeom>
            <ns1:pathLst>
              <ns1:path w="400050" h="161925">
                <ns1:moveTo>
                  <ns1:pt x="0" y="66675"/>
                </ns1:moveTo>
                <ns1:lnTo>
                  <ns1:pt x="238125" y="0"/>
                </ns1:lnTo>
                <ns1:lnTo>
                  <ns1:pt x="400050" y="76200"/>
                </ns1:lnTo>
                <ns1:lnTo>
                  <ns1:pt x="161925" y="142875"/>
                </ns1:lnTo>
                <ns1:close/>
              </ns1:path>
            </ns1:pathLst>
          </ns1:custGeom>
          <ns1:solidFill>
            <ns1:srgbClr val="32383D"/>
          </ns1:solidFill>
          <ns1:ln w="0">
            <ns1:noFill/>
            <ns1:prstDash val="solid"/>
          </ns1:ln>
        </ns0:spPr>
      </ns0:sp>
      <ns0:sp>
        <ns0:nvSpPr>
          <ns0:cNvPr id="129" name="trace:S05:content.auto.111">
            <ns1:extLst>
              <ns1:ext uri="{FF2B5EF4-FFF2-40B4-BE49-F238E27FC236}">
                <ns2:creationId id="{570F9D99-E334-4278-9788-6D356BC98117}"/>
              </ns1:ext>
            </ns1:extLst>
          </ns0:cNvPr>
          <ns0:cNvSpPr>
            <ns1:spLocks noGrp="1"/>
          </ns0:cNvSpPr>
          <ns0:nvPr/>
        </ns0:nvSpPr>
        <ns0:spPr>
          <ns1:xfrm>
            <ns1:off x="5676900" y="3981450"/>
            <ns1:ext cx="247650" cy="123825"/>
          </ns1:xfrm>
          <ns1:custGeom>
            <ns1:pathLst>
              <ns1:path w="247650" h="123825">
                <ns1:moveTo>
                  <ns1:pt x="0" y="0"/>
                </ns1:moveTo>
                <ns1:lnTo>
                  <ns1:pt x="247650" y="66675"/>
                </ns1:lnTo>
                <ns1:lnTo>
                  <ns1:pt x="247650" y="142875"/>
                </ns1:lnTo>
                <ns1:lnTo>
                  <ns1:pt x="0" y="76200"/>
                </ns1:lnTo>
                <ns1:close/>
              </ns1:path>
            </ns1:pathLst>
          </ns1:custGeom>
          <ns1:solidFill>
            <ns1:srgbClr val="626A70"/>
          </ns1:solidFill>
          <ns1:ln w="0">
            <ns1:noFill/>
            <ns1:prstDash val="solid"/>
          </ns1:ln>
        </ns0:spPr>
      </ns0:sp>
      <ns0:sp>
        <ns0:nvSpPr>
          <ns0:cNvPr id="130" name="trace:S05:content.auto.112">
            <ns1:extLst>
              <ns1:ext uri="{FF2B5EF4-FFF2-40B4-BE49-F238E27FC236}">
                <ns2:creationId id="{928C0CB4-DD6F-4A80-9868-219D8FDF4E95}"/>
              </ns1:ext>
            </ns1:extLst>
          </ns0:cNvPr>
          <ns0:cNvSpPr>
            <ns1:spLocks noGrp="1"/>
          </ns0:cNvSpPr>
          <ns0:nvPr/>
        </ns0:nvSpPr>
        <ns0:spPr>
          <ns1:xfrm>
            <ns1:off x="5505450" y="4000500"/>
            <ns1:ext cx="409575" cy="161925"/>
          </ns1:xfrm>
          <ns1:custGeom>
            <ns1:pathLst>
              <ns1:path w="409575" h="161925">
                <ns1:moveTo>
                  <ns1:pt x="0" y="66675"/>
                </ns1:moveTo>
                <ns1:lnTo>
                  <ns1:pt x="228600" y="0"/>
                </ns1:lnTo>
                <ns1:lnTo>
                  <ns1:pt x="409575" y="76200"/>
                </ns1:lnTo>
                <ns1:lnTo>
                  <ns1:pt x="171450" y="142875"/>
                </ns1:lnTo>
                <ns1:close/>
              </ns1:path>
            </ns1:pathLst>
          </ns1:custGeom>
          <ns1:solidFill>
            <ns1:srgbClr val="252B30"/>
          </ns1:solidFill>
          <ns1:ln w="0">
            <ns1:noFill/>
            <ns1:prstDash val="solid"/>
          </ns1:ln>
        </ns0:spPr>
      </ns0:sp>
      <ns0:sp>
        <ns0:nvSpPr>
          <ns0:cNvPr id="131" name="trace:S05:content.auto.113">
            <ns1:extLst>
              <ns1:ext uri="{FF2B5EF4-FFF2-40B4-BE49-F238E27FC236}">
                <ns2:creationId id="{C545A8E8-17FB-446F-8D13-4B701EAEF8E3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8372475"/>
            <ns1:ext cx="295275" cy="104775"/>
          </ns1:xfrm>
          <ns1:custGeom>
            <ns1:pathLst>
              <ns1:path w="295275" h="104775">
                <ns1:moveTo>
                  <ns1:pt x="0" y="38100"/>
                </ns1:moveTo>
                <ns1:lnTo>
                  <ns1:pt x="161925" y="0"/>
                </ns1:lnTo>
                <ns1:lnTo>
                  <ns1:pt x="295275" y="47625"/>
                </ns1:lnTo>
                <ns1:lnTo>
                  <ns1:pt x="133350" y="95250"/>
                </ns1:lnTo>
                <ns1:close/>
              </ns1:path>
            </ns1:pathLst>
          </ns1:cu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132" name="trace:S05:content.auto.114">
            <ns1:extLst>
              <ns1:ext uri="{FF2B5EF4-FFF2-40B4-BE49-F238E27FC236}">
                <ns2:creationId id="{394349D7-F570-42C3-B27D-E16C270C2078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" y="8467725"/>
            <ns1:ext cx="180975" cy="85725"/>
          </ns1:xfrm>
          <ns1:custGeom>
            <ns1:pathLst>
              <ns1:path w="180975" h="85725">
                <ns1:moveTo>
                  <ns1:pt x="0" y="0"/>
                </ns1:moveTo>
                <ns1:lnTo>
                  <ns1:pt x="180975" y="47625"/>
                </ns1:lnTo>
                <ns1:lnTo>
                  <ns1:pt x="180975" y="104775"/>
                </ns1:lnTo>
                <ns1:lnTo>
                  <ns1:pt x="0" y="57150"/>
                </ns1:lnTo>
                <ns1:close/>
              </ns1:path>
            </ns1:pathLst>
          </ns1:custGeom>
          <ns1:solidFill>
            <ns1:srgbClr val="555D63"/>
          </ns1:solidFill>
          <ns1:ln w="0">
            <ns1:noFill/>
            <ns1:prstDash val="solid"/>
          </ns1:ln>
        </ns0:spPr>
      </ns0:sp>
      <ns0:sp>
        <ns0:nvSpPr>
          <ns0:cNvPr id="133" name="trace:S05:content.auto.115">
            <ns1:extLst>
              <ns1:ext uri="{FF2B5EF4-FFF2-40B4-BE49-F238E27FC236}">
                <ns2:creationId id="{A4B5CB1A-0566-425C-92BA-2EA20C97B5ED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8477250"/>
            <ns1:ext cx="285750" cy="104775"/>
          </ns1:xfrm>
          <ns1:custGeom>
            <ns1:pathLst>
              <ns1:path w="285750" h="104775">
                <ns1:moveTo>
                  <ns1:pt x="0" y="38100"/>
                </ns1:moveTo>
                <ns1:lnTo>
                  <ns1:pt x="161925" y="0"/>
                </ns1:lnTo>
                <ns1:lnTo>
                  <ns1:pt x="285750" y="47625"/>
                </ns1:lnTo>
                <ns1:lnTo>
                  <ns1:pt x="123825" y="95250"/>
                </ns1:lnTo>
                <ns1:close/>
              </ns1:path>
            </ns1:pathLst>
          </ns1:custGeom>
          <ns1:solidFill>
            <ns1:srgbClr val="2B3136"/>
          </ns1:solidFill>
          <ns1:ln w="0">
            <ns1:noFill/>
            <ns1:prstDash val="solid"/>
          </ns1:ln>
        </ns0:spPr>
      </ns0:sp>
    </ns0:spTree>
    <ns0:extLst>
      <ns0:ext uri="{BB962C8B-B14F-4D97-AF65-F5344CB8AC3E}">
        <ns3:creationId val="458033471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2026-09-20T23:21:36.1480000Z</dcterms:created>
  <dcterms:modified xsi:type="dcterms:W3CDTF">2026-09-20T23:21:36.1480000Z</dcterms:modified>
</coreProperties>
</file>