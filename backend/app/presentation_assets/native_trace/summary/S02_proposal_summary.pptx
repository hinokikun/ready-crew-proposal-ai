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88c91569774bf2" /><Relationship Type="http://schemas.openxmlformats.org/officeDocument/2006/relationships/extended-properties" Target="/docProps/app.xml" Id="R17a7789c41cb409b" /><Relationship Type="http://schemas.openxmlformats.org/officeDocument/2006/relationships/officeDocument" Target="/ppt/presentation.xml" Id="Rfbed7ae0938746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bf1b9bdd334e52"/>
  </p:sldMasterIdLst>
  <p:notesMasterIdLst>
    <p:notesMasterId xmlns:r="http://schemas.openxmlformats.org/officeDocument/2006/relationships" r:id="Re372dd7ab7b049a9"/>
  </p:notesMasterIdLst>
  <p:sldIdLst>
    <p:sldId xmlns:r="http://schemas.openxmlformats.org/officeDocument/2006/relationships" id="256" r:id="R0e484a18c5184d4e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38d959819641c1" /><Relationship Type="http://schemas.openxmlformats.org/officeDocument/2006/relationships/slideMaster" Target="/ppt/slideMasters/slideMaster1.xml" Id="R96bf1b9bdd334e52" /><Relationship Type="http://schemas.openxmlformats.org/officeDocument/2006/relationships/notesMaster" Target="/ppt/notesMasters/notesMaster1.xml" Id="Re372dd7ab7b049a9" /><Relationship Type="http://schemas.openxmlformats.org/officeDocument/2006/relationships/presProps" Target="/ppt/presProps.xml" Id="R500fabe7ff06401a" /><Relationship Type="http://schemas.openxmlformats.org/officeDocument/2006/relationships/tableStyles" Target="/ppt/tableStyles.xml" Id="R762dfcdfd678479d" /><Relationship Type="http://schemas.openxmlformats.org/officeDocument/2006/relationships/slide" Target="/ppt/slides/slide1.xml" Id="R0e484a18c5184d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262892255e41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12bb695c7c4d50" /><Relationship Type="http://schemas.openxmlformats.org/officeDocument/2006/relationships/notesMaster" Target="/ppt/notesMasters/notesMaster1.xml" Id="R4f41ffab7d9d44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46b279d3e84f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77d943878248c2" /><Relationship Type="http://schemas.openxmlformats.org/officeDocument/2006/relationships/slideLayout" Target="/ppt/slideLayouts/slideLayout1.xml" Id="R2b1560d1d7c04d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1560d1d7c04d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f853cedb14595" /><Relationship Type="http://schemas.openxmlformats.org/officeDocument/2006/relationships/notesSlide" Target="/ppt/notesSlides/notesSlide1.xml" Id="R0534c272a5404575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60" name="trace:S02:content.auto">
            <ns1:extLst>
              <ns1:ext uri="{FF2B5EF4-FFF2-40B4-BE49-F238E27FC236}">
                <ns2:creationId id="{E7858164-0CA5-4423-BC39-13B4CA9AB374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228600"/>
            <ns1:ext cx="428625" cy="2762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650" b="1">
                <ns1:solidFill>
                  <ns1:srgbClr val="E31B23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E31B23"/>
                </ns1:solidFill>
                <ns1:latin typeface="Arial"/>
                <ns1:ea typeface="Arial"/>
                <ns1:cs typeface="Arial"/>
              </ns1:rPr>
              <ns1:t>02</ns1:t>
            </ns1:r>
          </ns1:p>
        </ns0:txBody>
      </ns0:sp>
      <ns0:sp>
        <ns0:nvSpPr>
          <ns0:cNvPr id="2" name="trace:S02:content.auto.2">
            <ns1:extLst>
              <ns1:ext uri="{FF2B5EF4-FFF2-40B4-BE49-F238E27FC236}">
                <ns2:creationId id="{28444EB5-BA36-4C56-A65A-8321E8F17807}"/>
              </ns1:ext>
            </ns1:extLst>
          </ns0:cNvPr>
          <ns0:cNvSpPr>
            <ns1:spLocks noGrp="1"/>
          </ns0:cNvSpPr>
          <ns0:nvPr/>
        </ns0:nvSpPr>
        <ns0:spPr>
          <ns1:xfrm>
            <ns1:off x="800100" y="219075"/>
            <ns1:ext cx="1905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650" b="0">
                <ns1:solidFill>
                  <ns1:srgbClr val="E31B23"/>
                </ns1:solidFill>
                <ns1:latin typeface="Arial"/>
                <ns1:ea typeface="Arial"/>
                <ns1:cs typeface="Arial"/>
              </ns1:defRPr>
            </ns1:pPr>
            <ns1:r>
              <ns1:rPr sz="1650" b="0">
                <ns1:solidFill>
                  <ns1:srgbClr val="E31B23"/>
                </ns1:solidFill>
                <ns1:latin typeface="Arial"/>
                <ns1:ea typeface="Arial"/>
                <ns1:cs typeface="Arial"/>
              </ns1:rPr>
              <ns1:t>│</ns1:t>
            </ns1:r>
          </ns1:p>
        </ns0:txBody>
      </ns0:sp>
      <ns0:sp>
        <ns0:nvSpPr>
          <ns0:cNvPr id="3" name="trace:S02:title.primary">
            <ns1:extLst>
              <ns1:ext uri="{FF2B5EF4-FFF2-40B4-BE49-F238E27FC236}">
                <ns2:creationId id="{34B139DE-C3D4-4A8F-8DAE-331B32386CF0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" y="209550"/>
            <ns1:ext cx="228600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57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7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ご提案サマリー</ns1:t>
            </ns1:r>
          </ns1:p>
        </ns0:txBody>
      </ns0:sp>
      <ns0:sp>
        <ns0:nvSpPr>
          <ns0:cNvPr id="4" name="trace:S02:content.auto.3">
            <ns1:extLst>
              <ns1:ext uri="{FF2B5EF4-FFF2-40B4-BE49-F238E27FC236}">
                <ns2:creationId id="{E32AD28D-1683-44EE-A771-42A86827ED60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514350"/>
            <ns1:ext cx="7581900" cy="38100"/>
          </ns1:xfrm>
          <ns1:prstGeom prst="rect">
            <ns1:avLst/>
          </ns1:pr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5" name="trace:S02:content.auto.4">
            <ns1:extLst>
              <ns1:ext uri="{FF2B5EF4-FFF2-40B4-BE49-F238E27FC236}">
                <ns2:creationId id="{0E84A1C4-1883-4EE6-8CA9-988F02520670}"/>
              </ns1:ext>
            </ns1:extLst>
          </ns0:cNvPr>
          <ns0:cNvSpPr>
            <ns1:spLocks noGrp="1"/>
          </ns0:cNvSpPr>
          <ns0:nvPr/>
        </ns0:nvSpPr>
        <ns0:spPr>
          <ns1:xfrm>
            <ns1:off x="7962900" y="514350"/>
            <ns1:ext cx="7581900" cy="28575"/>
          </ns1:xfrm>
          <ns1:prstGeom prst="rect">
            <ns1:avLst/>
          </ns1:prstGeom>
          <ns1:solidFill>
            <ns1:srgbClr val="101820"/>
          </ns1:solidFill>
          <ns1:ln w="0">
            <ns1:noFill/>
            <ns1:prstDash val="solid"/>
          </ns1:ln>
        </ns0:spPr>
      </ns0:sp>
      <ns0:sp>
        <ns0:nvSpPr>
          <ns0:cNvPr id="6" name="trace:S02:footer.date">
            <ns1:extLst>
              <ns1:ext uri="{FF2B5EF4-FFF2-40B4-BE49-F238E27FC236}">
                <ns2:creationId id="{0F3C4E3B-6FEF-4257-A580-CD0106D80B9B}"/>
              </ns1:ext>
            </ns1:extLst>
          </ns0:cNvPr>
          <ns0:cNvSpPr>
            <ns1:spLocks noGrp="1"/>
          </ns0:cNvSpPr>
          <ns0:nvPr/>
        </ns0:nvSpPr>
        <ns0:spPr>
          <ns1:xfrm>
            <ns1:off x="14544675" y="219075"/>
            <ns1:ext cx="10287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buNone/>
              <ns1:defRPr sz="1500" b="0">
                <ns1:solidFill>
                  <ns1:srgbClr val="101820"/>
                </ns1:solidFill>
                <ns1:latin typeface="Arial"/>
                <ns1:ea typeface="Arial"/>
                <ns1:cs typeface="Arial"/>
              </ns1:defRPr>
            </ns1:pPr>
            <ns1:r>
              <ns1:rPr sz="1500" b="0">
                <ns1:solidFill>
                  <ns1:srgbClr val="101820"/>
                </ns1:solidFill>
                <ns1:latin typeface="Arial"/>
                <ns1:ea typeface="Arial"/>
                <ns1:cs typeface="Arial"/>
              </ns1:rPr>
              <ns1:t>2026.08.26</ns1:t>
            </ns1:r>
          </ns1:p>
        </ns0:txBody>
      </ns0:sp>
      <ns0:sp>
        <ns0:nvSpPr>
          <ns0:cNvPr id="7" name="trace:S02:content.auto.5">
            <ns1:extLst>
              <ns1:ext uri="{FF2B5EF4-FFF2-40B4-BE49-F238E27FC236}">
                <ns2:creationId id="{B0DB3473-AE08-4B61-BF57-3EEBF089A890}"/>
              </ns1:ext>
            </ns1:extLst>
          </ns0:cNvPr>
          <ns0:cNvSpPr>
            <ns1:spLocks noGrp="1"/>
          </ns0:cNvSpPr>
          <ns0:nvPr/>
        </ns0:nvSpPr>
        <ns0:spPr>
          <ns1:xfrm>
            <ns1:off x="400050" y="800100"/>
            <ns1:ext cx="4762500" cy="628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3450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3450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提案サマリー</ns1:t>
            </ns1:r>
          </ns1:p>
        </ns0:txBody>
      </ns0:sp>
      <ns0:sp>
        <ns0:nvSpPr>
          <ns0:cNvPr id="8" name="trace:S02:title.primary.2">
            <ns1:extLst>
              <ns1:ext uri="{FF2B5EF4-FFF2-40B4-BE49-F238E27FC236}">
                <ns2:creationId id="{E1A87A68-76E7-472E-AD14-3B9921F79555}"/>
              </ns1:ext>
            </ns1:extLst>
          </ns0:cNvPr>
          <ns0:cNvSpPr>
            <ns1:spLocks noGrp="1"/>
          </ns0:cNvSpPr>
          <ns0:nvPr/>
        </ns0:nvSpPr>
        <ns0:spPr>
          <ns1:xfrm>
            <ns1:off x="428625" y="1495425"/>
            <ns1:ext cx="112395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8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提案業務の効率化と提案品質の向上を両立するため、3つの施策を一体で実行します。</ns1:t>
            </ns1:r>
          </ns1:p>
        </ns0:txBody>
      </ns0:sp>
      <ns0:sp>
        <ns0:nvSpPr>
          <ns0:cNvPr id="9" name="trace:S02:content.auto.6">
            <ns1:extLst>
              <ns1:ext uri="{FF2B5EF4-FFF2-40B4-BE49-F238E27FC236}">
                <ns2:creationId id="{7FFCE432-403D-484A-849C-1EFA7DCCBDB6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2085975"/>
            <ns1:ext cx="3152775" cy="5267325"/>
          </ns1:xfrm>
          <ns1:prstGeom prst="rect">
            <ns1:avLst/>
          </ns1:prstGeom>
          <ns1:solidFill>
            <ns1:srgbClr val="F9FAFB"/>
          </ns1:solidFill>
          <ns1:ln w="9525">
            <ns1:solidFill>
              <ns1:srgbClr val="D5DEE7"/>
            </ns1:solidFill>
            <ns1:prstDash val="solid"/>
          </ns1:ln>
        </ns0:spPr>
      </ns0:sp>
      <ns0:sp>
        <ns0:nvSpPr>
          <ns0:cNvPr id="10" name="trace:S02:content.auto.7">
            <ns1:extLst>
              <ns1:ext uri="{FF2B5EF4-FFF2-40B4-BE49-F238E27FC236}">
                <ns2:creationId id="{9007F17E-BE5E-4C9A-9016-FF7A2A2BF319}"/>
              </ns1:ext>
            </ns1:extLst>
          </ns0:cNvPr>
          <ns0:cNvSpPr>
            <ns1:spLocks noGrp="1"/>
          </ns0:cNvSpPr>
          <ns0:nvPr/>
        </ns0:nvSpPr>
        <ns0:spPr>
          <ns1:xfrm>
            <ns1:off x="3714750" y="2085975"/>
            <ns1:ext cx="8620125" cy="5267325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5DEE7"/>
            </ns1:solidFill>
            <ns1:prstDash val="solid"/>
          </ns1:ln>
        </ns0:spPr>
      </ns0:sp>
      <ns0:sp>
        <ns0:nvSpPr>
          <ns0:cNvPr id="11" name="trace:S02:content.auto.8">
            <ns1:extLst>
              <ns1:ext uri="{FF2B5EF4-FFF2-40B4-BE49-F238E27FC236}">
                <ns2:creationId id="{F8D142D1-A6FB-4692-A108-8FDD62FEFD6E}"/>
              </ns1:ext>
            </ns1:extLst>
          </ns0:cNvPr>
          <ns0:cNvSpPr>
            <ns1:spLocks noGrp="1"/>
          </ns0:cNvSpPr>
          <ns0:nvPr/>
        </ns0:nvSpPr>
        <ns0:spPr>
          <ns1:xfrm>
            <ns1:off x="12525375" y="2085975"/>
            <ns1:ext cx="3019425" cy="5267325"/>
          </ns1:xfrm>
          <ns1:prstGeom prst="rect">
            <ns1:avLst/>
          </ns1:prstGeom>
          <ns1:solidFill>
            <ns1:srgbClr val="F9FAFB"/>
          </ns1:solidFill>
          <ns1:ln w="9525">
            <ns1:solidFill>
              <ns1:srgbClr val="D5DEE7"/>
            </ns1:solidFill>
            <ns1:prstDash val="solid"/>
          </ns1:ln>
        </ns0:spPr>
      </ns0:sp>
      <ns0:sp>
        <ns0:nvSpPr>
          <ns0:cNvPr id="12" name="trace:S02:content.auto.9">
            <ns1:extLst>
              <ns1:ext uri="{FF2B5EF4-FFF2-40B4-BE49-F238E27FC236}">
                <ns2:creationId id="{9B5182ED-55E9-4944-8EEF-92852F46FC0D}"/>
              </ns1:ext>
            </ns1:extLst>
          </ns0:cNvPr>
          <ns0:cNvSpPr>
            <ns1:spLocks noGrp="1"/>
          </ns0:cNvSpPr>
          <ns0:nvPr/>
        </ns0:nvSpPr>
        <ns0:spPr>
          <ns1:xfrm>
            <ns1:off x="595313" y="2230755"/>
            <ns1:ext cx="371475" cy="365284"/>
          </ns1:xfrm>
          <ns1:custGeom>
            <ns1:pathLst>
              <ns1:path w="371475" h="365284">
                <ns1:moveTo>
                  <ns1:pt x="185738" y="0"/>
                </ns1:moveTo>
                <ns1:lnTo>
                  <ns1:pt x="371475" y="365284"/>
                </ns1:lnTo>
                <ns1:lnTo>
                  <ns1:pt x="0" y="365284"/>
                </ns1:lnTo>
                <ns1:close/>
              </ns1:path>
            </ns1:pathLst>
          </ns1:custGeom>
          <ns1:noFill/>
          <ns1:ln w="24765">
            <ns1:solidFill>
              <ns1:srgbClr val="101820"/>
            </ns1:solidFill>
            <ns1:prstDash val="solid"/>
          </ns1:ln>
        </ns0:spPr>
      </ns0:sp>
      <ns0:sp>
        <ns0:nvSpPr>
          <ns0:cNvPr id="13" name="trace:S02:content.auto.10">
            <ns1:extLst>
              <ns1:ext uri="{FF2B5EF4-FFF2-40B4-BE49-F238E27FC236}">
                <ns2:creationId id="{823E64EB-4449-4A0F-A483-005733FC6F99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2348389"/>
            <ns1:ext cx="95" cy="130016"/>
          </ns1:xfrm>
          <ns1:custGeom>
            <ns1:pathLst>
              <ns1:path w="95" h="130016">
                <ns1:moveTo>
                  <ns1:pt x="0" y="0"/>
                </ns1:moveTo>
                <ns1:lnTo>
                  <ns1:pt x="0" y="130016"/>
                </ns1:lnTo>
              </ns1:path>
            </ns1:pathLst>
          </ns1:custGeom>
          <ns1:noFill/>
          <ns1:ln w="24765">
            <ns1:solidFill>
              <ns1:srgbClr val="101820"/>
            </ns1:solidFill>
            <ns1:prstDash val="solid"/>
          </ns1:ln>
        </ns0:spPr>
      </ns0:sp>
      <ns0:sp>
        <ns0:nvSpPr>
          <ns0:cNvPr id="14" name="trace:S02:content.auto.11">
            <ns1:extLst>
              <ns1:ext uri="{FF2B5EF4-FFF2-40B4-BE49-F238E27FC236}">
                <ns2:creationId id="{9070D112-6DE7-4B69-BB20-B42BA06AE55B}"/>
              </ns1:ext>
            </ns1:extLst>
          </ns0:cNvPr>
          <ns0:cNvSpPr>
            <ns1:spLocks noGrp="1"/>
          </ns0:cNvSpPr>
          <ns0:nvPr/>
        </ns0:nvSpPr>
        <ns0:spPr>
          <ns1:xfrm>
            <ns1:off x="768668" y="2521744"/>
            <ns1:ext cx="24765" cy="24765"/>
          </ns1:xfrm>
          <ns1:prstGeom prst="ellipse">
            <ns1:avLst/>
          </ns1:prstGeom>
          <ns1:solidFill>
            <ns1:srgbClr val="101820"/>
          </ns1:solidFill>
          <ns1:ln w="0">
            <ns1:noFill/>
            <ns1:prstDash val="solid"/>
          </ns1:ln>
        </ns0:spPr>
      </ns0:sp>
      <ns0:sp>
        <ns0:nvSpPr>
          <ns0:cNvPr id="15" name="trace:S02:content.auto.12">
            <ns1:extLst>
              <ns1:ext uri="{FF2B5EF4-FFF2-40B4-BE49-F238E27FC236}">
                <ns2:creationId id="{6867C48C-B366-42F3-9042-9B8EEE2ED5DB}"/>
              </ns1:ext>
            </ns1:extLst>
          </ns0:cNvPr>
          <ns0:cNvSpPr>
            <ns1:spLocks noGrp="1"/>
          </ns0:cNvSpPr>
          <ns0:nvPr/>
        </ns0:nvSpPr>
        <ns0:spPr>
          <ns1:xfrm>
            <ns1:off x="1190625" y="2276475"/>
            <ns1:ext cx="2000250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217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17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現状の課題</ns1:t>
            </ns1:r>
          </ns1:p>
        </ns0:txBody>
      </ns0:sp>
      <ns0:sp>
        <ns0:nvSpPr>
          <ns0:cNvPr id="16" name="trace:S02:content.auto.13">
            <ns1:extLst>
              <ns1:ext uri="{FF2B5EF4-FFF2-40B4-BE49-F238E27FC236}">
                <ns2:creationId id="{31D66D9C-FDED-46BD-9FCF-DF18245C4085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2781300"/>
            <ns1:ext cx="3152775" cy="95"/>
          </ns1:xfrm>
          <ns1:custGeom>
            <ns1:pathLst>
              <ns1:path w="3152775" h="95">
                <ns1:moveTo>
                  <ns1:pt x="0" y="0"/>
                </ns1:moveTo>
                <ns1:lnTo>
                  <ns1:pt x="3152775" y="0"/>
                </ns1:lnTo>
              </ns1:path>
            </ns1:pathLst>
          </ns1:custGeom>
          <ns1:noFill/>
          <ns1:ln w="9525">
            <ns1:solidFill>
              <ns1:srgbClr val="D5DEE7"/>
            </ns1:solidFill>
            <ns1:prstDash val="solid"/>
          </ns1:ln>
        </ns0:spPr>
      </ns0:sp>
      <ns0:sp>
        <ns0:nvSpPr>
          <ns0:cNvPr id="17" name="trace:S02:title.primary.3">
            <ns1:extLst>
              <ns1:ext uri="{FF2B5EF4-FFF2-40B4-BE49-F238E27FC236}">
                <ns2:creationId id="{2C4AB5FF-4E60-4FEE-92BD-ED9D8576645F}"/>
              </ns1:ext>
            </ns1:extLst>
          </ns0:cNvPr>
          <ns0:cNvSpPr>
            <ns1:spLocks noGrp="1"/>
          </ns0:cNvSpPr>
          <ns0:nvPr/>
        </ns0:nvSpPr>
        <ns0:spPr>
          <ns1:xfrm>
            <ns1:off x="561975" y="3028950"/>
            <ns1:ext cx="2857500" cy="590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4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提案業務において、以下のような</ns1:t>
            </ns1:r>
          </ns1:p>
          <ns1:p>
            <ns1:pPr algn="l">
              <ns1:buNone/>
              <ns1:defRPr sz="14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課題が発生しています。</ns1:t>
            </ns1:r>
          </ns1:p>
        </ns0:txBody>
      </ns0:sp>
      <ns0:sp>
        <ns0:nvSpPr>
          <ns0:cNvPr id="18" name="trace:S02:content.auto.14">
            <ns1:extLst>
              <ns1:ext uri="{FF2B5EF4-FFF2-40B4-BE49-F238E27FC236}">
                <ns2:creationId id="{12EC35BC-6B0F-431C-A4F8-B512E21B4C02}"/>
              </ns1:ext>
            </ns1:extLst>
          </ns0:cNvPr>
          <ns0:cNvSpPr>
            <ns1:spLocks noGrp="1"/>
          </ns0:cNvSpPr>
          <ns0:nvPr/>
        </ns0:nvSpPr>
        <ns0:spPr>
          <ns1:xfrm>
            <ns1:off x="561975" y="3533775"/>
            <ns1:ext cx="742950" cy="742950"/>
          </ns1:xfrm>
          <ns1:prstGeom prst="ellipse">
            <ns1:avLst/>
          </ns1:prstGeom>
          <ns1:solidFill>
            <ns1:srgbClr val="FCE7E8"/>
          </ns1:solidFill>
          <ns1:ln w="0">
            <ns1:noFill/>
            <ns1:prstDash val="solid"/>
          </ns1:ln>
        </ns0:spPr>
      </ns0:sp>
      <ns0:sp>
        <ns0:nvSpPr>
          <ns0:cNvPr id="19" name="trace:S02:content.auto.15">
            <ns1:extLst>
              <ns1:ext uri="{FF2B5EF4-FFF2-40B4-BE49-F238E27FC236}">
                <ns2:creationId id="{654ACFC8-CF12-4319-BEB7-18E4F06AFCA4}"/>
              </ns1:ext>
            </ns1:extLst>
          </ns0:cNvPr>
          <ns0:cNvSpPr>
            <ns1:spLocks noGrp="1"/>
          </ns0:cNvSpPr>
          <ns0:nvPr/>
        </ns0:nvSpPr>
        <ns0:spPr>
          <ns1:xfrm>
            <ns1:off x="739140" y="3710940"/>
            <ns1:ext cx="388620" cy="388620"/>
          </ns1:xfrm>
          <ns1:prstGeom prst="ellipse">
            <ns1:avLst/>
          </ns1:prstGeom>
          <ns1:noFill/>
          <ns1:ln w="32385">
            <ns1:solidFill>
              <ns1:srgbClr val="101820"/>
            </ns1:solidFill>
            <ns1:prstDash val="solid"/>
          </ns1:ln>
        </ns0:spPr>
      </ns0:sp>
      <ns0:sp>
        <ns0:nvSpPr>
          <ns0:cNvPr id="20" name="trace:S02:content.auto.16">
            <ns1:extLst>
              <ns1:ext uri="{FF2B5EF4-FFF2-40B4-BE49-F238E27FC236}">
                <ns2:creationId id="{98BF762A-1C9C-4E5F-96AB-56CCC24070E8}"/>
              </ns1:ext>
            </ns1:extLst>
          </ns0:cNvPr>
          <ns0:cNvSpPr>
            <ns1:spLocks noGrp="1"/>
          </ns0:cNvSpPr>
          <ns0:nvPr/>
        </ns0:nvSpPr>
        <ns0:spPr>
          <ns1:xfrm>
            <ns1:off x="933450" y="3799999"/>
            <ns1:ext cx="95" cy="105251"/>
          </ns1:xfrm>
          <ns1:custGeom>
            <ns1:pathLst>
              <ns1:path w="95" h="105251">
                <ns1:moveTo>
                  <ns1:pt x="0" y="105251"/>
                </ns1:moveTo>
                <ns1:lnTo>
                  <ns1:pt x="0" y="0"/>
                </ns1:lnTo>
              </ns1:path>
            </ns1:pathLst>
          </ns1:custGeom>
          <ns1:noFill/>
          <ns1:ln w="32385">
            <ns1:solidFill>
              <ns1:srgbClr val="101820"/>
            </ns1:solidFill>
            <ns1:prstDash val="solid"/>
          </ns1:ln>
        </ns0:spPr>
      </ns0:sp>
      <ns0:sp>
        <ns0:nvSpPr>
          <ns0:cNvPr id="21" name="trace:S02:content.auto.17">
            <ns1:extLst>
              <ns1:ext uri="{FF2B5EF4-FFF2-40B4-BE49-F238E27FC236}">
                <ns2:creationId id="{49760056-D8D9-4F40-AC3C-B7EB7EA22422}"/>
              </ns1:ext>
            </ns1:extLst>
          </ns0:cNvPr>
          <ns0:cNvSpPr>
            <ns1:spLocks noGrp="1"/>
          </ns0:cNvSpPr>
          <ns0:nvPr/>
        </ns0:nvSpPr>
        <ns0:spPr>
          <ns1:xfrm>
            <ns1:off x="933450" y="3905250"/>
            <ns1:ext cx="89059" cy="64770"/>
          </ns1:xfrm>
          <ns1:custGeom>
            <ns1:pathLst>
              <ns1:path w="89059" h="64770">
                <ns1:moveTo>
                  <ns1:pt x="0" y="0"/>
                </ns1:moveTo>
                <ns1:lnTo>
                  <ns1:pt x="89059" y="64770"/>
                </ns1:lnTo>
              </ns1:path>
            </ns1:pathLst>
          </ns1:custGeom>
          <ns1:noFill/>
          <ns1:ln w="32385">
            <ns1:solidFill>
              <ns1:srgbClr val="101820"/>
            </ns1:solidFill>
            <ns1:prstDash val="solid"/>
          </ns1:ln>
        </ns0:spPr>
      </ns0:sp>
      <ns0:sp>
        <ns0:nvSpPr>
          <ns0:cNvPr id="22" name="trace:S02:title.primary.4">
            <ns1:extLst>
              <ns1:ext uri="{FF2B5EF4-FFF2-40B4-BE49-F238E27FC236}">
                <ns2:creationId id="{AA10C81F-2331-48AD-938B-8D6F959CE954}"/>
              </ns1:ext>
            </ns1:extLst>
          </ns0:cNvPr>
          <ns0:cNvSpPr>
            <ns1:spLocks noGrp="1"/>
          </ns0:cNvSpPr>
          <ns0:nvPr/>
        </ns0:nvSpPr>
        <ns0:spPr>
          <ns1:xfrm>
            <ns1:off x="1514475" y="3638550"/>
            <ns1:ext cx="1714500" cy="571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57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7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提案資料作成に</ns1:t>
            </ns1:r>
          </ns1:p>
          <ns1:p>
            <ns1:pPr algn="l">
              <ns1:buNone/>
              <ns1:defRPr sz="157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7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時間がかかる</ns1:t>
            </ns1:r>
          </ns1:p>
        </ns0:txBody>
      </ns0:sp>
      <ns0:sp>
        <ns0:nvSpPr>
          <ns0:cNvPr id="23" name="trace:S02:content.auto.18">
            <ns1:extLst>
              <ns1:ext uri="{FF2B5EF4-FFF2-40B4-BE49-F238E27FC236}">
                <ns2:creationId id="{C3E574FF-1903-4E58-86D5-2FBC4F3290EF}"/>
              </ns1:ext>
            </ns1:extLst>
          </ns0:cNvPr>
          <ns0:cNvSpPr>
            <ns1:spLocks noGrp="1"/>
          </ns0:cNvSpPr>
          <ns0:nvPr/>
        </ns0:nvSpPr>
        <ns0:spPr>
          <ns1:xfrm>
            <ns1:off x="561975" y="4876800"/>
            <ns1:ext cx="2790825" cy="95"/>
          </ns1:xfrm>
          <ns1:custGeom>
            <ns1:pathLst>
              <ns1:path w="2790825" h="95">
                <ns1:moveTo>
                  <ns1:pt x="0" y="0"/>
                </ns1:moveTo>
                <ns1:lnTo>
                  <ns1:pt x="2790825" y="0"/>
                </ns1:lnTo>
              </ns1:path>
            </ns1:pathLst>
          </ns1:custGeom>
          <ns1:noFill/>
          <ns1:ln w="9525">
            <ns1:solidFill>
              <ns1:srgbClr val="D5DEE7"/>
            </ns1:solidFill>
            <ns1:prstDash val="solid"/>
          </ns1:ln>
        </ns0:spPr>
      </ns0:sp>
      <ns0:sp>
        <ns0:nvSpPr>
          <ns0:cNvPr id="24" name="trace:S02:content.auto.19">
            <ns1:extLst>
              <ns1:ext uri="{FF2B5EF4-FFF2-40B4-BE49-F238E27FC236}">
                <ns2:creationId id="{508E958E-E8DB-4E54-9DF1-D369FCE8F37D}"/>
              </ns1:ext>
            </ns1:extLst>
          </ns0:cNvPr>
          <ns0:cNvSpPr>
            <ns1:spLocks noGrp="1"/>
          </ns0:cNvSpPr>
          <ns0:nvPr/>
        </ns0:nvSpPr>
        <ns0:spPr>
          <ns1:xfrm>
            <ns1:off x="561975" y="4800600"/>
            <ns1:ext cx="742950" cy="742950"/>
          </ns1:xfrm>
          <ns1:prstGeom prst="ellipse">
            <ns1:avLst/>
          </ns1:prstGeom>
          <ns1:solidFill>
            <ns1:srgbClr val="FCE7E8"/>
          </ns1:solidFill>
          <ns1:ln w="0">
            <ns1:noFill/>
            <ns1:prstDash val="solid"/>
          </ns1:ln>
        </ns0:spPr>
      </ns0:sp>
      <ns0:sp>
        <ns0:nvSpPr>
          <ns0:cNvPr id="25" name="trace:S02:content.auto.20">
            <ns1:extLst>
              <ns1:ext uri="{FF2B5EF4-FFF2-40B4-BE49-F238E27FC236}">
                <ns2:creationId id="{58E746ED-442F-4379-ADE2-7115BE6C4486}"/>
              </ns1:ext>
            </ns1:extLst>
          </ns0:cNvPr>
          <ns0:cNvSpPr>
            <ns1:spLocks noGrp="1"/>
          </ns0:cNvSpPr>
          <ns0:nvPr/>
        </ns0:nvSpPr>
        <ns0:spPr>
          <ns1:xfrm>
            <ns1:off x="852488" y="4969669"/>
            <ns1:ext cx="161925" cy="161925"/>
          </ns1:xfrm>
          <ns1:prstGeom prst="ellipse">
            <ns1:avLst/>
          </ns1:prstGeom>
          <ns1:noFill/>
          <ns1:ln w="24289">
            <ns1:solidFill>
              <ns1:srgbClr val="101820"/>
            </ns1:solidFill>
            <ns1:prstDash val="solid"/>
          </ns1:ln>
        </ns0:spPr>
      </ns0:sp>
      <ns0:sp>
        <ns0:nvSpPr>
          <ns0:cNvPr id="26" name="trace:S02:content.auto.21">
            <ns1:extLst>
              <ns1:ext uri="{FF2B5EF4-FFF2-40B4-BE49-F238E27FC236}">
                <ns2:creationId id="{A4CCA8B9-4AC1-4F91-B34B-5B6E29DAF4B0}"/>
              </ns1:ext>
            </ns1:extLst>
          </ns0:cNvPr>
          <ns0:cNvSpPr>
            <ns1:spLocks noGrp="1"/>
          </ns0:cNvSpPr>
          <ns0:nvPr/>
        </ns0:nvSpPr>
        <ns0:spPr>
          <ns1:xfrm>
            <ns1:off x="650081" y="5026343"/>
            <ns1:ext cx="121444" cy="121444"/>
          </ns1:xfrm>
          <ns1:prstGeom prst="ellipse">
            <ns1:avLst/>
          </ns1:prstGeom>
          <ns1:noFill/>
          <ns1:ln w="24289">
            <ns1:solidFill>
              <ns1:srgbClr val="101820"/>
            </ns1:solidFill>
            <ns1:prstDash val="solid"/>
          </ns1:ln>
        </ns0:spPr>
      </ns0:sp>
      <ns0:sp>
        <ns0:nvSpPr>
          <ns0:cNvPr id="27" name="trace:S02:content.auto.22">
            <ns1:extLst>
              <ns1:ext uri="{FF2B5EF4-FFF2-40B4-BE49-F238E27FC236}">
                <ns2:creationId id="{CE00A88E-5E79-4B9E-871D-61C3E62656DD}"/>
              </ns1:ext>
            </ns1:extLst>
          </ns0:cNvPr>
          <ns0:cNvSpPr>
            <ns1:spLocks noGrp="1"/>
          </ns0:cNvSpPr>
          <ns0:nvPr/>
        </ns0:nvSpPr>
        <ns0:spPr>
          <ns1:xfrm>
            <ns1:off x="1095375" y="5026343"/>
            <ns1:ext cx="121444" cy="121444"/>
          </ns1:xfrm>
          <ns1:prstGeom prst="ellipse">
            <ns1:avLst/>
          </ns1:prstGeom>
          <ns1:noFill/>
          <ns1:ln w="24289">
            <ns1:solidFill>
              <ns1:srgbClr val="101820"/>
            </ns1:solidFill>
            <ns1:prstDash val="solid"/>
          </ns1:ln>
        </ns0:spPr>
      </ns0:sp>
      <ns0:sp>
        <ns0:nvSpPr>
          <ns0:cNvPr id="28" name="trace:S02:content.auto.23">
            <ns1:extLst>
              <ns1:ext uri="{FF2B5EF4-FFF2-40B4-BE49-F238E27FC236}">
                <ns2:creationId id="{5FCC4159-D068-4270-9A57-C22C5487DA5B}"/>
              </ns1:ext>
            </ns1:extLst>
          </ns0:cNvPr>
          <ns0:cNvSpPr>
            <ns1:spLocks noGrp="1"/>
          </ns0:cNvSpPr>
          <ns0:nvPr/>
        </ns0:nvSpPr>
        <ns0:spPr>
          <ns1:xfrm>
            <ns1:off x="852488" y="5212556"/>
            <ns1:ext cx="95" cy="186214"/>
          </ns1:xfrm>
          <ns1:custGeom>
            <ns1:pathLst>
              <ns1:path w="95" h="186214">
                <ns1:moveTo>
                  <ns1:pt x="0" y="0"/>
                </ns1:moveTo>
                <ns1:lnTo>
                  <ns1:pt x="0" y="186214"/>
                </ns1:lnTo>
              </ns1:path>
            </ns1:pathLst>
          </ns1:custGeom>
          <ns1:noFill/>
          <ns1:ln w="24289">
            <ns1:solidFill>
              <ns1:srgbClr val="101820"/>
            </ns1:solidFill>
            <ns1:prstDash val="solid"/>
          </ns1:ln>
        </ns0:spPr>
      </ns0:sp>
      <ns0:sp>
        <ns0:nvSpPr>
          <ns0:cNvPr id="29" name="trace:S02:content.auto.24">
            <ns1:extLst>
              <ns1:ext uri="{FF2B5EF4-FFF2-40B4-BE49-F238E27FC236}">
                <ns2:creationId id="{13A96AD0-449E-40E9-A1A1-B9B800649363}"/>
              </ns1:ext>
            </ns1:extLst>
          </ns0:cNvPr>
          <ns0:cNvSpPr>
            <ns1:spLocks noGrp="1"/>
          </ns0:cNvSpPr>
          <ns0:nvPr/>
        </ns0:nvSpPr>
        <ns0:spPr>
          <ns1:xfrm>
            <ns1:off x="698659" y="5236845"/>
            <ns1:ext cx="153829" cy="137636"/>
          </ns1:xfrm>
          <ns1:custGeom>
            <ns1:pathLst>
              <ns1:path w="153829" h="137636">
                <ns1:moveTo>
                  <ns1:pt x="153829" y="0"/>
                </ns1:moveTo>
                <ns1:lnTo>
                  <ns1:pt x="0" y="137636"/>
                </ns1:lnTo>
              </ns1:path>
            </ns1:pathLst>
          </ns1:custGeom>
          <ns1:noFill/>
          <ns1:ln w="24289">
            <ns1:solidFill>
              <ns1:srgbClr val="101820"/>
            </ns1:solidFill>
            <ns1:prstDash val="solid"/>
          </ns1:ln>
        </ns0:spPr>
      </ns0:sp>
      <ns0:sp>
        <ns0:nvSpPr>
          <ns0:cNvPr id="30" name="trace:S02:content.auto.25">
            <ns1:extLst>
              <ns1:ext uri="{FF2B5EF4-FFF2-40B4-BE49-F238E27FC236}">
                <ns2:creationId id="{05BD41A1-182A-44DD-9F1D-6B837248CC0B}"/>
              </ns1:ext>
            </ns1:extLst>
          </ns0:cNvPr>
          <ns0:cNvSpPr>
            <ns1:spLocks noGrp="1"/>
          </ns0:cNvSpPr>
          <ns0:nvPr/>
        </ns0:nvSpPr>
        <ns0:spPr>
          <ns1:xfrm>
            <ns1:off x="852488" y="5236845"/>
            <ns1:ext cx="153829" cy="137636"/>
          </ns1:xfrm>
          <ns1:custGeom>
            <ns1:pathLst>
              <ns1:path w="153829" h="137636">
                <ns1:moveTo>
                  <ns1:pt x="0" y="0"/>
                </ns1:moveTo>
                <ns1:lnTo>
                  <ns1:pt x="153829" y="137636"/>
                </ns1:lnTo>
              </ns1:path>
            </ns1:pathLst>
          </ns1:custGeom>
          <ns1:noFill/>
          <ns1:ln w="24289">
            <ns1:solidFill>
              <ns1:srgbClr val="101820"/>
            </ns1:solidFill>
            <ns1:prstDash val="solid"/>
          </ns1:ln>
        </ns0:spPr>
      </ns0:sp>
      <ns0:sp>
        <ns0:nvSpPr>
          <ns0:cNvPr id="31" name="trace:S02:content.auto.26">
            <ns1:extLst>
              <ns1:ext uri="{FF2B5EF4-FFF2-40B4-BE49-F238E27FC236}">
                <ns2:creationId id="{6B00645D-6294-4C92-8269-17ED70CA0B8C}"/>
              </ns1:ext>
            </ns1:extLst>
          </ns0:cNvPr>
          <ns0:cNvSpPr>
            <ns1:spLocks noGrp="1"/>
          </ns0:cNvSpPr>
          <ns0:nvPr/>
        </ns0:nvSpPr>
        <ns0:spPr>
          <ns1:xfrm>
            <ns1:off x="650081" y="5374481"/>
            <ns1:ext cx="56674" cy="80963"/>
          </ns1:xfrm>
          <ns1:custGeom>
            <ns1:pathLst>
              <ns1:path w="56674" h="80963">
                <ns1:moveTo>
                  <ns1:pt x="56674" y="0"/>
                </ns1:moveTo>
                <ns1:lnTo>
                  <ns1:pt x="0" y="80963"/>
                </ns1:lnTo>
              </ns1:path>
            </ns1:pathLst>
          </ns1:custGeom>
          <ns1:noFill/>
          <ns1:ln w="24289">
            <ns1:solidFill>
              <ns1:srgbClr val="101820"/>
            </ns1:solidFill>
            <ns1:prstDash val="solid"/>
          </ns1:ln>
        </ns0:spPr>
      </ns0:sp>
      <ns0:sp>
        <ns0:nvSpPr>
          <ns0:cNvPr id="32" name="trace:S02:content.auto.27">
            <ns1:extLst>
              <ns1:ext uri="{FF2B5EF4-FFF2-40B4-BE49-F238E27FC236}">
                <ns2:creationId id="{548F0DEB-01A3-43C0-8847-B9E290F65232}"/>
              </ns1:ext>
            </ns1:extLst>
          </ns0:cNvPr>
          <ns0:cNvSpPr>
            <ns1:spLocks noGrp="1"/>
          </ns0:cNvSpPr>
          <ns0:nvPr/>
        </ns0:nvSpPr>
        <ns0:spPr>
          <ns1:xfrm>
            <ns1:off x="1006316" y="5374481"/>
            <ns1:ext cx="64770" cy="80963"/>
          </ns1:xfrm>
          <ns1:custGeom>
            <ns1:pathLst>
              <ns1:path w="64770" h="80963">
                <ns1:moveTo>
                  <ns1:pt x="0" y="0"/>
                </ns1:moveTo>
                <ns1:lnTo>
                  <ns1:pt x="64770" y="80963"/>
                </ns1:lnTo>
              </ns1:path>
            </ns1:pathLst>
          </ns1:custGeom>
          <ns1:noFill/>
          <ns1:ln w="24289">
            <ns1:solidFill>
              <ns1:srgbClr val="101820"/>
            </ns1:solidFill>
            <ns1:prstDash val="solid"/>
          </ns1:ln>
        </ns0:spPr>
      </ns0:sp>
      <ns0:sp>
        <ns0:nvSpPr>
          <ns0:cNvPr id="33" name="trace:S02:content.auto.28">
            <ns1:extLst>
              <ns1:ext uri="{FF2B5EF4-FFF2-40B4-BE49-F238E27FC236}">
                <ns2:creationId id="{03767BA5-282E-4701-A7D5-53679CC96309}"/>
              </ns1:ext>
            </ns1:extLst>
          </ns0:cNvPr>
          <ns0:cNvSpPr>
            <ns1:spLocks noGrp="1"/>
          </ns0:cNvSpPr>
          <ns0:nvPr/>
        </ns0:nvSpPr>
        <ns0:spPr>
          <ns1:xfrm>
            <ns1:off x="1514475" y="4905375"/>
            <ns1:ext cx="1714500" cy="571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57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7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担当者ごとに</ns1:t>
            </ns1:r>
          </ns1:p>
          <ns1:p>
            <ns1:pPr algn="l">
              <ns1:buNone/>
              <ns1:defRPr sz="157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7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品質差が生じる</ns1:t>
            </ns1:r>
          </ns1:p>
        </ns0:txBody>
      </ns0:sp>
      <ns0:sp>
        <ns0:nvSpPr>
          <ns0:cNvPr id="34" name="trace:S02:content.auto.29">
            <ns1:extLst>
              <ns1:ext uri="{FF2B5EF4-FFF2-40B4-BE49-F238E27FC236}">
                <ns2:creationId id="{A705C9AD-4E62-4243-8796-D7A38BCA743E}"/>
              </ns1:ext>
            </ns1:extLst>
          </ns0:cNvPr>
          <ns0:cNvSpPr>
            <ns1:spLocks noGrp="1"/>
          </ns0:cNvSpPr>
          <ns0:nvPr/>
        </ns0:nvSpPr>
        <ns0:spPr>
          <ns1:xfrm>
            <ns1:off x="561975" y="6143625"/>
            <ns1:ext cx="2790825" cy="95"/>
          </ns1:xfrm>
          <ns1:custGeom>
            <ns1:pathLst>
              <ns1:path w="2790825" h="95">
                <ns1:moveTo>
                  <ns1:pt x="0" y="0"/>
                </ns1:moveTo>
                <ns1:lnTo>
                  <ns1:pt x="2790825" y="0"/>
                </ns1:lnTo>
              </ns1:path>
            </ns1:pathLst>
          </ns1:custGeom>
          <ns1:noFill/>
          <ns1:ln w="9525">
            <ns1:solidFill>
              <ns1:srgbClr val="D5DEE7"/>
            </ns1:solidFill>
            <ns1:prstDash val="solid"/>
          </ns1:ln>
        </ns0:spPr>
      </ns0:sp>
      <ns0:sp>
        <ns0:nvSpPr>
          <ns0:cNvPr id="35" name="trace:S02:content.auto.30">
            <ns1:extLst>
              <ns1:ext uri="{FF2B5EF4-FFF2-40B4-BE49-F238E27FC236}">
                <ns2:creationId id="{A0C2D8ED-4C7C-419E-B2C8-ED11E127CAFC}"/>
              </ns1:ext>
            </ns1:extLst>
          </ns0:cNvPr>
          <ns0:cNvSpPr>
            <ns1:spLocks noGrp="1"/>
          </ns0:cNvSpPr>
          <ns0:nvPr/>
        </ns0:nvSpPr>
        <ns0:spPr>
          <ns1:xfrm>
            <ns1:off x="561975" y="6067425"/>
            <ns1:ext cx="742950" cy="742950"/>
          </ns1:xfrm>
          <ns1:prstGeom prst="ellipse">
            <ns1:avLst/>
          </ns1:prstGeom>
          <ns1:solidFill>
            <ns1:srgbClr val="FCE7E8"/>
          </ns1:solidFill>
          <ns1:ln w="0">
            <ns1:noFill/>
            <ns1:prstDash val="solid"/>
          </ns1:ln>
        </ns0:spPr>
      </ns0:sp>
      <ns0:sp>
        <ns0:nvSpPr>
          <ns0:cNvPr id="36" name="trace:S02:content.auto.31">
            <ns1:extLst>
              <ns1:ext uri="{FF2B5EF4-FFF2-40B4-BE49-F238E27FC236}">
                <ns2:creationId id="{F330DB5F-F4D5-4313-B6B9-912F956294C8}"/>
              </ns1:ext>
            </ns1:extLst>
          </ns0:cNvPr>
          <ns0:cNvSpPr>
            <ns1:spLocks noGrp="1"/>
          </ns0:cNvSpPr>
          <ns0:nvPr/>
        </ns0:nvSpPr>
        <ns0:spPr>
          <ns1:xfrm>
            <ns1:off x="747236" y="6187916"/>
            <ns1:ext cx="372428" cy="145733"/>
          </ns1:xfrm>
          <ns1:prstGeom prst="ellipse">
            <ns1:avLst/>
          </ns1:prstGeom>
          <ns1:noFill/>
          <ns1:ln w="24289">
            <ns1:solidFill>
              <ns1:srgbClr val="101820"/>
            </ns1:solidFill>
            <ns1:prstDash val="solid"/>
          </ns1:ln>
        </ns0:spPr>
      </ns0:sp>
      <ns0:sp>
        <ns0:nvSpPr>
          <ns0:cNvPr id="37" name="trace:S02:content.auto.32">
            <ns1:extLst>
              <ns1:ext uri="{FF2B5EF4-FFF2-40B4-BE49-F238E27FC236}">
                <ns2:creationId id="{DD2FE558-8AA6-4A0B-9A1C-0138772DB827}"/>
              </ns1:ext>
            </ns1:extLst>
          </ns0:cNvPr>
          <ns0:cNvSpPr>
            <ns1:spLocks noGrp="1"/>
          </ns0:cNvSpPr>
          <ns0:nvPr/>
        </ns0:nvSpPr>
        <ns0:spPr>
          <ns1:xfrm>
            <ns1:off x="747236" y="6260783"/>
            <ns1:ext cx="372428" cy="364331"/>
          </ns1:xfrm>
          <ns1:prstGeom prst="rect">
            <ns1:avLst/>
          </ns1:prstGeom>
          <ns1:noFill/>
          <ns1:ln w="24289">
            <ns1:solidFill>
              <ns1:srgbClr val="101820"/>
            </ns1:solidFill>
            <ns1:prstDash val="solid"/>
          </ns1:ln>
        </ns0:spPr>
      </ns0:sp>
      <ns0:sp>
        <ns0:nvSpPr>
          <ns0:cNvPr id="38" name="trace:S02:content.auto.33">
            <ns1:extLst>
              <ns1:ext uri="{FF2B5EF4-FFF2-40B4-BE49-F238E27FC236}">
                <ns2:creationId id="{2422ED19-1955-48A6-84E2-0914301FBEE4}"/>
              </ns1:ext>
            </ns1:extLst>
          </ns0:cNvPr>
          <ns0:cNvSpPr>
            <ns1:spLocks noGrp="1"/>
          </ns0:cNvSpPr>
          <ns0:nvPr/>
        </ns0:nvSpPr>
        <ns0:spPr>
          <ns1:xfrm>
            <ns1:off x="747236" y="6544151"/>
            <ns1:ext cx="372428" cy="145733"/>
          </ns1:xfrm>
          <ns1:prstGeom prst="ellipse">
            <ns1:avLst/>
          </ns1:prstGeom>
          <ns1:noFill/>
          <ns1:ln w="24289">
            <ns1:solidFill>
              <ns1:srgbClr val="101820"/>
            </ns1:solidFill>
            <ns1:prstDash val="solid"/>
          </ns1:ln>
        </ns0:spPr>
      </ns0:sp>
      <ns0:sp>
        <ns0:nvSpPr>
          <ns0:cNvPr id="39" name="trace:S02:content.auto.34">
            <ns1:extLst>
              <ns1:ext uri="{FF2B5EF4-FFF2-40B4-BE49-F238E27FC236}">
                <ns2:creationId id="{59889A5A-DB94-457F-BA9E-60FDAD63295E}"/>
              </ns1:ext>
            </ns1:extLst>
          </ns0:cNvPr>
          <ns0:cNvSpPr>
            <ns1:spLocks noGrp="1"/>
          </ns0:cNvSpPr>
          <ns0:nvPr/>
        </ns0:nvSpPr>
        <ns0:spPr>
          <ns1:xfrm>
            <ns1:off x="747236" y="6260783"/>
            <ns1:ext cx="95" cy="356235"/>
          </ns1:xfrm>
          <ns1:custGeom>
            <ns1:pathLst>
              <ns1:path w="95" h="356235">
                <ns1:moveTo>
                  <ns1:pt x="0" y="0"/>
                </ns1:moveTo>
                <ns1:lnTo>
                  <ns1:pt x="0" y="356235"/>
                </ns1:lnTo>
              </ns1:path>
            </ns1:pathLst>
          </ns1:custGeom>
          <ns1:noFill/>
          <ns1:ln w="24289">
            <ns1:solidFill>
              <ns1:srgbClr val="101820"/>
            </ns1:solidFill>
            <ns1:prstDash val="solid"/>
          </ns1:ln>
        </ns0:spPr>
      </ns0:sp>
      <ns0:sp>
        <ns0:nvSpPr>
          <ns0:cNvPr id="40" name="trace:S02:content.auto.35">
            <ns1:extLst>
              <ns1:ext uri="{FF2B5EF4-FFF2-40B4-BE49-F238E27FC236}">
                <ns2:creationId id="{B3119417-E523-4C7A-B10E-5E49E562F8D6}"/>
              </ns1:ext>
            </ns1:extLst>
          </ns0:cNvPr>
          <ns0:cNvSpPr>
            <ns1:spLocks noGrp="1"/>
          </ns0:cNvSpPr>
          <ns0:nvPr/>
        </ns0:nvSpPr>
        <ns0:spPr>
          <ns1:xfrm>
            <ns1:off x="1119664" y="6260783"/>
            <ns1:ext cx="95" cy="356235"/>
          </ns1:xfrm>
          <ns1:custGeom>
            <ns1:pathLst>
              <ns1:path w="95" h="356235">
                <ns1:moveTo>
                  <ns1:pt x="0" y="0"/>
                </ns1:moveTo>
                <ns1:lnTo>
                  <ns1:pt x="0" y="356235"/>
                </ns1:lnTo>
              </ns1:path>
            </ns1:pathLst>
          </ns1:custGeom>
          <ns1:noFill/>
          <ns1:ln w="24289">
            <ns1:solidFill>
              <ns1:srgbClr val="101820"/>
            </ns1:solidFill>
            <ns1:prstDash val="solid"/>
          </ns1:ln>
        </ns0:spPr>
      </ns0:sp>
      <ns0:sp>
        <ns0:nvSpPr>
          <ns0:cNvPr id="41" name="trace:S02:content.auto.36">
            <ns1:extLst>
              <ns1:ext uri="{FF2B5EF4-FFF2-40B4-BE49-F238E27FC236}">
                <ns2:creationId id="{FB57D013-1332-4065-A2D2-2D80CC0042B3}"/>
              </ns1:ext>
            </ns1:extLst>
          </ns0:cNvPr>
          <ns0:cNvSpPr>
            <ns1:spLocks noGrp="1"/>
          </ns0:cNvSpPr>
          <ns0:nvPr/>
        </ns0:nvSpPr>
        <ns0:spPr>
          <ns1:xfrm>
            <ns1:off x="1514475" y="6172200"/>
            <ns1:ext cx="1714500" cy="571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57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7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過去提案の再利用が</ns1:t>
            </ns1:r>
          </ns1:p>
          <ns1:p>
            <ns1:pPr algn="l">
              <ns1:buNone/>
              <ns1:defRPr sz="157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7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進んでいない</ns1:t>
            </ns1:r>
          </ns1:p>
        </ns0:txBody>
      </ns0:sp>
      <ns0:sp>
        <ns0:nvSpPr>
          <ns0:cNvPr id="42" name="trace:S02:content.auto.37">
            <ns1:extLst>
              <ns1:ext uri="{FF2B5EF4-FFF2-40B4-BE49-F238E27FC236}">
                <ns2:creationId id="{D61DA551-DADD-488C-974A-1B6E34CC1C74}"/>
              </ns1:ext>
            </ns1:extLst>
          </ns0:cNvPr>
          <ns0:cNvSpPr>
            <ns1:spLocks noGrp="1"/>
          </ns0:cNvSpPr>
          <ns0:nvPr/>
        </ns0:nvSpPr>
        <ns0:spPr>
          <ns1:xfrm>
            <ns1:off x="4014788" y="2290763"/>
            <ns1:ext cx="314325" cy="314325"/>
          </ns1:xfrm>
          <ns1:prstGeom prst="ellipse">
            <ns1:avLst/>
          </ns1:prstGeom>
          <ns1:noFill/>
          <ns1:ln w="28575">
            <ns1:solidFill>
              <ns1:srgbClr val="101820"/>
            </ns1:solidFill>
            <ns1:prstDash val="solid"/>
          </ns1:ln>
        </ns0:spPr>
      </ns0:sp>
      <ns0:sp>
        <ns0:nvSpPr>
          <ns0:cNvPr id="43" name="trace:S02:content.auto.38">
            <ns1:extLst>
              <ns1:ext uri="{FF2B5EF4-FFF2-40B4-BE49-F238E27FC236}">
                <ns2:creationId id="{81944B73-57AB-4341-832F-0FACB34C5FD6}"/>
              </ns1:ext>
            </ns1:extLst>
          </ns0:cNvPr>
          <ns0:cNvSpPr>
            <ns1:spLocks noGrp="1"/>
          </ns0:cNvSpPr>
          <ns0:nvPr/>
        </ns0:nvSpPr>
        <ns0:spPr>
          <ns1:xfrm>
            <ns1:off x="4121944" y="2397919"/>
            <ns1:ext cx="100013" cy="100013"/>
          </ns1:xfrm>
          <ns1:prstGeom prst="ellipse">
            <ns1:avLst/>
          </ns1:prstGeom>
          <ns1:noFill/>
          <ns1:ln w="28575">
            <ns1:solidFill>
              <ns1:srgbClr val="101820"/>
            </ns1:solidFill>
            <ns1:prstDash val="solid"/>
          </ns1:ln>
        </ns0:spPr>
      </ns0:sp>
      <ns0:sp>
        <ns0:nvSpPr>
          <ns0:cNvPr id="44" name="trace:S02:content.auto.39">
            <ns1:extLst>
              <ns1:ext uri="{FF2B5EF4-FFF2-40B4-BE49-F238E27FC236}">
                <ns2:creationId id="{72F230D1-084C-4EBC-89F4-B580C326A328}"/>
              </ns1:ext>
            </ns1:extLst>
          </ns0:cNvPr>
          <ns0:cNvSpPr>
            <ns1:spLocks noGrp="1"/>
          </ns0:cNvSpPr>
          <ns0:nvPr/>
        </ns0:nvSpPr>
        <ns0:spPr>
          <ns1:xfrm>
            <ns1:off x="4171950" y="2226469"/>
            <ns1:ext cx="95" cy="62008"/>
          </ns1:xfrm>
          <ns1:custGeom>
            <ns1:pathLst>
              <ns1:path w="95" h="62008">
                <ns1:moveTo>
                  <ns1:pt x="0" y="62008"/>
                </ns1:moveTo>
                <ns1:lnTo>
                  <ns1:pt x="0" y="0"/>
                </ns1:lnTo>
              </ns1:path>
            </ns1:pathLst>
          </ns1:custGeom>
          <ns1:noFill/>
          <ns1:ln w="28575">
            <ns1:solidFill>
              <ns1:srgbClr val="101820"/>
            </ns1:solidFill>
            <ns1:prstDash val="solid"/>
          </ns1:ln>
        </ns0:spPr>
      </ns0:sp>
      <ns0:sp>
        <ns0:nvSpPr>
          <ns0:cNvPr id="45" name="trace:S02:content.auto.40">
            <ns1:extLst>
              <ns1:ext uri="{FF2B5EF4-FFF2-40B4-BE49-F238E27FC236}">
                <ns2:creationId id="{CEA56E26-4533-4CDB-9732-1261520364F0}"/>
              </ns1:ext>
            </ns1:extLst>
          </ns0:cNvPr>
          <ns0:cNvSpPr>
            <ns1:spLocks noGrp="1"/>
          </ns0:cNvSpPr>
          <ns0:nvPr/>
        </ns0:nvSpPr>
        <ns0:spPr>
          <ns1:xfrm>
            <ns1:off x="4171950" y="2607374"/>
            <ns1:ext cx="95" cy="62008"/>
          </ns1:xfrm>
          <ns1:custGeom>
            <ns1:pathLst>
              <ns1:path w="95" h="62008">
                <ns1:moveTo>
                  <ns1:pt x="0" y="0"/>
                </ns1:moveTo>
                <ns1:lnTo>
                  <ns1:pt x="0" y="62008"/>
                </ns1:lnTo>
              </ns1:path>
            </ns1:pathLst>
          </ns1:custGeom>
          <ns1:noFill/>
          <ns1:ln w="28575">
            <ns1:solidFill>
              <ns1:srgbClr val="101820"/>
            </ns1:solidFill>
            <ns1:prstDash val="solid"/>
          </ns1:ln>
        </ns0:spPr>
      </ns0:sp>
      <ns0:sp>
        <ns0:nvSpPr>
          <ns0:cNvPr id="46" name="trace:S02:content.auto.41">
            <ns1:extLst>
              <ns1:ext uri="{FF2B5EF4-FFF2-40B4-BE49-F238E27FC236}">
                <ns2:creationId id="{761EDE88-606C-47E8-AF80-B4DCE764B84F}"/>
              </ns1:ext>
            </ns1:extLst>
          </ns0:cNvPr>
          <ns0:cNvSpPr>
            <ns1:spLocks noGrp="1"/>
          </ns0:cNvSpPr>
          <ns0:nvPr/>
        </ns0:nvSpPr>
        <ns0:spPr>
          <ns1:xfrm>
            <ns1:off x="3950494" y="2447925"/>
            <ns1:ext cx="62008" cy="95"/>
          </ns1:xfrm>
          <ns1:custGeom>
            <ns1:pathLst>
              <ns1:path w="62008" h="95">
                <ns1:moveTo>
                  <ns1:pt x="62008" y="0"/>
                </ns1:moveTo>
                <ns1:lnTo>
                  <ns1:pt x="0" y="0"/>
                </ns1:lnTo>
              </ns1:path>
            </ns1:pathLst>
          </ns1:custGeom>
          <ns1:noFill/>
          <ns1:ln w="28575">
            <ns1:solidFill>
              <ns1:srgbClr val="101820"/>
            </ns1:solidFill>
            <ns1:prstDash val="solid"/>
          </ns1:ln>
        </ns0:spPr>
      </ns0:sp>
      <ns0:sp>
        <ns0:nvSpPr>
          <ns0:cNvPr id="47" name="trace:S02:content.auto.42">
            <ns1:extLst>
              <ns1:ext uri="{FF2B5EF4-FFF2-40B4-BE49-F238E27FC236}">
                <ns2:creationId id="{B1C2037D-7E92-4C24-A130-AE83E85573AC}"/>
              </ns1:ext>
            </ns1:extLst>
          </ns0:cNvPr>
          <ns0:cNvSpPr>
            <ns1:spLocks noGrp="1"/>
          </ns0:cNvSpPr>
          <ns0:nvPr/>
        </ns0:nvSpPr>
        <ns0:spPr>
          <ns1:xfrm>
            <ns1:off x="4331399" y="2447925"/>
            <ns1:ext cx="62008" cy="95"/>
          </ns1:xfrm>
          <ns1:custGeom>
            <ns1:pathLst>
              <ns1:path w="62008" h="95">
                <ns1:moveTo>
                  <ns1:pt x="0" y="0"/>
                </ns1:moveTo>
                <ns1:lnTo>
                  <ns1:pt x="62008" y="0"/>
                </ns1:lnTo>
              </ns1:path>
            </ns1:pathLst>
          </ns1:custGeom>
          <ns1:noFill/>
          <ns1:ln w="28575">
            <ns1:solidFill>
              <ns1:srgbClr val="101820"/>
            </ns1:solidFill>
            <ns1:prstDash val="solid"/>
          </ns1:ln>
        </ns0:spPr>
      </ns0:sp>
      <ns0:sp>
        <ns0:nvSpPr>
          <ns0:cNvPr id="48" name="trace:S02:content.auto.43">
            <ns1:extLst>
              <ns1:ext uri="{FF2B5EF4-FFF2-40B4-BE49-F238E27FC236}">
                <ns2:creationId id="{96588443-A649-4B04-9933-C29688BF69B6}"/>
              </ns1:ext>
            </ns1:extLst>
          </ns0:cNvPr>
          <ns0:cNvSpPr>
            <ns1:spLocks noGrp="1"/>
          </ns0:cNvSpPr>
          <ns0:nvPr/>
        </ns0:nvSpPr>
        <ns0:spPr>
          <ns1:xfrm>
            <ns1:off x="4014788" y="2290763"/>
            <ns1:ext cx="44006" cy="44006"/>
          </ns1:xfrm>
          <ns1:custGeom>
            <ns1:pathLst>
              <ns1:path w="44006" h="44006">
                <ns1:moveTo>
                  <ns1:pt x="44006" y="44006"/>
                </ns1:moveTo>
                <ns1:lnTo>
                  <ns1:pt x="0" y="0"/>
                </ns1:lnTo>
              </ns1:path>
            </ns1:pathLst>
          </ns1:custGeom>
          <ns1:noFill/>
          <ns1:ln w="28575">
            <ns1:solidFill>
              <ns1:srgbClr val="101820"/>
            </ns1:solidFill>
            <ns1:prstDash val="solid"/>
          </ns1:ln>
        </ns0:spPr>
      </ns0:sp>
      <ns0:sp>
        <ns0:nvSpPr>
          <ns0:cNvPr id="49" name="trace:S02:content.auto.44">
            <ns1:extLst>
              <ns1:ext uri="{FF2B5EF4-FFF2-40B4-BE49-F238E27FC236}">
                <ns2:creationId id="{FFD98FFB-4489-4DAD-9157-F65D9A105EC8}"/>
              </ns1:ext>
            </ns1:extLst>
          </ns0:cNvPr>
          <ns0:cNvSpPr>
            <ns1:spLocks noGrp="1"/>
          </ns0:cNvSpPr>
          <ns0:nvPr/>
        </ns0:nvSpPr>
        <ns0:spPr>
          <ns1:xfrm>
            <ns1:off x="4285107" y="2561082"/>
            <ns1:ext cx="44006" cy="44006"/>
          </ns1:xfrm>
          <ns1:custGeom>
            <ns1:pathLst>
              <ns1:path w="44006" h="44006">
                <ns1:moveTo>
                  <ns1:pt x="0" y="0"/>
                </ns1:moveTo>
                <ns1:lnTo>
                  <ns1:pt x="44006" y="44006"/>
                </ns1:lnTo>
              </ns1:path>
            </ns1:pathLst>
          </ns1:custGeom>
          <ns1:noFill/>
          <ns1:ln w="28575">
            <ns1:solidFill>
              <ns1:srgbClr val="101820"/>
            </ns1:solidFill>
            <ns1:prstDash val="solid"/>
          </ns1:ln>
        </ns0:spPr>
      </ns0:sp>
      <ns0:sp>
        <ns0:nvSpPr>
          <ns0:cNvPr id="50" name="trace:S02:content.auto.45">
            <ns1:extLst>
              <ns1:ext uri="{FF2B5EF4-FFF2-40B4-BE49-F238E27FC236}">
                <ns2:creationId id="{02530CD2-7F4B-4CEF-9065-7B67C98CA601}"/>
              </ns1:ext>
            </ns1:extLst>
          </ns0:cNvPr>
          <ns0:cNvSpPr>
            <ns1:spLocks noGrp="1"/>
          </ns0:cNvSpPr>
          <ns0:nvPr/>
        </ns0:nvSpPr>
        <ns0:spPr>
          <ns1:xfrm>
            <ns1:off x="4014788" y="2561082"/>
            <ns1:ext cx="44006" cy="44006"/>
          </ns1:xfrm>
          <ns1:custGeom>
            <ns1:pathLst>
              <ns1:path w="44006" h="44006">
                <ns1:moveTo>
                  <ns1:pt x="44006" y="0"/>
                </ns1:moveTo>
                <ns1:lnTo>
                  <ns1:pt x="0" y="44006"/>
                </ns1:lnTo>
              </ns1:path>
            </ns1:pathLst>
          </ns1:custGeom>
          <ns1:noFill/>
          <ns1:ln w="28575">
            <ns1:solidFill>
              <ns1:srgbClr val="101820"/>
            </ns1:solidFill>
            <ns1:prstDash val="solid"/>
          </ns1:ln>
        </ns0:spPr>
      </ns0:sp>
      <ns0:sp>
        <ns0:nvSpPr>
          <ns0:cNvPr id="51" name="trace:S02:content.auto.46">
            <ns1:extLst>
              <ns1:ext uri="{FF2B5EF4-FFF2-40B4-BE49-F238E27FC236}">
                <ns2:creationId id="{1FF60E50-1E35-4EBF-9959-0C061667FE9C}"/>
              </ns1:ext>
            </ns1:extLst>
          </ns0:cNvPr>
          <ns0:cNvSpPr>
            <ns1:spLocks noGrp="1"/>
          </ns0:cNvSpPr>
          <ns0:nvPr/>
        </ns0:nvSpPr>
        <ns0:spPr>
          <ns1:xfrm>
            <ns1:off x="4285107" y="2290763"/>
            <ns1:ext cx="44006" cy="44006"/>
          </ns1:xfrm>
          <ns1:custGeom>
            <ns1:pathLst>
              <ns1:path w="44006" h="44006">
                <ns1:moveTo>
                  <ns1:pt x="0" y="44006"/>
                </ns1:moveTo>
                <ns1:lnTo>
                  <ns1:pt x="44006" y="0"/>
                </ns1:lnTo>
              </ns1:path>
            </ns1:pathLst>
          </ns1:custGeom>
          <ns1:noFill/>
          <ns1:ln w="28575">
            <ns1:solidFill>
              <ns1:srgbClr val="101820"/>
            </ns1:solidFill>
            <ns1:prstDash val="solid"/>
          </ns1:ln>
        </ns0:spPr>
      </ns0:sp>
      <ns0:sp>
        <ns0:nvSpPr>
          <ns0:cNvPr id="52" name="trace:S02:title.primary.5">
            <ns1:extLst>
              <ns1:ext uri="{FF2B5EF4-FFF2-40B4-BE49-F238E27FC236}">
                <ns2:creationId id="{447B2674-B4E5-4E0A-8B5C-FB3AADE6694F}"/>
              </ns1:ext>
            </ns1:extLst>
          </ns0:cNvPr>
          <ns0:cNvSpPr>
            <ns1:spLocks noGrp="1"/>
          </ns0:cNvSpPr>
          <ns0:nvPr/>
        </ns0:nvSpPr>
        <ns0:spPr>
          <ns1:xfrm>
            <ns1:off x="4581525" y="2266950"/>
            <ns1:ext cx="2667000" cy="4381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2250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250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rPr>
              <ns1:t>3つの施策で解決</ns1:t>
            </ns1:r>
          </ns1:p>
        </ns0:txBody>
      </ns0:sp>
      <ns0:sp>
        <ns0:nvSpPr>
          <ns0:cNvPr id="53" name="trace:S02:content.auto.47">
            <ns1:extLst>
              <ns1:ext uri="{FF2B5EF4-FFF2-40B4-BE49-F238E27FC236}">
                <ns2:creationId id="{0D59CADC-D7D8-4380-B14B-0004FCFC3139}"/>
              </ns1:ext>
            </ns1:extLst>
          </ns0:cNvPr>
          <ns0:cNvSpPr>
            <ns1:spLocks noGrp="1"/>
          </ns0:cNvSpPr>
          <ns0:nvPr/>
        </ns0:nvSpPr>
        <ns0:spPr>
          <ns1:xfrm>
            <ns1:off x="8515350" y="2238375"/>
            <ns1:ext cx="3695700" cy="466725"/>
          </ns1:xfrm>
          <ns1:custGeom>
            <ns1:pathLst>
              <ns1:path w="3695700" h="466725">
                <ns1:moveTo>
                  <ns1:pt x="0" y="0"/>
                </ns1:moveTo>
                <ns1:lnTo>
                  <ns1:pt x="3552825" y="0"/>
                </ns1:lnTo>
                <ns1:lnTo>
                  <ns1:pt x="3695700" y="238125"/>
                </ns1:lnTo>
                <ns1:lnTo>
                  <ns1:pt x="3552825" y="466725"/>
                </ns1:lnTo>
                <ns1:lnTo>
                  <ns1:pt x="0" y="466725"/>
                </ns1:lnTo>
                <ns1:lnTo>
                  <ns1:pt x="142875" y="238125"/>
                </ns1:lnTo>
                <ns1:close/>
              </ns1:path>
            </ns1:pathLst>
          </ns1:cu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54" name="trace:S02:title.primary.6">
            <ns1:extLst>
              <ns1:ext uri="{FF2B5EF4-FFF2-40B4-BE49-F238E27FC236}">
                <ns2:creationId id="{4E5BAEBE-F47F-4514-AD21-DBFC7326A2E6}"/>
              </ns1:ext>
            </ns1:extLst>
          </ns0:cNvPr>
          <ns0:cNvSpPr>
            <ns1:spLocks noGrp="1"/>
          </ns0:cNvSpPr>
          <ns0:nvPr/>
        </ns0:nvSpPr>
        <ns0:spPr>
          <ns1:xfrm>
            <ns1:off x="8782050" y="2324100"/>
            <ns1:ext cx="30480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buNone/>
              <ns1:defRPr sz="1275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75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rPr>
              <ns1:t>効率化・品質向上・継続改善を一体で推進</ns1:t>
            </ns1:r>
          </ns1:p>
        </ns0:txBody>
      </ns0:sp>
      <ns0:sp>
        <ns0:nvSpPr>
          <ns0:cNvPr id="55" name="trace:S02:content.auto.48">
            <ns1:extLst>
              <ns1:ext uri="{FF2B5EF4-FFF2-40B4-BE49-F238E27FC236}">
                <ns2:creationId id="{18D86C11-2A91-4247-84C7-8B20566374E3}"/>
              </ns1:ext>
            </ns1:extLst>
          </ns0:cNvPr>
          <ns0:cNvSpPr>
            <ns1:spLocks noGrp="1"/>
          </ns0:cNvSpPr>
          <ns0:nvPr/>
        </ns0:nvSpPr>
        <ns0:spPr>
          <ns1:xfrm>
            <ns1:off x="3781425" y="2838450"/>
            <ns1:ext cx="2867025" cy="3133725"/>
          </ns1:xfrm>
          <ns1:prstGeom prst="rect">
            <ns1:avLst/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56" name="trace:S02:content.auto.49">
            <ns1:extLst>
              <ns1:ext uri="{FF2B5EF4-FFF2-40B4-BE49-F238E27FC236}">
                <ns2:creationId id="{9EEE1AFD-3398-416E-90F7-46152E108B6C}"/>
              </ns1:ext>
            </ns1:extLst>
          </ns0:cNvPr>
          <ns0:cNvSpPr>
            <ns1:spLocks noGrp="1"/>
          </ns0:cNvSpPr>
          <ns0:nvPr/>
        </ns0:nvSpPr>
        <ns0:spPr>
          <ns1:xfrm>
            <ns1:off x="4076700" y="3009900"/>
            <ns1:ext cx="9525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500" b="1">
                <ns1:solidFill>
                  <ns1:srgbClr val="E31B23"/>
                </ns1:solidFill>
                <ns1:latin typeface="Arial"/>
                <ns1:ea typeface="Arial"/>
                <ns1:cs typeface="Arial"/>
              </ns1:defRPr>
            </ns1:pPr>
            <ns1:r>
              <ns1:rPr sz="1500" b="1">
                <ns1:solidFill>
                  <ns1:srgbClr val="E31B23"/>
                </ns1:solidFill>
                <ns1:latin typeface="Arial"/>
                <ns1:ea typeface="Arial"/>
                <ns1:cs typeface="Arial"/>
              </ns1:rPr>
              <ns1:t>01  ─</ns1:t>
            </ns1:r>
          </ns1:p>
        </ns0:txBody>
      </ns0:sp>
      <ns0:sp>
        <ns0:nvSpPr>
          <ns0:cNvPr id="57" name="trace:S02:title.primary.7">
            <ns1:extLst>
              <ns1:ext uri="{FF2B5EF4-FFF2-40B4-BE49-F238E27FC236}">
                <ns2:creationId id="{6F7A4E03-658A-4128-B869-0F5435C67115}"/>
              </ns1:ext>
            </ns1:extLst>
          </ns0:cNvPr>
          <ns0:cNvSpPr>
            <ns1:spLocks noGrp="1"/>
          </ns0:cNvSpPr>
          <ns0:nvPr/>
        </ns0:nvSpPr>
        <ns0:spPr>
          <ns1:xfrm>
            <ns1:off x="4200525" y="3333750"/>
            <ns1:ext cx="2286000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buNone/>
              <ns1:defRPr sz="187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提案書自動生成AI</ns1:t>
            </ns1:r>
          </ns1:p>
        </ns0:txBody>
      </ns0:sp>
      <ns0:sp>
        <ns0:nvSpPr>
          <ns0:cNvPr id="58" name="trace:S02:content.auto.50">
            <ns1:extLst>
              <ns1:ext uri="{FF2B5EF4-FFF2-40B4-BE49-F238E27FC236}">
                <ns2:creationId id="{49584E1F-75D8-43BE-B967-7B47C36338EA}"/>
              </ns1:ext>
            </ns1:extLst>
          </ns0:cNvPr>
          <ns0:cNvSpPr>
            <ns1:spLocks noGrp="1"/>
          </ns0:cNvSpPr>
          <ns0:nvPr/>
        </ns0:nvSpPr>
        <ns0:spPr>
          <ns1:xfrm>
            <ns1:off x="4638675" y="3705225"/>
            <ns1:ext cx="1162050" cy="1162050"/>
          </ns1:xfrm>
          <ns1:prstGeom prst="ellipse">
            <ns1:avLst/>
          </ns1:prstGeom>
          <ns1:solidFill>
            <ns1:srgbClr val="FCE7E8"/>
          </ns1:solidFill>
          <ns1:ln w="0">
            <ns1:noFill/>
            <ns1:prstDash val="solid"/>
          </ns1:ln>
        </ns0:spPr>
      </ns0:sp>
      <ns0:sp>
        <ns0:nvSpPr>
          <ns0:cNvPr id="65" name="trace:S02:content.auto.51">
            <ns1:extLst>
              <ns1:ext uri="{FF2B5EF4-FFF2-40B4-BE49-F238E27FC236}">
                <ns2:creationId id="{38543AE1-2FDD-43C2-855E-277050F3D01B}"/>
              </ns1:ext>
            </ns1:extLst>
          </ns0:cNvPr>
          <ns0:cNvSpPr>
            <ns1:spLocks noGrp="1"/>
          </ns0:cNvSpPr>
          <ns0:nvPr/>
        </ns0:nvSpPr>
        <ns0:spPr>
          <ns1:xfrm>
            <ns1:off x="3990975" y="5048250"/>
            <ns1:ext cx="2447925" cy="781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buNone/>
              <ns1:defRPr sz="15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AIで提案資料の</ns1:t>
            </ns1:r>
          </ns1:p>
          <ns1:p>
            <ns1:pPr algn="ctr">
              <ns1:buNone/>
              <ns1:defRPr sz="15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叩き台を自動生成し、</ns1:t>
            </ns1:r>
          </ns1:p>
          <ns1:p>
            <ns1:pPr algn="ctr">
              <ns1:buNone/>
              <ns1:defRPr sz="15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作成時間を大幅に短縮。</ns1:t>
            </ns1:r>
          </ns1:p>
        </ns0:txBody>
      </ns0:sp>
      <ns0:sp>
        <ns0:nvSpPr>
          <ns0:cNvPr id="66" name="trace:S02:content.auto.52">
            <ns1:extLst>
              <ns1:ext uri="{FF2B5EF4-FFF2-40B4-BE49-F238E27FC236}">
                <ns2:creationId id="{41A3EAAE-72D4-4986-A6A5-6C2ADA6E0171}"/>
              </ns1:ext>
            </ns1:extLst>
          </ns0:cNvPr>
          <ns0:cNvSpPr>
            <ns1:spLocks noGrp="1"/>
          </ns0:cNvSpPr>
          <ns0:nvPr/>
        </ns0:nvSpPr>
        <ns0:spPr>
          <ns1:xfrm>
            <ns1:off x="6648450" y="4191000"/>
            <ns1:ext cx="142875" cy="342900"/>
          </ns1:xfrm>
          <ns1:custGeom>
            <ns1:pathLst>
              <ns1:path w="142875" h="342900">
                <ns1:moveTo>
                  <ns1:pt x="0" y="0"/>
                </ns1:moveTo>
                <ns1:lnTo>
                  <ns1:pt x="142875" y="171450"/>
                </ns1:lnTo>
                <ns1:lnTo>
                  <ns1:pt x="0" y="342900"/>
                </ns1:lnTo>
                <ns1:close/>
              </ns1:path>
            </ns1:pathLst>
          </ns1:cu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67" name="trace:S02:content.auto.53">
            <ns1:extLst>
              <ns1:ext uri="{FF2B5EF4-FFF2-40B4-BE49-F238E27FC236}">
                <ns2:creationId id="{FDAD7C8B-C17A-4B33-9C12-0D6D2401C887}"/>
              </ns1:ext>
            </ns1:extLst>
          </ns0:cNvPr>
          <ns0:cNvSpPr>
            <ns1:spLocks noGrp="1"/>
          </ns0:cNvSpPr>
          <ns0:nvPr/>
        </ns0:nvSpPr>
        <ns0:spPr>
          <ns1:xfrm>
            <ns1:off x="6819900" y="2838450"/>
            <ns1:ext cx="2867025" cy="3133725"/>
          </ns1:xfrm>
          <ns1:prstGeom prst="rect">
            <ns1:avLst/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68" name="trace:S02:content.auto.54">
            <ns1:extLst>
              <ns1:ext uri="{FF2B5EF4-FFF2-40B4-BE49-F238E27FC236}">
                <ns2:creationId id="{B2920360-95C9-4FFE-8955-AE0F3782E25C}"/>
              </ns1:ext>
            </ns1:extLst>
          </ns0:cNvPr>
          <ns0:cNvSpPr>
            <ns1:spLocks noGrp="1"/>
          </ns0:cNvSpPr>
          <ns0:nvPr/>
        </ns0:nvSpPr>
        <ns0:spPr>
          <ns1:xfrm>
            <ns1:off x="7115175" y="3009900"/>
            <ns1:ext cx="9525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500" b="1">
                <ns1:solidFill>
                  <ns1:srgbClr val="E31B23"/>
                </ns1:solidFill>
                <ns1:latin typeface="Arial"/>
                <ns1:ea typeface="Arial"/>
                <ns1:cs typeface="Arial"/>
              </ns1:defRPr>
            </ns1:pPr>
            <ns1:r>
              <ns1:rPr sz="1500" b="1">
                <ns1:solidFill>
                  <ns1:srgbClr val="E31B23"/>
                </ns1:solidFill>
                <ns1:latin typeface="Arial"/>
                <ns1:ea typeface="Arial"/>
                <ns1:cs typeface="Arial"/>
              </ns1:rPr>
              <ns1:t>02  ─</ns1:t>
            </ns1:r>
          </ns1:p>
        </ns0:txBody>
      </ns0:sp>
      <ns0:sp>
        <ns0:nvSpPr>
          <ns0:cNvPr id="69" name="trace:S02:content.auto.55">
            <ns1:extLst>
              <ns1:ext uri="{FF2B5EF4-FFF2-40B4-BE49-F238E27FC236}">
                <ns2:creationId id="{C74230B6-D044-45AF-9E29-2A1CF031EAA1}"/>
              </ns1:ext>
            </ns1:extLst>
          </ns0:cNvPr>
          <ns0:cNvSpPr>
            <ns1:spLocks noGrp="1"/>
          </ns0:cNvSpPr>
          <ns0:nvPr/>
        </ns0:nvSpPr>
        <ns0:spPr>
          <ns1:xfrm>
            <ns1:off x="7239000" y="3333750"/>
            <ns1:ext cx="2286000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buNone/>
              <ns1:defRPr sz="187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ナレッジ活用</ns1:t>
            </ns1:r>
          </ns1:p>
        </ns0:txBody>
      </ns0:sp>
      <ns0:sp>
        <ns0:nvSpPr>
          <ns0:cNvPr id="70" name="trace:S02:content.auto.56">
            <ns1:extLst>
              <ns1:ext uri="{FF2B5EF4-FFF2-40B4-BE49-F238E27FC236}">
                <ns2:creationId id="{2B64311F-05CC-4EA1-B03E-F1348FF8006D}"/>
              </ns1:ext>
            </ns1:extLst>
          </ns0:cNvPr>
          <ns0:cNvSpPr>
            <ns1:spLocks noGrp="1"/>
          </ns0:cNvSpPr>
          <ns0:nvPr/>
        </ns0:nvSpPr>
        <ns0:spPr>
          <ns1:xfrm>
            <ns1:off x="7677150" y="3705225"/>
            <ns1:ext cx="1162050" cy="1162050"/>
          </ns1:xfrm>
          <ns1:prstGeom prst="ellipse">
            <ns1:avLst/>
          </ns1:prstGeom>
          <ns1:solidFill>
            <ns1:srgbClr val="FCE7E8"/>
          </ns1:solidFill>
          <ns1:ln w="0">
            <ns1:noFill/>
            <ns1:prstDash val="solid"/>
          </ns1:ln>
        </ns0:spPr>
      </ns0:sp>
      <ns0:sp>
        <ns0:nvSpPr>
          <ns0:cNvPr id="76" name="trace:S02:content.auto.57">
            <ns1:extLst>
              <ns1:ext uri="{FF2B5EF4-FFF2-40B4-BE49-F238E27FC236}">
                <ns2:creationId id="{8B8A7704-1752-48FB-A2C2-DCF92BAEC18D}"/>
              </ns1:ext>
            </ns1:extLst>
          </ns0:cNvPr>
          <ns0:cNvSpPr>
            <ns1:spLocks noGrp="1"/>
          </ns0:cNvSpPr>
          <ns0:nvPr/>
        </ns0:nvSpPr>
        <ns0:spPr>
          <ns1:xfrm>
            <ns1:off x="7029450" y="5048250"/>
            <ns1:ext cx="2447925" cy="781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buNone/>
              <ns1:defRPr sz="15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過去の提案・成功事例を</ns1:t>
            </ns1:r>
          </ns1:p>
          <ns1:p>
            <ns1:pPr algn="ctr">
              <ns1:buNone/>
              <ns1:defRPr sz="15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組織の資産として活用し、</ns1:t>
            </ns1:r>
          </ns1:p>
          <ns1:p>
            <ns1:pPr algn="ctr">
              <ns1:buNone/>
              <ns1:defRPr sz="15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提案精度を高める。</ns1:t>
            </ns1:r>
          </ns1:p>
        </ns0:txBody>
      </ns0:sp>
      <ns0:sp>
        <ns0:nvSpPr>
          <ns0:cNvPr id="77" name="trace:S02:content.auto.58">
            <ns1:extLst>
              <ns1:ext uri="{FF2B5EF4-FFF2-40B4-BE49-F238E27FC236}">
                <ns2:creationId id="{49430FCE-F071-4D91-910E-41AB3D1E49FF}"/>
              </ns1:ext>
            </ns1:extLst>
          </ns0:cNvPr>
          <ns0:cNvSpPr>
            <ns1:spLocks noGrp="1"/>
          </ns0:cNvSpPr>
          <ns0:nvPr/>
        </ns0:nvSpPr>
        <ns0:spPr>
          <ns1:xfrm>
            <ns1:off x="9686925" y="4191000"/>
            <ns1:ext cx="142875" cy="342900"/>
          </ns1:xfrm>
          <ns1:custGeom>
            <ns1:pathLst>
              <ns1:path w="142875" h="342900">
                <ns1:moveTo>
                  <ns1:pt x="0" y="0"/>
                </ns1:moveTo>
                <ns1:lnTo>
                  <ns1:pt x="142875" y="171450"/>
                </ns1:lnTo>
                <ns1:lnTo>
                  <ns1:pt x="0" y="342900"/>
                </ns1:lnTo>
                <ns1:close/>
              </ns1:path>
            </ns1:pathLst>
          </ns1:cu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78" name="trace:S02:content.auto.59">
            <ns1:extLst>
              <ns1:ext uri="{FF2B5EF4-FFF2-40B4-BE49-F238E27FC236}">
                <ns2:creationId id="{E3CFF7C9-BAB3-4615-AC4B-D4DC01D34F8E}"/>
              </ns1:ext>
            </ns1:extLst>
          </ns0:cNvPr>
          <ns0:cNvSpPr>
            <ns1:spLocks noGrp="1"/>
          </ns0:cNvSpPr>
          <ns0:nvPr/>
        </ns0:nvSpPr>
        <ns0:spPr>
          <ns1:xfrm>
            <ns1:off x="9867900" y="2838450"/>
            <ns1:ext cx="2867025" cy="3133725"/>
          </ns1:xfrm>
          <ns1:prstGeom prst="rect">
            <ns1:avLst/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79" name="trace:S02:content.auto.60">
            <ns1:extLst>
              <ns1:ext uri="{FF2B5EF4-FFF2-40B4-BE49-F238E27FC236}">
                <ns2:creationId id="{9A61183B-7828-4DF2-9D34-5F0C36E54AE0}"/>
              </ns1:ext>
            </ns1:extLst>
          </ns0:cNvPr>
          <ns0:cNvSpPr>
            <ns1:spLocks noGrp="1"/>
          </ns0:cNvSpPr>
          <ns0:nvPr/>
        </ns0:nvSpPr>
        <ns0:spPr>
          <ns1:xfrm>
            <ns1:off x="10163175" y="3009900"/>
            <ns1:ext cx="9525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500" b="1">
                <ns1:solidFill>
                  <ns1:srgbClr val="E31B23"/>
                </ns1:solidFill>
                <ns1:latin typeface="Arial"/>
                <ns1:ea typeface="Arial"/>
                <ns1:cs typeface="Arial"/>
              </ns1:defRPr>
            </ns1:pPr>
            <ns1:r>
              <ns1:rPr sz="1500" b="1">
                <ns1:solidFill>
                  <ns1:srgbClr val="E31B23"/>
                </ns1:solidFill>
                <ns1:latin typeface="Arial"/>
                <ns1:ea typeface="Arial"/>
                <ns1:cs typeface="Arial"/>
              </ns1:rPr>
              <ns1:t>03  ─</ns1:t>
            </ns1:r>
          </ns1:p>
        </ns0:txBody>
      </ns0:sp>
      <ns0:sp>
        <ns0:nvSpPr>
          <ns0:cNvPr id="80" name="trace:S02:content.auto.61">
            <ns1:extLst>
              <ns1:ext uri="{FF2B5EF4-FFF2-40B4-BE49-F238E27FC236}">
                <ns2:creationId id="{C0674183-B282-4D24-A1FE-D0019C0AB056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0" y="3333750"/>
            <ns1:ext cx="2286000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buNone/>
              <ns1:defRPr sz="187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レビュー運用</ns1:t>
            </ns1:r>
          </ns1:p>
        </ns0:txBody>
      </ns0:sp>
      <ns0:sp>
        <ns0:nvSpPr>
          <ns0:cNvPr id="81" name="trace:S02:content.auto.62">
            <ns1:extLst>
              <ns1:ext uri="{FF2B5EF4-FFF2-40B4-BE49-F238E27FC236}">
                <ns2:creationId id="{2FF6A426-B663-4F56-AB92-1E8E34B25172}"/>
              </ns1:ext>
            </ns1:extLst>
          </ns0:cNvPr>
          <ns0:cNvSpPr>
            <ns1:spLocks noGrp="1"/>
          </ns0:cNvSpPr>
          <ns0:nvPr/>
        </ns0:nvSpPr>
        <ns0:spPr>
          <ns1:xfrm>
            <ns1:off x="10725150" y="3705225"/>
            <ns1:ext cx="1162050" cy="1162050"/>
          </ns1:xfrm>
          <ns1:prstGeom prst="ellipse">
            <ns1:avLst/>
          </ns1:prstGeom>
          <ns1:solidFill>
            <ns1:srgbClr val="FCE7E8"/>
          </ns1:solidFill>
          <ns1:ln w="0">
            <ns1:noFill/>
            <ns1:prstDash val="solid"/>
          </ns1:ln>
        </ns0:spPr>
      </ns0:sp>
      <ns0:sp>
        <ns0:nvSpPr>
          <ns0:cNvPr id="82" name="trace:S02:content.auto.63">
            <ns1:extLst>
              <ns1:ext uri="{FF2B5EF4-FFF2-40B4-BE49-F238E27FC236}">
                <ns2:creationId id="{AEC11E7E-A06E-48A2-A36A-66025DBCB87E}"/>
              </ns1:ext>
            </ns1:extLst>
          </ns0:cNvPr>
          <ns0:cNvSpPr>
            <ns1:spLocks noGrp="1"/>
          </ns0:cNvSpPr>
          <ns0:nvPr/>
        </ns0:nvSpPr>
        <ns0:spPr>
          <ns1:xfrm>
            <ns1:off x="11168063" y="4145756"/>
            <ns1:ext cx="142875" cy="142875"/>
          </ns1:xfrm>
          <ns1:prstGeom prst="ellipse">
            <ns1:avLst/>
          </ns1:prstGeom>
          <ns1:noFill/>
          <ns1:ln w="21431">
            <ns1:solidFill>
              <ns1:srgbClr val="101820"/>
            </ns1:solidFill>
            <ns1:prstDash val="solid"/>
          </ns1:ln>
        </ns0:spPr>
      </ns0:sp>
      <ns0:sp>
        <ns0:nvSpPr>
          <ns0:cNvPr id="83" name="trace:S02:content.auto.64">
            <ns1:extLst>
              <ns1:ext uri="{FF2B5EF4-FFF2-40B4-BE49-F238E27FC236}">
                <ns2:creationId id="{7EF214CD-47AF-41CD-97FB-2C36306E7F61}"/>
              </ns1:ext>
            </ns1:extLst>
          </ns0:cNvPr>
          <ns0:cNvSpPr>
            <ns1:spLocks noGrp="1"/>
          </ns0:cNvSpPr>
          <ns0:nvPr/>
        </ns0:nvSpPr>
        <ns0:spPr>
          <ns1:xfrm>
            <ns1:off x="10989469" y="4195763"/>
            <ns1:ext cx="107156" cy="107156"/>
          </ns1:xfrm>
          <ns1:prstGeom prst="ellipse">
            <ns1:avLst/>
          </ns1:prstGeom>
          <ns1:noFill/>
          <ns1:ln w="21431">
            <ns1:solidFill>
              <ns1:srgbClr val="101820"/>
            </ns1:solidFill>
            <ns1:prstDash val="solid"/>
          </ns1:ln>
        </ns0:spPr>
      </ns0:sp>
      <ns0:sp>
        <ns0:nvSpPr>
          <ns0:cNvPr id="84" name="trace:S02:content.auto.65">
            <ns1:extLst>
              <ns1:ext uri="{FF2B5EF4-FFF2-40B4-BE49-F238E27FC236}">
                <ns2:creationId id="{D1E49971-1213-4B8C-BAAE-D3B2EDBA27F8}"/>
              </ns1:ext>
            </ns1:extLst>
          </ns0:cNvPr>
          <ns0:cNvSpPr>
            <ns1:spLocks noGrp="1"/>
          </ns0:cNvSpPr>
          <ns0:nvPr/>
        </ns0:nvSpPr>
        <ns0:spPr>
          <ns1:xfrm>
            <ns1:off x="11382375" y="4195763"/>
            <ns1:ext cx="107156" cy="107156"/>
          </ns1:xfrm>
          <ns1:prstGeom prst="ellipse">
            <ns1:avLst/>
          </ns1:prstGeom>
          <ns1:noFill/>
          <ns1:ln w="21431">
            <ns1:solidFill>
              <ns1:srgbClr val="101820"/>
            </ns1:solidFill>
            <ns1:prstDash val="solid"/>
          </ns1:ln>
        </ns0:spPr>
      </ns0:sp>
      <ns0:sp>
        <ns0:nvSpPr>
          <ns0:cNvPr id="85" name="trace:S02:content.auto.66">
            <ns1:extLst>
              <ns1:ext uri="{FF2B5EF4-FFF2-40B4-BE49-F238E27FC236}">
                <ns2:creationId id="{CC50818E-A4C6-4996-B04C-DB2A3ED0E871}"/>
              </ns1:ext>
            </ns1:extLst>
          </ns0:cNvPr>
          <ns0:cNvSpPr>
            <ns1:spLocks noGrp="1"/>
          </ns0:cNvSpPr>
          <ns0:nvPr/>
        </ns0:nvSpPr>
        <ns0:spPr>
          <ns1:xfrm>
            <ns1:off x="11168063" y="4360069"/>
            <ns1:ext cx="95" cy="164306"/>
          </ns1:xfrm>
          <ns1:custGeom>
            <ns1:pathLst>
              <ns1:path w="95" h="164306">
                <ns1:moveTo>
                  <ns1:pt x="0" y="0"/>
                </ns1:moveTo>
                <ns1:lnTo>
                  <ns1:pt x="0" y="164306"/>
                </ns1:lnTo>
              </ns1:path>
            </ns1:pathLst>
          </ns1:custGeom>
          <ns1:noFill/>
          <ns1:ln w="21431">
            <ns1:solidFill>
              <ns1:srgbClr val="101820"/>
            </ns1:solidFill>
            <ns1:prstDash val="solid"/>
          </ns1:ln>
        </ns0:spPr>
      </ns0:sp>
      <ns0:sp>
        <ns0:nvSpPr>
          <ns0:cNvPr id="86" name="trace:S02:content.auto.67">
            <ns1:extLst>
              <ns1:ext uri="{FF2B5EF4-FFF2-40B4-BE49-F238E27FC236}">
                <ns2:creationId id="{727D139C-862B-4E7A-9A24-44467C42232A}"/>
              </ns1:ext>
            </ns1:extLst>
          </ns0:cNvPr>
          <ns0:cNvSpPr>
            <ns1:spLocks noGrp="1"/>
          </ns0:cNvSpPr>
          <ns0:nvPr/>
        </ns0:nvSpPr>
        <ns0:spPr>
          <ns1:xfrm>
            <ns1:off x="11032331" y="4381500"/>
            <ns1:ext cx="135731" cy="121444"/>
          </ns1:xfrm>
          <ns1:custGeom>
            <ns1:pathLst>
              <ns1:path w="135731" h="121444">
                <ns1:moveTo>
                  <ns1:pt x="135731" y="0"/>
                </ns1:moveTo>
                <ns1:lnTo>
                  <ns1:pt x="0" y="121444"/>
                </ns1:lnTo>
              </ns1:path>
            </ns1:pathLst>
          </ns1:custGeom>
          <ns1:noFill/>
          <ns1:ln w="21431">
            <ns1:solidFill>
              <ns1:srgbClr val="101820"/>
            </ns1:solidFill>
            <ns1:prstDash val="solid"/>
          </ns1:ln>
        </ns0:spPr>
      </ns0:sp>
      <ns0:sp>
        <ns0:nvSpPr>
          <ns0:cNvPr id="87" name="trace:S02:content.auto.68">
            <ns1:extLst>
              <ns1:ext uri="{FF2B5EF4-FFF2-40B4-BE49-F238E27FC236}">
                <ns2:creationId id="{F8F8C74C-A378-497A-8BD4-1EB670C93F7B}"/>
              </ns1:ext>
            </ns1:extLst>
          </ns0:cNvPr>
          <ns0:cNvSpPr>
            <ns1:spLocks noGrp="1"/>
          </ns0:cNvSpPr>
          <ns0:nvPr/>
        </ns0:nvSpPr>
        <ns0:spPr>
          <ns1:xfrm>
            <ns1:off x="11168063" y="4381500"/>
            <ns1:ext cx="135731" cy="121444"/>
          </ns1:xfrm>
          <ns1:custGeom>
            <ns1:pathLst>
              <ns1:path w="135731" h="121444">
                <ns1:moveTo>
                  <ns1:pt x="0" y="0"/>
                </ns1:moveTo>
                <ns1:lnTo>
                  <ns1:pt x="135731" y="121444"/>
                </ns1:lnTo>
              </ns1:path>
            </ns1:pathLst>
          </ns1:custGeom>
          <ns1:noFill/>
          <ns1:ln w="21431">
            <ns1:solidFill>
              <ns1:srgbClr val="101820"/>
            </ns1:solidFill>
            <ns1:prstDash val="solid"/>
          </ns1:ln>
        </ns0:spPr>
      </ns0:sp>
      <ns0:sp>
        <ns0:nvSpPr>
          <ns0:cNvPr id="88" name="trace:S02:content.auto.69">
            <ns1:extLst>
              <ns1:ext uri="{FF2B5EF4-FFF2-40B4-BE49-F238E27FC236}">
                <ns2:creationId id="{D84B93EF-4018-495B-B311-FEB081641259}"/>
              </ns1:ext>
            </ns1:extLst>
          </ns0:cNvPr>
          <ns0:cNvSpPr>
            <ns1:spLocks noGrp="1"/>
          </ns0:cNvSpPr>
          <ns0:nvPr/>
        </ns0:nvSpPr>
        <ns0:spPr>
          <ns1:xfrm>
            <ns1:off x="10989469" y="4502944"/>
            <ns1:ext cx="50006" cy="71438"/>
          </ns1:xfrm>
          <ns1:custGeom>
            <ns1:pathLst>
              <ns1:path w="50006" h="71438">
                <ns1:moveTo>
                  <ns1:pt x="50006" y="0"/>
                </ns1:moveTo>
                <ns1:lnTo>
                  <ns1:pt x="0" y="71438"/>
                </ns1:lnTo>
              </ns1:path>
            </ns1:pathLst>
          </ns1:custGeom>
          <ns1:noFill/>
          <ns1:ln w="21431">
            <ns1:solidFill>
              <ns1:srgbClr val="101820"/>
            </ns1:solidFill>
            <ns1:prstDash val="solid"/>
          </ns1:ln>
        </ns0:spPr>
      </ns0:sp>
      <ns0:sp>
        <ns0:nvSpPr>
          <ns0:cNvPr id="89" name="trace:S02:content.auto.70">
            <ns1:extLst>
              <ns1:ext uri="{FF2B5EF4-FFF2-40B4-BE49-F238E27FC236}">
                <ns2:creationId id="{B3F90AE2-A663-4FAE-B5F8-9F8B48221CF1}"/>
              </ns1:ext>
            </ns1:extLst>
          </ns0:cNvPr>
          <ns0:cNvSpPr>
            <ns1:spLocks noGrp="1"/>
          </ns0:cNvSpPr>
          <ns0:nvPr/>
        </ns0:nvSpPr>
        <ns0:spPr>
          <ns1:xfrm>
            <ns1:off x="11303794" y="4502944"/>
            <ns1:ext cx="57150" cy="71438"/>
          </ns1:xfrm>
          <ns1:custGeom>
            <ns1:pathLst>
              <ns1:path w="57150" h="71438">
                <ns1:moveTo>
                  <ns1:pt x="0" y="0"/>
                </ns1:moveTo>
                <ns1:lnTo>
                  <ns1:pt x="57150" y="71438"/>
                </ns1:lnTo>
              </ns1:path>
            </ns1:pathLst>
          </ns1:custGeom>
          <ns1:noFill/>
          <ns1:ln w="21431">
            <ns1:solidFill>
              <ns1:srgbClr val="101820"/>
            </ns1:solidFill>
            <ns1:prstDash val="solid"/>
          </ns1:ln>
        </ns0:spPr>
      </ns0:sp>
      <ns0:sp>
        <ns0:nvSpPr>
          <ns0:cNvPr id="90" name="trace:S02:content.auto.71">
            <ns1:extLst>
              <ns1:ext uri="{FF2B5EF4-FFF2-40B4-BE49-F238E27FC236}">
                <ns2:creationId id="{BA3FE349-8F2C-4DF1-9D07-AA0FC9B7683D}"/>
              </ns1:ext>
            </ns1:extLst>
          </ns0:cNvPr>
          <ns0:cNvSpPr>
            <ns1:spLocks noGrp="1"/>
          </ns0:cNvSpPr>
          <ns0:nvPr/>
        </ns0:nvSpPr>
        <ns0:spPr>
          <ns1:xfrm>
            <ns1:off x="11372850" y="4133850"/>
            <ns1:ext cx="228600" cy="228600"/>
          </ns1:xfrm>
          <ns1:prstGeom prst="ellipse">
            <ns1:avLst/>
          </ns1:prstGeom>
          <ns1:noFill/>
          <ns1:ln w="38100">
            <ns1:solidFill>
              <ns1:srgbClr val="E31B23"/>
            </ns1:solidFill>
            <ns1:prstDash val="solid"/>
          </ns1:ln>
        </ns0:spPr>
      </ns0:sp>
      <ns0:sp>
        <ns0:nvSpPr>
          <ns0:cNvPr id="91" name="trace:S02:content.auto.72">
            <ns1:extLst>
              <ns1:ext uri="{FF2B5EF4-FFF2-40B4-BE49-F238E27FC236}">
                <ns2:creationId id="{AB90BFCA-C718-4EB9-AD8D-7B542DFE8DA3}"/>
              </ns1:ext>
            </ns1:extLst>
          </ns0:cNvPr>
          <ns0:cNvSpPr>
            <ns1:spLocks noGrp="1"/>
          </ns0:cNvSpPr>
          <ns0:nvPr/>
        </ns0:nvSpPr>
        <ns0:spPr>
          <ns1:xfrm>
            <ns1:off x="11563350" y="4324350"/>
            <ns1:ext cx="114300" cy="123825"/>
          </ns1:xfrm>
          <ns1:custGeom>
            <ns1:pathLst>
              <ns1:path w="114300" h="123825">
                <ns1:moveTo>
                  <ns1:pt x="0" y="0"/>
                </ns1:moveTo>
                <ns1:lnTo>
                  <ns1:pt x="114300" y="123825"/>
                </ns1:lnTo>
              </ns1:path>
            </ns1:pathLst>
          </ns1:custGeom>
          <ns1:noFill/>
          <ns1:ln w="38100">
            <ns1:solidFill>
              <ns1:srgbClr val="E31B23"/>
            </ns1:solidFill>
            <ns1:prstDash val="solid"/>
          </ns1:ln>
        </ns0:spPr>
      </ns0:sp>
      <ns0:sp>
        <ns0:nvSpPr>
          <ns0:cNvPr id="92" name="trace:S02:content.auto.73">
            <ns1:extLst>
              <ns1:ext uri="{FF2B5EF4-FFF2-40B4-BE49-F238E27FC236}">
                <ns2:creationId id="{6E178A75-2223-453F-8AEE-FEB9CAE82582}"/>
              </ns1:ext>
            </ns1:extLst>
          </ns0:cNvPr>
          <ns0:cNvSpPr>
            <ns1:spLocks noGrp="1"/>
          </ns0:cNvSpPr>
          <ns0:nvPr/>
        </ns0:nvSpPr>
        <ns0:spPr>
          <ns1:xfrm>
            <ns1:off x="10077450" y="5048250"/>
            <ns1:ext cx="2447925" cy="781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buNone/>
              <ns1:defRPr sz="15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提出前のレビューで</ns1:t>
            </ns1:r>
          </ns1:p>
          <ns1:p>
            <ns1:pPr algn="ctr">
              <ns1:buNone/>
              <ns1:defRPr sz="15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品質を担保し、</ns1:t>
            </ns1:r>
          </ns1:p>
          <ns1:p>
            <ns1:pPr algn="ctr">
              <ns1:buNone/>
              <ns1:defRPr sz="15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継続的な改善につなげる。</ns1:t>
            </ns1:r>
          </ns1:p>
        </ns0:txBody>
      </ns0:sp>
      <ns0:sp>
        <ns0:nvSpPr>
          <ns0:cNvPr id="93" name="trace:S02:content.auto.74">
            <ns1:extLst>
              <ns1:ext uri="{FF2B5EF4-FFF2-40B4-BE49-F238E27FC236}">
                <ns2:creationId id="{CAA05811-8DAC-41DA-87B7-BB4A0C209F94}"/>
              </ns1:ext>
            </ns1:extLst>
          </ns0:cNvPr>
          <ns0:cNvSpPr>
            <ns1:spLocks noGrp="1"/>
          </ns0:cNvSpPr>
          <ns0:nvPr/>
        </ns0:nvSpPr>
        <ns0:spPr>
          <ns1:xfrm>
            <ns1:off x="3952875" y="6248400"/>
            <ns1:ext cx="114300" cy="114300"/>
          </ns1:xfrm>
          <ns1:prstGeom prst="ellipse">
            <ns1:avLst/>
          </ns1:pr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94" name="trace:S02:content.auto.75">
            <ns1:extLst>
              <ns1:ext uri="{FF2B5EF4-FFF2-40B4-BE49-F238E27FC236}">
                <ns2:creationId id="{9AEE88F9-5DA9-424B-BB77-419505D8EAF2}"/>
              </ns1:ext>
            </ns1:extLst>
          </ns0:cNvPr>
          <ns0:cNvSpPr>
            <ns1:spLocks noGrp="1"/>
          </ns0:cNvSpPr>
          <ns0:nvPr/>
        </ns0:nvSpPr>
        <ns0:spPr>
          <ns1:xfrm>
            <ns1:off x="4191000" y="6172200"/>
            <ns1:ext cx="22669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2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案件情報から叩き台を自動作成</ns1:t>
            </ns1:r>
          </ns1:p>
        </ns0:txBody>
      </ns0:sp>
      <ns0:sp>
        <ns0:nvSpPr>
          <ns0:cNvPr id="95" name="trace:S02:content.auto.76">
            <ns1:extLst>
              <ns1:ext uri="{FF2B5EF4-FFF2-40B4-BE49-F238E27FC236}">
                <ns2:creationId id="{A7D0E39D-8AEC-4F9C-9C19-81397C0DBCE5}"/>
              </ns1:ext>
            </ns1:extLst>
          </ns0:cNvPr>
          <ns0:cNvSpPr>
            <ns1:spLocks noGrp="1"/>
          </ns0:cNvSpPr>
          <ns0:nvPr/>
        </ns0:nvSpPr>
        <ns0:spPr>
          <ns1:xfrm>
            <ns1:off x="3952875" y="6534150"/>
            <ns1:ext cx="114300" cy="114300"/>
          </ns1:xfrm>
          <ns1:prstGeom prst="ellipse">
            <ns1:avLst/>
          </ns1:pr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96" name="trace:S02:content.auto.77">
            <ns1:extLst>
              <ns1:ext uri="{FF2B5EF4-FFF2-40B4-BE49-F238E27FC236}">
                <ns2:creationId id="{B4410C8D-4AD2-4E08-BF4B-D151C8920454}"/>
              </ns1:ext>
            </ns1:extLst>
          </ns0:cNvPr>
          <ns0:cNvSpPr>
            <ns1:spLocks noGrp="1"/>
          </ns0:cNvSpPr>
          <ns0:nvPr/>
        </ns0:nvSpPr>
        <ns0:spPr>
          <ns1:xfrm>
            <ns1:off x="4191000" y="6457950"/>
            <ns1:ext cx="22669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2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過去提案・勝ちパターンを再利用</ns1:t>
            </ns1:r>
          </ns1:p>
        </ns0:txBody>
      </ns0:sp>
      <ns0:sp>
        <ns0:nvSpPr>
          <ns0:cNvPr id="97" name="trace:S02:content.auto.78">
            <ns1:extLst>
              <ns1:ext uri="{FF2B5EF4-FFF2-40B4-BE49-F238E27FC236}">
                <ns2:creationId id="{FFF29DC7-FED5-4AA5-A107-FF47ED7464EA}"/>
              </ns1:ext>
            </ns1:extLst>
          </ns0:cNvPr>
          <ns0:cNvSpPr>
            <ns1:spLocks noGrp="1"/>
          </ns0:cNvSpPr>
          <ns0:nvPr/>
        </ns0:nvSpPr>
        <ns0:spPr>
          <ns1:xfrm>
            <ns1:off x="3952875" y="6819900"/>
            <ns1:ext cx="114300" cy="114300"/>
          </ns1:xfrm>
          <ns1:prstGeom prst="ellipse">
            <ns1:avLst/>
          </ns1:pr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98" name="trace:S02:content.auto.79">
            <ns1:extLst>
              <ns1:ext uri="{FF2B5EF4-FFF2-40B4-BE49-F238E27FC236}">
                <ns2:creationId id="{59680275-47DB-4905-885F-C86263A73894}"/>
              </ns1:ext>
            </ns1:extLst>
          </ns0:cNvPr>
          <ns0:cNvSpPr>
            <ns1:spLocks noGrp="1"/>
          </ns0:cNvSpPr>
          <ns0:nvPr/>
        </ns0:nvSpPr>
        <ns0:spPr>
          <ns1:xfrm>
            <ns1:off x="4191000" y="6743700"/>
            <ns1:ext cx="22669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2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提出前チェックで品質を担保</ns1:t>
            </ns1:r>
          </ns1:p>
        </ns0:txBody>
      </ns0:sp>
      <ns0:sp>
        <ns0:nvSpPr>
          <ns0:cNvPr id="99" name="trace:S02:content.auto.80">
            <ns1:extLst>
              <ns1:ext uri="{FF2B5EF4-FFF2-40B4-BE49-F238E27FC236}">
                <ns2:creationId id="{C9228C67-6B03-414B-9C77-AD1ADD70C888}"/>
              </ns1:ext>
            </ns1:extLst>
          </ns0:cNvPr>
          <ns0:cNvSpPr>
            <ns1:spLocks noGrp="1"/>
          </ns0:cNvSpPr>
          <ns0:nvPr/>
        </ns0:nvSpPr>
        <ns0:spPr>
          <ns1:xfrm>
            <ns1:off x="6991350" y="6248400"/>
            <ns1:ext cx="114300" cy="114300"/>
          </ns1:xfrm>
          <ns1:prstGeom prst="ellipse">
            <ns1:avLst/>
          </ns1:pr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100" name="trace:S02:content.auto.81">
            <ns1:extLst>
              <ns1:ext uri="{FF2B5EF4-FFF2-40B4-BE49-F238E27FC236}">
                <ns2:creationId id="{D7108733-724E-4520-8C11-87082B972D50}"/>
              </ns1:ext>
            </ns1:extLst>
          </ns0:cNvPr>
          <ns0:cNvSpPr>
            <ns1:spLocks noGrp="1"/>
          </ns0:cNvSpPr>
          <ns0:nvPr/>
        </ns0:nvSpPr>
        <ns0:spPr>
          <ns1:xfrm>
            <ns1:off x="7229475" y="6172200"/>
            <ns1:ext cx="22669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2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業界・目的に応じた構成を提案</ns1:t>
            </ns1:r>
          </ns1:p>
        </ns0:txBody>
      </ns0:sp>
      <ns0:sp>
        <ns0:nvSpPr>
          <ns0:cNvPr id="101" name="trace:S02:content.auto.82">
            <ns1:extLst>
              <ns1:ext uri="{FF2B5EF4-FFF2-40B4-BE49-F238E27FC236}">
                <ns2:creationId id="{D3DB5375-A400-4D39-912F-67F6A229DD15}"/>
              </ns1:ext>
            </ns1:extLst>
          </ns0:cNvPr>
          <ns0:cNvSpPr>
            <ns1:spLocks noGrp="1"/>
          </ns0:cNvSpPr>
          <ns0:nvPr/>
        </ns0:nvSpPr>
        <ns0:spPr>
          <ns1:xfrm>
            <ns1:off x="6991350" y="6534150"/>
            <ns1:ext cx="114300" cy="114300"/>
          </ns1:xfrm>
          <ns1:prstGeom prst="ellipse">
            <ns1:avLst/>
          </ns1:pr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102" name="trace:S02:content.auto.83">
            <ns1:extLst>
              <ns1:ext uri="{FF2B5EF4-FFF2-40B4-BE49-F238E27FC236}">
                <ns2:creationId id="{64BE5394-049F-4CEF-BF7A-A06D4D893E11}"/>
              </ns1:ext>
            </ns1:extLst>
          </ns0:cNvPr>
          <ns0:cNvSpPr>
            <ns1:spLocks noGrp="1"/>
          </ns0:cNvSpPr>
          <ns0:nvPr/>
        </ns0:nvSpPr>
        <ns0:spPr>
          <ns1:xfrm>
            <ns1:off x="7229475" y="6457950"/>
            <ns1:ext cx="22669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2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実績・根拠・表現を資産化</ns1:t>
            </ns1:r>
          </ns1:p>
        </ns0:txBody>
      </ns0:sp>
      <ns0:sp>
        <ns0:nvSpPr>
          <ns0:cNvPr id="103" name="trace:S02:content.auto.84">
            <ns1:extLst>
              <ns1:ext uri="{FF2B5EF4-FFF2-40B4-BE49-F238E27FC236}">
                <ns2:creationId id="{AB3511E9-7A30-462B-B773-35D68B2BB191}"/>
              </ns1:ext>
            </ns1:extLst>
          </ns0:cNvPr>
          <ns0:cNvSpPr>
            <ns1:spLocks noGrp="1"/>
          </ns0:cNvSpPr>
          <ns0:nvPr/>
        </ns0:nvSpPr>
        <ns0:spPr>
          <ns1:xfrm>
            <ns1:off x="6991350" y="6819900"/>
            <ns1:ext cx="114300" cy="114300"/>
          </ns1:xfrm>
          <ns1:prstGeom prst="ellipse">
            <ns1:avLst/>
          </ns1:pr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104" name="trace:S02:content.auto.85">
            <ns1:extLst>
              <ns1:ext uri="{FF2B5EF4-FFF2-40B4-BE49-F238E27FC236}">
                <ns2:creationId id="{2AFB2124-662C-4E8C-B1B6-F322FA582DB8}"/>
              </ns1:ext>
            </ns1:extLst>
          </ns0:cNvPr>
          <ns0:cNvSpPr>
            <ns1:spLocks noGrp="1"/>
          </ns0:cNvSpPr>
          <ns0:nvPr/>
        </ns0:nvSpPr>
        <ns0:spPr>
          <ns1:xfrm>
            <ns1:off x="7229475" y="6743700"/>
            <ns1:ext cx="22669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2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改善ポイントを可視化</ns1:t>
            </ns1:r>
          </ns1:p>
        </ns0:txBody>
      </ns0:sp>
      <ns0:sp>
        <ns0:nvSpPr>
          <ns0:cNvPr id="105" name="trace:S02:content.auto.86">
            <ns1:extLst>
              <ns1:ext uri="{FF2B5EF4-FFF2-40B4-BE49-F238E27FC236}">
                <ns2:creationId id="{E8CC8592-13ED-43ED-B587-0B82A19BFEC5}"/>
              </ns1:ext>
            </ns1:extLst>
          </ns0:cNvPr>
          <ns0:cNvSpPr>
            <ns1:spLocks noGrp="1"/>
          </ns0:cNvSpPr>
          <ns0:nvPr/>
        </ns0:nvSpPr>
        <ns0:spPr>
          <ns1:xfrm>
            <ns1:off x="10039350" y="6248400"/>
            <ns1:ext cx="114300" cy="114300"/>
          </ns1:xfrm>
          <ns1:prstGeom prst="ellipse">
            <ns1:avLst/>
          </ns1:pr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106" name="trace:S02:content.auto.87">
            <ns1:extLst>
              <ns1:ext uri="{FF2B5EF4-FFF2-40B4-BE49-F238E27FC236}">
                <ns2:creationId id="{1D35E3D0-0C6B-4062-9074-C6744B7A4815}"/>
              </ns1:ext>
            </ns1:extLst>
          </ns0:cNvPr>
          <ns0:cNvSpPr>
            <ns1:spLocks noGrp="1"/>
          </ns0:cNvSpPr>
          <ns0:nvPr/>
        </ns0:nvSpPr>
        <ns0:spPr>
          <ns1:xfrm>
            <ns1:off x="10277475" y="6172200"/>
            <ns1:ext cx="22669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2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短時間で高品質な初稿を生成</ns1:t>
            </ns1:r>
          </ns1:p>
        </ns0:txBody>
      </ns0:sp>
      <ns0:sp>
        <ns0:nvSpPr>
          <ns0:cNvPr id="107" name="trace:S02:content.auto.88">
            <ns1:extLst>
              <ns1:ext uri="{FF2B5EF4-FFF2-40B4-BE49-F238E27FC236}">
                <ns2:creationId id="{1A6A3AE8-BF23-4168-826E-9510231CB2A4}"/>
              </ns1:ext>
            </ns1:extLst>
          </ns0:cNvPr>
          <ns0:cNvSpPr>
            <ns1:spLocks noGrp="1"/>
          </ns0:cNvSpPr>
          <ns0:nvPr/>
        </ns0:nvSpPr>
        <ns0:spPr>
          <ns1:xfrm>
            <ns1:off x="10039350" y="6534150"/>
            <ns1:ext cx="114300" cy="114300"/>
          </ns1:xfrm>
          <ns1:prstGeom prst="ellipse">
            <ns1:avLst/>
          </ns1:pr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108" name="trace:S02:content.auto.89">
            <ns1:extLst>
              <ns1:ext uri="{FF2B5EF4-FFF2-40B4-BE49-F238E27FC236}">
                <ns2:creationId id="{B890366D-ED6F-421B-9FD8-4E55F692A70F}"/>
              </ns1:ext>
            </ns1:extLst>
          </ns0:cNvPr>
          <ns0:cNvSpPr>
            <ns1:spLocks noGrp="1"/>
          </ns0:cNvSpPr>
          <ns0:nvPr/>
        </ns0:nvSpPr>
        <ns0:spPr>
          <ns1:xfrm>
            <ns1:off x="10277475" y="6457950"/>
            <ns1:ext cx="22669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2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提案精度を継続的に向上</ns1:t>
            </ns1:r>
          </ns1:p>
        </ns0:txBody>
      </ns0:sp>
      <ns0:sp>
        <ns0:nvSpPr>
          <ns0:cNvPr id="109" name="trace:S02:content.auto.90">
            <ns1:extLst>
              <ns1:ext uri="{FF2B5EF4-FFF2-40B4-BE49-F238E27FC236}">
                <ns2:creationId id="{62E875E9-6298-43A8-8BDE-474ED36754CB}"/>
              </ns1:ext>
            </ns1:extLst>
          </ns0:cNvPr>
          <ns0:cNvSpPr>
            <ns1:spLocks noGrp="1"/>
          </ns0:cNvSpPr>
          <ns0:nvPr/>
        </ns0:nvSpPr>
        <ns0:spPr>
          <ns1:xfrm>
            <ns1:off x="10039350" y="6819900"/>
            <ns1:ext cx="114300" cy="114300"/>
          </ns1:xfrm>
          <ns1:prstGeom prst="ellipse">
            <ns1:avLst/>
          </ns1:pr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110" name="trace:S02:content.auto.91">
            <ns1:extLst>
              <ns1:ext uri="{FF2B5EF4-FFF2-40B4-BE49-F238E27FC236}">
                <ns2:creationId id="{D07BDC98-D8B1-4827-B5D2-C91485E36482}"/>
              </ns1:ext>
            </ns1:extLst>
          </ns0:cNvPr>
          <ns0:cNvSpPr>
            <ns1:spLocks noGrp="1"/>
          </ns0:cNvSpPr>
          <ns0:nvPr/>
        </ns0:nvSpPr>
        <ns0:spPr>
          <ns1:xfrm>
            <ns1:off x="10277475" y="6743700"/>
            <ns1:ext cx="22669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2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継続的な改善サイクルを回す</ns1:t>
            </ns1:r>
          </ns1:p>
        </ns0:txBody>
      </ns0:sp>
      <ns0:sp>
        <ns0:nvSpPr>
          <ns0:cNvPr id="111" name="trace:S02:content.auto.92">
            <ns1:extLst>
              <ns1:ext uri="{FF2B5EF4-FFF2-40B4-BE49-F238E27FC236}">
                <ns2:creationId id="{769F483C-77DF-49C9-ABE0-4204DB8AB7DE}"/>
              </ns1:ext>
            </ns1:extLst>
          </ns0:cNvPr>
          <ns0:cNvSpPr>
            <ns1:spLocks noGrp="1"/>
          </ns0:cNvSpPr>
          <ns0:nvPr/>
        </ns0:nvSpPr>
        <ns0:spPr>
          <ns1:xfrm>
            <ns1:off x="12677775" y="2269331"/>
            <ns1:ext cx="95" cy="357188"/>
          </ns1:xfrm>
          <ns1:custGeom>
            <ns1:pathLst>
              <ns1:path w="95" h="357188">
                <ns1:moveTo>
                  <ns1:pt x="0" y="357188"/>
                </ns1:moveTo>
                <ns1:lnTo>
                  <ns1:pt x="0" y="0"/>
                </ns1:lnTo>
              </ns1:path>
            </ns1:pathLst>
          </ns1:custGeom>
          <ns1:noFill/>
          <ns1:ln w="28575">
            <ns1:solidFill>
              <ns1:srgbClr val="E31B23"/>
            </ns1:solidFill>
            <ns1:prstDash val="solid"/>
          </ns1:ln>
        </ns0:spPr>
      </ns0:sp>
      <ns0:sp>
        <ns0:nvSpPr>
          <ns0:cNvPr id="112" name="trace:S02:content.auto.93">
            <ns1:extLst>
              <ns1:ext uri="{FF2B5EF4-FFF2-40B4-BE49-F238E27FC236}">
                <ns2:creationId id="{5A27D70A-10EE-4449-88EA-E1146214AB5E}"/>
              </ns1:ext>
            </ns1:extLst>
          </ns0:cNvPr>
          <ns0:cNvSpPr>
            <ns1:spLocks noGrp="1"/>
          </ns0:cNvSpPr>
          <ns0:nvPr/>
        </ns0:nvSpPr>
        <ns0:spPr>
          <ns1:xfrm>
            <ns1:off x="12677775" y="2626519"/>
            <ns1:ext cx="421481" cy="95"/>
          </ns1:xfrm>
          <ns1:custGeom>
            <ns1:pathLst>
              <ns1:path w="421481" h="95">
                <ns1:moveTo>
                  <ns1:pt x="0" y="0"/>
                </ns1:moveTo>
                <ns1:lnTo>
                  <ns1:pt x="421481" y="0"/>
                </ns1:lnTo>
              </ns1:path>
            </ns1:pathLst>
          </ns1:custGeom>
          <ns1:noFill/>
          <ns1:ln w="28575">
            <ns1:solidFill>
              <ns1:srgbClr val="E31B23"/>
            </ns1:solidFill>
            <ns1:prstDash val="solid"/>
          </ns1:ln>
        </ns0:spPr>
      </ns0:sp>
      <ns0:sp>
        <ns0:nvSpPr>
          <ns0:cNvPr id="113" name="trace:S02:content.auto.94">
            <ns1:extLst>
              <ns1:ext uri="{FF2B5EF4-FFF2-40B4-BE49-F238E27FC236}">
                <ns2:creationId id="{DD033C8B-1EAE-40EA-A796-EF4A45F92A84}"/>
              </ns1:ext>
            </ns1:extLst>
          </ns0:cNvPr>
          <ns0:cNvSpPr>
            <ns1:spLocks noGrp="1"/>
          </ns0:cNvSpPr>
          <ns0:nvPr/>
        </ns0:nvSpPr>
        <ns0:spPr>
          <ns1:xfrm>
            <ns1:off x="12763500" y="2469356"/>
            <ns1:ext cx="64294" cy="157163"/>
          </ns1:xfrm>
          <ns1:prstGeom prst="rect">
            <ns1:avLst/>
          </ns1:prstGeom>
          <ns1:noFill/>
          <ns1:ln w="28575">
            <ns1:solidFill>
              <ns1:srgbClr val="E31B23"/>
            </ns1:solidFill>
            <ns1:prstDash val="solid"/>
          </ns1:ln>
        </ns0:spPr>
      </ns0:sp>
      <ns0:sp>
        <ns0:nvSpPr>
          <ns0:cNvPr id="114" name="trace:S02:content.auto.95">
            <ns1:extLst>
              <ns1:ext uri="{FF2B5EF4-FFF2-40B4-BE49-F238E27FC236}">
                <ns2:creationId id="{708ECA2F-5EBD-4A8A-892E-CE2CF8FA59E3}"/>
              </ns1:ext>
            </ns1:extLst>
          </ns0:cNvPr>
          <ns0:cNvSpPr>
            <ns1:spLocks noGrp="1"/>
          </ns0:cNvSpPr>
          <ns0:nvPr/>
        </ns0:nvSpPr>
        <ns0:spPr>
          <ns1:xfrm>
            <ns1:off x="12877800" y="2390775"/>
            <ns1:ext cx="64294" cy="235744"/>
          </ns1:xfrm>
          <ns1:prstGeom prst="rect">
            <ns1:avLst/>
          </ns1:prstGeom>
          <ns1:noFill/>
          <ns1:ln w="28575">
            <ns1:solidFill>
              <ns1:srgbClr val="E31B23"/>
            </ns1:solidFill>
            <ns1:prstDash val="solid"/>
          </ns1:ln>
        </ns0:spPr>
      </ns0:sp>
      <ns0:sp>
        <ns0:nvSpPr>
          <ns0:cNvPr id="115" name="trace:S02:content.auto.96">
            <ns1:extLst>
              <ns1:ext uri="{FF2B5EF4-FFF2-40B4-BE49-F238E27FC236}">
                <ns2:creationId id="{829297C8-FDB5-4765-B0FE-1EB82BFAB767}"/>
              </ns1:ext>
            </ns1:extLst>
          </ns0:cNvPr>
          <ns0:cNvSpPr>
            <ns1:spLocks noGrp="1"/>
          </ns0:cNvSpPr>
          <ns0:nvPr/>
        </ns0:nvSpPr>
        <ns0:spPr>
          <ns1:xfrm>
            <ns1:off x="12992100" y="2269331"/>
            <ns1:ext cx="64294" cy="357188"/>
          </ns1:xfrm>
          <ns1:prstGeom prst="rect">
            <ns1:avLst/>
          </ns1:prstGeom>
          <ns1:noFill/>
          <ns1:ln w="28575">
            <ns1:solidFill>
              <ns1:srgbClr val="E31B23"/>
            </ns1:solidFill>
            <ns1:prstDash val="solid"/>
          </ns1:ln>
        </ns0:spPr>
      </ns0:sp>
      <ns0:sp>
        <ns0:nvSpPr>
          <ns0:cNvPr id="116" name="trace:S02:title.primary.8">
            <ns1:extLst>
              <ns1:ext uri="{FF2B5EF4-FFF2-40B4-BE49-F238E27FC236}">
                <ns2:creationId id="{FB471A67-44FA-46F8-A45C-E9084723B6C9}"/>
              </ns1:ext>
            </ns1:extLst>
          </ns0:cNvPr>
          <ns0:cNvSpPr>
            <ns1:spLocks noGrp="1"/>
          </ns0:cNvSpPr>
          <ns0:nvPr/>
        </ns0:nvSpPr>
        <ns0:spPr>
          <ns1:xfrm>
            <ns1:off x="13296900" y="2276475"/>
            <ns1:ext cx="2095500" cy="381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2175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175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rPr>
              <ns1:t>期待される成果</ns1:t>
            </ns1:r>
          </ns1:p>
        </ns0:txBody>
      </ns0:sp>
      <ns0:sp>
        <ns0:nvSpPr>
          <ns0:cNvPr id="117" name="trace:S02:content.auto.97">
            <ns1:extLst>
              <ns1:ext uri="{FF2B5EF4-FFF2-40B4-BE49-F238E27FC236}">
                <ns2:creationId id="{5E6B9F64-5C36-4C48-95F7-DFA5BA69B463}"/>
              </ns1:ext>
            </ns1:extLst>
          </ns0:cNvPr>
          <ns0:cNvSpPr>
            <ns1:spLocks noGrp="1"/>
          </ns0:cNvSpPr>
          <ns0:nvPr/>
        </ns0:nvSpPr>
        <ns0:spPr>
          <ns1:xfrm>
            <ns1:off x="12525375" y="2781300"/>
            <ns1:ext cx="3019425" cy="95"/>
          </ns1:xfrm>
          <ns1:custGeom>
            <ns1:pathLst>
              <ns1:path w="3019425" h="95">
                <ns1:moveTo>
                  <ns1:pt x="0" y="0"/>
                </ns1:moveTo>
                <ns1:lnTo>
                  <ns1:pt x="3019425" y="0"/>
                </ns1:lnTo>
              </ns1:path>
            </ns1:pathLst>
          </ns1:custGeom>
          <ns1:noFill/>
          <ns1:ln w="9525">
            <ns1:solidFill>
              <ns1:srgbClr val="D5DEE7"/>
            </ns1:solidFill>
            <ns1:prstDash val="solid"/>
          </ns1:ln>
        </ns0:spPr>
      </ns0:sp>
      <ns0:sp>
        <ns0:nvSpPr>
          <ns0:cNvPr id="118" name="trace:S02:content.auto.98">
            <ns1:extLst>
              <ns1:ext uri="{FF2B5EF4-FFF2-40B4-BE49-F238E27FC236}">
                <ns2:creationId id="{443F20FE-7A25-4D8C-B7EE-4E39CCA0408C}"/>
              </ns1:ext>
            </ns1:extLst>
          </ns0:cNvPr>
          <ns0:cNvSpPr>
            <ns1:spLocks noGrp="1"/>
          </ns0:cNvSpPr>
          <ns0:nvPr/>
        </ns0:nvSpPr>
        <ns0:spPr>
          <ns1:xfrm>
            <ns1:off x="12582525" y="3190875"/>
            <ns1:ext cx="742950" cy="742950"/>
          </ns1:xfrm>
          <ns1:prstGeom prst="ellipse">
            <ns1:avLst/>
          </ns1:prstGeom>
          <ns1:solidFill>
            <ns1:srgbClr val="FCE7E8"/>
          </ns1:solidFill>
          <ns1:ln w="0">
            <ns1:noFill/>
            <ns1:prstDash val="solid"/>
          </ns1:ln>
        </ns0:spPr>
      </ns0:sp>
      <ns0:sp>
        <ns0:nvSpPr>
          <ns0:cNvPr id="119" name="trace:S02:content.auto.99">
            <ns1:extLst>
              <ns1:ext uri="{FF2B5EF4-FFF2-40B4-BE49-F238E27FC236}">
                <ns2:creationId id="{CC8750A0-F0FC-41F9-8615-3DEE852C0A1E}"/>
              </ns1:ext>
            </ns1:extLst>
          </ns0:cNvPr>
          <ns0:cNvSpPr>
            <ns1:spLocks noGrp="1"/>
          </ns0:cNvSpPr>
          <ns0:nvPr/>
        </ns0:nvSpPr>
        <ns0:spPr>
          <ns1:xfrm>
            <ns1:off x="12771120" y="3379470"/>
            <ns1:ext cx="365760" cy="365760"/>
          </ns1:xfrm>
          <ns1:prstGeom prst="ellipse">
            <ns1:avLst/>
          </ns1:prstGeom>
          <ns1:noFill/>
          <ns1:ln w="30480">
            <ns1:solidFill>
              <ns1:srgbClr val="E31B23"/>
            </ns1:solidFill>
            <ns1:prstDash val="solid"/>
          </ns1:ln>
        </ns0:spPr>
      </ns0:sp>
      <ns0:sp>
        <ns0:nvSpPr>
          <ns0:cNvPr id="120" name="trace:S02:content.auto.100">
            <ns1:extLst>
              <ns1:ext uri="{FF2B5EF4-FFF2-40B4-BE49-F238E27FC236}">
                <ns2:creationId id="{5C56CB8E-D34C-4C23-9B4B-56AF4E322320}"/>
              </ns1:ext>
            </ns1:extLst>
          </ns0:cNvPr>
          <ns0:cNvSpPr>
            <ns1:spLocks noGrp="1"/>
          </ns0:cNvSpPr>
          <ns0:nvPr/>
        </ns0:nvSpPr>
        <ns0:spPr>
          <ns1:xfrm>
            <ns1:off x="12954000" y="3463290"/>
            <ns1:ext cx="95" cy="99060"/>
          </ns1:xfrm>
          <ns1:custGeom>
            <ns1:pathLst>
              <ns1:path w="95" h="99060">
                <ns1:moveTo>
                  <ns1:pt x="0" y="99060"/>
                </ns1:moveTo>
                <ns1:lnTo>
                  <ns1:pt x="0" y="0"/>
                </ns1:lnTo>
              </ns1:path>
            </ns1:pathLst>
          </ns1:custGeom>
          <ns1:noFill/>
          <ns1:ln w="30480">
            <ns1:solidFill>
              <ns1:srgbClr val="E31B23"/>
            </ns1:solidFill>
            <ns1:prstDash val="solid"/>
          </ns1:ln>
        </ns0:spPr>
      </ns0:sp>
      <ns0:sp>
        <ns0:nvSpPr>
          <ns0:cNvPr id="121" name="trace:S02:content.auto.101">
            <ns1:extLst>
              <ns1:ext uri="{FF2B5EF4-FFF2-40B4-BE49-F238E27FC236}">
                <ns2:creationId id="{379E1D06-5DE6-4904-A169-3FA572A57B15}"/>
              </ns1:ext>
            </ns1:extLst>
          </ns0:cNvPr>
          <ns0:cNvSpPr>
            <ns1:spLocks noGrp="1"/>
          </ns0:cNvSpPr>
          <ns0:nvPr/>
        </ns0:nvSpPr>
        <ns0:spPr>
          <ns1:xfrm>
            <ns1:off x="12954000" y="3562350"/>
            <ns1:ext cx="83820" cy="60960"/>
          </ns1:xfrm>
          <ns1:custGeom>
            <ns1:pathLst>
              <ns1:path w="83820" h="60960">
                <ns1:moveTo>
                  <ns1:pt x="0" y="0"/>
                </ns1:moveTo>
                <ns1:lnTo>
                  <ns1:pt x="83820" y="60960"/>
                </ns1:lnTo>
              </ns1:path>
            </ns1:pathLst>
          </ns1:custGeom>
          <ns1:noFill/>
          <ns1:ln w="30480">
            <ns1:solidFill>
              <ns1:srgbClr val="E31B23"/>
            </ns1:solidFill>
            <ns1:prstDash val="solid"/>
          </ns1:ln>
        </ns0:spPr>
      </ns0:sp>
      <ns0:sp>
        <ns0:nvSpPr>
          <ns0:cNvPr id="122" name="trace:S02:title.primary.9">
            <ns1:extLst>
              <ns1:ext uri="{FF2B5EF4-FFF2-40B4-BE49-F238E27FC236}">
                <ns2:creationId id="{607D508E-2835-43BB-8CB8-8F864A6DB9AD}"/>
              </ns1:ext>
            </ns1:extLst>
          </ns0:cNvPr>
          <ns0:cNvSpPr>
            <ns1:spLocks noGrp="1"/>
          </ns0:cNvSpPr>
          <ns0:nvPr/>
        </ns0:nvSpPr>
        <ns0:spPr>
          <ns1:xfrm>
            <ns1:off x="13506450" y="3276600"/>
            <ns1:ext cx="171450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500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作成時間の短縮</ns1:t>
            </ns1:r>
          </ns1:p>
        </ns0:txBody>
      </ns0:sp>
      <ns0:sp>
        <ns0:nvSpPr>
          <ns0:cNvPr id="123" name="trace:S02:content.auto.102">
            <ns1:extLst>
              <ns1:ext uri="{FF2B5EF4-FFF2-40B4-BE49-F238E27FC236}">
                <ns2:creationId id="{14F16F7D-E972-493C-BDF6-CA9659699E86}"/>
              </ns1:ext>
            </ns1:extLst>
          </ns0:cNvPr>
          <ns0:cNvSpPr>
            <ns1:spLocks noGrp="1"/>
          </ns0:cNvSpPr>
          <ns0:nvPr/>
        </ns0:nvSpPr>
        <ns0:spPr>
          <ns1:xfrm>
            <ns1:off x="13392150" y="3648075"/>
            <ns1:ext cx="1933575" cy="752475"/>
          </ns1:xfrm>
          <ns1:prstGeom prst="rect">
            <ns1:avLst/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124" name="trace:S02:content.auto.103">
            <ns1:extLst>
              <ns1:ext uri="{FF2B5EF4-FFF2-40B4-BE49-F238E27FC236}">
                <ns2:creationId id="{2D69E75A-4933-4940-B70A-6CB93E789071}"/>
              </ns1:ext>
            </ns1:extLst>
          </ns0:cNvPr>
          <ns0:cNvSpPr>
            <ns1:spLocks noGrp="1"/>
          </ns0:cNvSpPr>
          <ns0:nvPr/>
        </ns0:nvSpPr>
        <ns0:spPr>
          <ns1:xfrm>
            <ns1:off x="13506450" y="3829050"/>
            <ns1:ext cx="1714500" cy="4095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buNone/>
              <ns1:defRPr sz="2100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100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rPr>
              <ns1:t>約70%削減</ns1:t>
            </ns1:r>
          </ns1:p>
        </ns0:txBody>
      </ns0:sp>
      <ns0:sp>
        <ns0:nvSpPr>
          <ns0:cNvPr id="125" name="trace:S02:content.auto.104">
            <ns1:extLst>
              <ns1:ext uri="{FF2B5EF4-FFF2-40B4-BE49-F238E27FC236}">
                <ns2:creationId id="{67A73A64-B50B-4939-AE5A-DC93CEFD7361}"/>
              </ns1:ext>
            </ns1:extLst>
          </ns0:cNvPr>
          <ns0:cNvSpPr>
            <ns1:spLocks noGrp="1"/>
          </ns0:cNvSpPr>
          <ns0:nvPr/>
        </ns0:nvSpPr>
        <ns0:spPr>
          <ns1:xfrm>
            <ns1:off x="12706350" y="4524375"/>
            <ns1:ext cx="2667000" cy="95"/>
          </ns1:xfrm>
          <ns1:custGeom>
            <ns1:pathLst>
              <ns1:path w="2667000" h="95">
                <ns1:moveTo>
                  <ns1:pt x="0" y="0"/>
                </ns1:moveTo>
                <ns1:lnTo>
                  <ns1:pt x="2667000" y="0"/>
                </ns1:lnTo>
              </ns1:path>
            </ns1:pathLst>
          </ns1:custGeom>
          <ns1:noFill/>
          <ns1:ln w="9525">
            <ns1:solidFill>
              <ns1:srgbClr val="D5DEE7"/>
            </ns1:solidFill>
            <ns1:prstDash val="solid"/>
          </ns1:ln>
        </ns0:spPr>
      </ns0:sp>
      <ns0:sp>
        <ns0:nvSpPr>
          <ns0:cNvPr id="126" name="trace:S02:content.auto.105">
            <ns1:extLst>
              <ns1:ext uri="{FF2B5EF4-FFF2-40B4-BE49-F238E27FC236}">
                <ns2:creationId id="{1216317B-5C37-49AC-8DB2-31A1EE3E3409}"/>
              </ns1:ext>
            </ns1:extLst>
          </ns0:cNvPr>
          <ns0:cNvSpPr>
            <ns1:spLocks noGrp="1"/>
          </ns0:cNvSpPr>
          <ns0:nvPr/>
        </ns0:nvSpPr>
        <ns0:spPr>
          <ns1:xfrm>
            <ns1:off x="12582525" y="4629150"/>
            <ns1:ext cx="742950" cy="742950"/>
          </ns1:xfrm>
          <ns1:prstGeom prst="ellipse">
            <ns1:avLst/>
          </ns1:prstGeom>
          <ns1:solidFill>
            <ns1:srgbClr val="FCE7E8"/>
          </ns1:solidFill>
          <ns1:ln w="0">
            <ns1:noFill/>
            <ns1:prstDash val="solid"/>
          </ns1:ln>
        </ns0:spPr>
      </ns0:sp>
      <ns0:sp>
        <ns0:nvSpPr>
          <ns0:cNvPr id="127" name="trace:S02:content.auto.106">
            <ns1:extLst>
              <ns1:ext uri="{FF2B5EF4-FFF2-40B4-BE49-F238E27FC236}">
                <ns2:creationId id="{FAD585AB-D33F-4F76-BBC5-310FBF989C13}"/>
              </ns1:ext>
            </ns1:extLst>
          </ns0:cNvPr>
          <ns0:cNvSpPr>
            <ns1:spLocks noGrp="1"/>
          </ns0:cNvSpPr>
          <ns0:nvPr/>
        </ns0:nvSpPr>
        <ns0:spPr>
          <ns1:xfrm>
            <ns1:off x="12740640" y="4810125"/>
            <ns1:ext cx="95" cy="381000"/>
          </ns1:xfrm>
          <ns1:custGeom>
            <ns1:pathLst>
              <ns1:path w="95" h="381000">
                <ns1:moveTo>
                  <ns1:pt x="0" y="381000"/>
                </ns1:moveTo>
                <ns1:lnTo>
                  <ns1:pt x="0" y="0"/>
                </ns1:lnTo>
              </ns1:path>
            </ns1:pathLst>
          </ns1:custGeom>
          <ns1:noFill/>
          <ns1:ln w="30480">
            <ns1:solidFill>
              <ns1:srgbClr val="101820"/>
            </ns1:solidFill>
            <ns1:prstDash val="solid"/>
          </ns1:ln>
        </ns0:spPr>
      </ns0:sp>
      <ns0:sp>
        <ns0:nvSpPr>
          <ns0:cNvPr id="128" name="trace:S02:content.auto.107">
            <ns1:extLst>
              <ns1:ext uri="{FF2B5EF4-FFF2-40B4-BE49-F238E27FC236}">
                <ns2:creationId id="{372656D3-7643-40BE-9BEB-EBAB76DB9476}"/>
              </ns1:ext>
            </ns1:extLst>
          </ns0:cNvPr>
          <ns0:cNvSpPr>
            <ns1:spLocks noGrp="1"/>
          </ns0:cNvSpPr>
          <ns0:nvPr/>
        </ns0:nvSpPr>
        <ns0:spPr>
          <ns1:xfrm>
            <ns1:off x="12740640" y="5191125"/>
            <ns1:ext cx="449580" cy="95"/>
          </ns1:xfrm>
          <ns1:custGeom>
            <ns1:pathLst>
              <ns1:path w="449580" h="95">
                <ns1:moveTo>
                  <ns1:pt x="0" y="0"/>
                </ns1:moveTo>
                <ns1:lnTo>
                  <ns1:pt x="449580" y="0"/>
                </ns1:lnTo>
              </ns1:path>
            </ns1:pathLst>
          </ns1:custGeom>
          <ns1:noFill/>
          <ns1:ln w="30480">
            <ns1:solidFill>
              <ns1:srgbClr val="101820"/>
            </ns1:solidFill>
            <ns1:prstDash val="solid"/>
          </ns1:ln>
        </ns0:spPr>
      </ns0:sp>
      <ns0:sp>
        <ns0:nvSpPr>
          <ns0:cNvPr id="129" name="trace:S02:content.auto.108">
            <ns1:extLst>
              <ns1:ext uri="{FF2B5EF4-FFF2-40B4-BE49-F238E27FC236}">
                <ns2:creationId id="{D13915C7-86C1-4062-AF9F-9DA08F92CDFA}"/>
              </ns1:ext>
            </ns1:extLst>
          </ns0:cNvPr>
          <ns0:cNvSpPr>
            <ns1:spLocks noGrp="1"/>
          </ns0:cNvSpPr>
          <ns0:nvPr/>
        </ns0:nvSpPr>
        <ns0:spPr>
          <ns1:xfrm>
            <ns1:off x="12832080" y="5023485"/>
            <ns1:ext cx="68580" cy="167640"/>
          </ns1:xfrm>
          <ns1:prstGeom prst="rect">
            <ns1:avLst/>
          </ns1:prstGeom>
          <ns1:noFill/>
          <ns1:ln w="30480">
            <ns1:solidFill>
              <ns1:srgbClr val="101820"/>
            </ns1:solidFill>
            <ns1:prstDash val="solid"/>
          </ns1:ln>
        </ns0:spPr>
      </ns0:sp>
      <ns0:sp>
        <ns0:nvSpPr>
          <ns0:cNvPr id="130" name="trace:S02:content.auto.109">
            <ns1:extLst>
              <ns1:ext uri="{FF2B5EF4-FFF2-40B4-BE49-F238E27FC236}">
                <ns2:creationId id="{00916D23-2143-44E8-A435-88276C66ED33}"/>
              </ns1:ext>
            </ns1:extLst>
          </ns0:cNvPr>
          <ns0:cNvSpPr>
            <ns1:spLocks noGrp="1"/>
          </ns0:cNvSpPr>
          <ns0:nvPr/>
        </ns0:nvSpPr>
        <ns0:spPr>
          <ns1:xfrm>
            <ns1:off x="12954000" y="4939665"/>
            <ns1:ext cx="68580" cy="251460"/>
          </ns1:xfrm>
          <ns1:prstGeom prst="rect">
            <ns1:avLst/>
          </ns1:prstGeom>
          <ns1:noFill/>
          <ns1:ln w="30480">
            <ns1:solidFill>
              <ns1:srgbClr val="101820"/>
            </ns1:solidFill>
            <ns1:prstDash val="solid"/>
          </ns1:ln>
        </ns0:spPr>
      </ns0:sp>
      <ns0:sp>
        <ns0:nvSpPr>
          <ns0:cNvPr id="131" name="trace:S02:content.auto.110">
            <ns1:extLst>
              <ns1:ext uri="{FF2B5EF4-FFF2-40B4-BE49-F238E27FC236}">
                <ns2:creationId id="{A71E29AB-900C-48FF-88E3-7A0122BC3A2E}"/>
              </ns1:ext>
            </ns1:extLst>
          </ns0:cNvPr>
          <ns0:cNvSpPr>
            <ns1:spLocks noGrp="1"/>
          </ns0:cNvSpPr>
          <ns0:nvPr/>
        </ns0:nvSpPr>
        <ns0:spPr>
          <ns1:xfrm>
            <ns1:off x="13075920" y="4810125"/>
            <ns1:ext cx="68580" cy="381000"/>
          </ns1:xfrm>
          <ns1:prstGeom prst="rect">
            <ns1:avLst/>
          </ns1:prstGeom>
          <ns1:noFill/>
          <ns1:ln w="30480">
            <ns1:solidFill>
              <ns1:srgbClr val="101820"/>
            </ns1:solidFill>
            <ns1:prstDash val="solid"/>
          </ns1:ln>
        </ns0:spPr>
      </ns0:sp>
      <ns0:sp>
        <ns0:nvSpPr>
          <ns0:cNvPr id="132" name="trace:S02:content.auto.111">
            <ns1:extLst>
              <ns1:ext uri="{FF2B5EF4-FFF2-40B4-BE49-F238E27FC236}">
                <ns2:creationId id="{8C16571E-7663-416B-8CD3-A8B62ABC6B15}"/>
              </ns1:ext>
            </ns1:extLst>
          </ns0:cNvPr>
          <ns0:cNvSpPr>
            <ns1:spLocks noGrp="1"/>
          </ns0:cNvSpPr>
          <ns0:nvPr/>
        </ns0:nvSpPr>
        <ns0:spPr>
          <ns1:xfrm>
            <ns1:off x="13506450" y="4714875"/>
            <ns1:ext cx="171450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500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提案回数の増加</ns1:t>
            </ns1:r>
          </ns1:p>
        </ns0:txBody>
      </ns0:sp>
      <ns0:sp>
        <ns0:nvSpPr>
          <ns0:cNvPr id="133" name="trace:S02:content.auto.112">
            <ns1:extLst>
              <ns1:ext uri="{FF2B5EF4-FFF2-40B4-BE49-F238E27FC236}">
                <ns2:creationId id="{5B67C0BC-DAB4-4814-A04D-15FFE16607FD}"/>
              </ns1:ext>
            </ns1:extLst>
          </ns0:cNvPr>
          <ns0:cNvSpPr>
            <ns1:spLocks noGrp="1"/>
          </ns0:cNvSpPr>
          <ns0:nvPr/>
        </ns0:nvSpPr>
        <ns0:spPr>
          <ns1:xfrm>
            <ns1:off x="13392150" y="5086350"/>
            <ns1:ext cx="1933575" cy="752475"/>
          </ns1:xfrm>
          <ns1:prstGeom prst="rect">
            <ns1:avLst/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134" name="trace:S02:content.auto.113">
            <ns1:extLst>
              <ns1:ext uri="{FF2B5EF4-FFF2-40B4-BE49-F238E27FC236}">
                <ns2:creationId id="{2584873C-AA04-4BD0-956A-52FFA319F6AB}"/>
              </ns1:ext>
            </ns1:extLst>
          </ns0:cNvPr>
          <ns0:cNvSpPr>
            <ns1:spLocks noGrp="1"/>
          </ns0:cNvSpPr>
          <ns0:nvPr/>
        </ns0:nvSpPr>
        <ns0:spPr>
          <ns1:xfrm>
            <ns1:off x="13506450" y="5267325"/>
            <ns1:ext cx="1714500" cy="4095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buNone/>
              <ns1:defRPr sz="2100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100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rPr>
              <ns1:t>約1.5倍</ns1:t>
            </ns1:r>
          </ns1:p>
        </ns0:txBody>
      </ns0:sp>
      <ns0:sp>
        <ns0:nvSpPr>
          <ns0:cNvPr id="135" name="trace:S02:content.auto.114">
            <ns1:extLst>
              <ns1:ext uri="{FF2B5EF4-FFF2-40B4-BE49-F238E27FC236}">
                <ns2:creationId id="{071C85D4-4271-499D-BD66-B033F2F19D00}"/>
              </ns1:ext>
            </ns1:extLst>
          </ns0:cNvPr>
          <ns0:cNvSpPr>
            <ns1:spLocks noGrp="1"/>
          </ns0:cNvSpPr>
          <ns0:nvPr/>
        </ns0:nvSpPr>
        <ns0:spPr>
          <ns1:xfrm>
            <ns1:off x="12706350" y="5962650"/>
            <ns1:ext cx="2667000" cy="95"/>
          </ns1:xfrm>
          <ns1:custGeom>
            <ns1:pathLst>
              <ns1:path w="2667000" h="95">
                <ns1:moveTo>
                  <ns1:pt x="0" y="0"/>
                </ns1:moveTo>
                <ns1:lnTo>
                  <ns1:pt x="2667000" y="0"/>
                </ns1:lnTo>
              </ns1:path>
            </ns1:pathLst>
          </ns1:custGeom>
          <ns1:noFill/>
          <ns1:ln w="9525">
            <ns1:solidFill>
              <ns1:srgbClr val="D5DEE7"/>
            </ns1:solidFill>
            <ns1:prstDash val="solid"/>
          </ns1:ln>
        </ns0:spPr>
      </ns0:sp>
      <ns0:sp>
        <ns0:nvSpPr>
          <ns0:cNvPr id="136" name="trace:S02:content.auto.115">
            <ns1:extLst>
              <ns1:ext uri="{FF2B5EF4-FFF2-40B4-BE49-F238E27FC236}">
                <ns2:creationId id="{920B7C3D-79EF-4919-9528-79C777FA8996}"/>
              </ns1:ext>
            </ns1:extLst>
          </ns0:cNvPr>
          <ns0:cNvSpPr>
            <ns1:spLocks noGrp="1"/>
          </ns0:cNvSpPr>
          <ns0:nvPr/>
        </ns0:nvSpPr>
        <ns0:spPr>
          <ns1:xfrm>
            <ns1:off x="12582525" y="6067425"/>
            <ns1:ext cx="742950" cy="742950"/>
          </ns1:xfrm>
          <ns1:prstGeom prst="ellipse">
            <ns1:avLst/>
          </ns1:prstGeom>
          <ns1:solidFill>
            <ns1:srgbClr val="FCE7E8"/>
          </ns1:solidFill>
          <ns1:ln w="0">
            <ns1:noFill/>
            <ns1:prstDash val="solid"/>
          </ns1:ln>
        </ns0:spPr>
      </ns0:sp>
      <ns0:sp>
        <ns0:nvSpPr>
          <ns0:cNvPr id="137" name="trace:S02:content.auto.116">
            <ns1:extLst>
              <ns1:ext uri="{FF2B5EF4-FFF2-40B4-BE49-F238E27FC236}">
                <ns2:creationId id="{7526164B-22C4-4C29-B4B1-873FAF519DCF}"/>
              </ns1:ext>
            </ns1:extLst>
          </ns0:cNvPr>
          <ns0:cNvSpPr>
            <ns1:spLocks noGrp="1"/>
          </ns0:cNvSpPr>
          <ns0:nvPr/>
        </ns0:nvSpPr>
        <ns0:spPr>
          <ns1:xfrm>
            <ns1:off x="12740640" y="6225540"/>
            <ns1:ext cx="426720" cy="426720"/>
          </ns1:xfrm>
          <ns1:prstGeom prst="ellipse">
            <ns1:avLst/>
          </ns1:prstGeom>
          <ns1:noFill/>
          <ns1:ln w="30480">
            <ns1:solidFill>
              <ns1:srgbClr val="E31B23"/>
            </ns1:solidFill>
            <ns1:prstDash val="solid"/>
          </ns1:ln>
        </ns0:spPr>
      </ns0:sp>
      <ns0:sp>
        <ns0:nvSpPr>
          <ns0:cNvPr id="138" name="trace:S02:content.auto.117">
            <ns1:extLst>
              <ns1:ext uri="{FF2B5EF4-FFF2-40B4-BE49-F238E27FC236}">
                <ns2:creationId id="{77F20944-8FC7-44A3-A58C-30DD251568BF}"/>
              </ns1:ext>
            </ns1:extLst>
          </ns0:cNvPr>
          <ns0:cNvSpPr>
            <ns1:spLocks noGrp="1"/>
          </ns0:cNvSpPr>
          <ns0:nvPr/>
        </ns0:nvSpPr>
        <ns0:spPr>
          <ns1:xfrm>
            <ns1:off x="12839700" y="6324600"/>
            <ns1:ext cx="228600" cy="228600"/>
          </ns1:xfrm>
          <ns1:prstGeom prst="ellipse">
            <ns1:avLst/>
          </ns1:prstGeom>
          <ns1:noFill/>
          <ns1:ln w="30480">
            <ns1:solidFill>
              <ns1:srgbClr val="E31B23"/>
            </ns1:solidFill>
            <ns1:prstDash val="solid"/>
          </ns1:ln>
        </ns0:spPr>
      </ns0:sp>
      <ns0:sp>
        <ns0:nvSpPr>
          <ns0:cNvPr id="139" name="trace:S02:content.auto.118">
            <ns1:extLst>
              <ns1:ext uri="{FF2B5EF4-FFF2-40B4-BE49-F238E27FC236}">
                <ns2:creationId id="{B26EEF18-E0BA-4E54-8CD5-E959212CE91E}"/>
              </ns1:ext>
            </ns1:extLst>
          </ns0:cNvPr>
          <ns0:cNvSpPr>
            <ns1:spLocks noGrp="1"/>
          </ns0:cNvSpPr>
          <ns0:nvPr/>
        </ns0:nvSpPr>
        <ns0:spPr>
          <ns1:xfrm>
            <ns1:off x="12931140" y="6416040"/>
            <ns1:ext cx="45720" cy="45720"/>
          </ns1:xfrm>
          <ns1:prstGeom prst="ellipse">
            <ns1:avLst/>
          </ns1:pr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140" name="trace:S02:content.auto.119">
            <ns1:extLst>
              <ns1:ext uri="{FF2B5EF4-FFF2-40B4-BE49-F238E27FC236}">
                <ns2:creationId id="{92AC1094-15AB-4BAE-A595-0FF9B6B73858}"/>
              </ns1:ext>
            </ns1:extLst>
          </ns0:cNvPr>
          <ns0:cNvSpPr>
            <ns1:spLocks noGrp="1"/>
          </ns0:cNvSpPr>
          <ns0:nvPr/>
        </ns0:nvSpPr>
        <ns0:spPr>
          <ns1:xfrm>
            <ns1:off x="12969240" y="6217920"/>
            <ns1:ext cx="198120" cy="198120"/>
          </ns1:xfrm>
          <ns1:custGeom>
            <ns1:pathLst>
              <ns1:path w="198120" h="198120">
                <ns1:moveTo>
                  <ns1:pt x="0" y="198120"/>
                </ns1:moveTo>
                <ns1:lnTo>
                  <ns1:pt x="198120" y="0"/>
                </ns1:lnTo>
              </ns1:path>
            </ns1:pathLst>
          </ns1:custGeom>
          <ns1:noFill/>
          <ns1:ln w="30480">
            <ns1:solidFill>
              <ns1:srgbClr val="E31B23"/>
            </ns1:solidFill>
            <ns1:prstDash val="solid"/>
          </ns1:ln>
        </ns0:spPr>
      </ns0:sp>
      <ns0:sp>
        <ns0:nvSpPr>
          <ns0:cNvPr id="141" name="trace:S02:content.auto.120">
            <ns1:extLst>
              <ns1:ext uri="{FF2B5EF4-FFF2-40B4-BE49-F238E27FC236}">
                <ns2:creationId id="{8230D000-7C99-4E97-B19D-E19397F7A48D}"/>
              </ns1:ext>
            </ns1:extLst>
          </ns0:cNvPr>
          <ns0:cNvSpPr>
            <ns1:spLocks noGrp="1"/>
          </ns0:cNvSpPr>
          <ns0:nvPr/>
        </ns0:nvSpPr>
        <ns0:spPr>
          <ns1:xfrm>
            <ns1:off x="13075920" y="6217920"/>
            <ns1:ext cx="91440" cy="95"/>
          </ns1:xfrm>
          <ns1:custGeom>
            <ns1:pathLst>
              <ns1:path w="91440" h="95">
                <ns1:moveTo>
                  <ns1:pt x="0" y="0"/>
                </ns1:moveTo>
                <ns1:lnTo>
                  <ns1:pt x="91440" y="0"/>
                </ns1:lnTo>
              </ns1:path>
            </ns1:pathLst>
          </ns1:custGeom>
          <ns1:noFill/>
          <ns1:ln w="30480">
            <ns1:solidFill>
              <ns1:srgbClr val="E31B23"/>
            </ns1:solidFill>
            <ns1:prstDash val="solid"/>
          </ns1:ln>
        </ns0:spPr>
      </ns0:sp>
      <ns0:sp>
        <ns0:nvSpPr>
          <ns0:cNvPr id="142" name="trace:S02:content.auto.121">
            <ns1:extLst>
              <ns1:ext uri="{FF2B5EF4-FFF2-40B4-BE49-F238E27FC236}">
                <ns2:creationId id="{F806EB9B-42A5-4728-9504-395FC5AD71B2}"/>
              </ns1:ext>
            </ns1:extLst>
          </ns0:cNvPr>
          <ns0:cNvSpPr>
            <ns1:spLocks noGrp="1"/>
          </ns0:cNvSpPr>
          <ns0:nvPr/>
        </ns0:nvSpPr>
        <ns0:spPr>
          <ns1:xfrm>
            <ns1:off x="13167360" y="6217920"/>
            <ns1:ext cx="95" cy="91440"/>
          </ns1:xfrm>
          <ns1:custGeom>
            <ns1:pathLst>
              <ns1:path w="95" h="91440">
                <ns1:moveTo>
                  <ns1:pt x="0" y="0"/>
                </ns1:moveTo>
                <ns1:lnTo>
                  <ns1:pt x="0" y="91440"/>
                </ns1:lnTo>
              </ns1:path>
            </ns1:pathLst>
          </ns1:custGeom>
          <ns1:noFill/>
          <ns1:ln w="30480">
            <ns1:solidFill>
              <ns1:srgbClr val="E31B23"/>
            </ns1:solidFill>
            <ns1:prstDash val="solid"/>
          </ns1:ln>
        </ns0:spPr>
      </ns0:sp>
      <ns0:sp>
        <ns0:nvSpPr>
          <ns0:cNvPr id="143" name="trace:S02:content.auto.122">
            <ns1:extLst>
              <ns1:ext uri="{FF2B5EF4-FFF2-40B4-BE49-F238E27FC236}">
                <ns2:creationId id="{82315EDD-A6A7-4EDC-B65C-7D4B0A3540BF}"/>
              </ns1:ext>
            </ns1:extLst>
          </ns0:cNvPr>
          <ns0:cNvSpPr>
            <ns1:spLocks noGrp="1"/>
          </ns0:cNvSpPr>
          <ns0:nvPr/>
        </ns0:nvSpPr>
        <ns0:spPr>
          <ns1:xfrm>
            <ns1:off x="13506450" y="6153150"/>
            <ns1:ext cx="171450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500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受注確度の向上</ns1:t>
            </ns1:r>
          </ns1:p>
        </ns0:txBody>
      </ns0:sp>
      <ns0:sp>
        <ns0:nvSpPr>
          <ns0:cNvPr id="144" name="trace:S02:content.auto.123">
            <ns1:extLst>
              <ns1:ext uri="{FF2B5EF4-FFF2-40B4-BE49-F238E27FC236}">
                <ns2:creationId id="{9542080A-4A77-4E4D-AFAC-E6C4FD8A00D8}"/>
              </ns1:ext>
            </ns1:extLst>
          </ns0:cNvPr>
          <ns0:cNvSpPr>
            <ns1:spLocks noGrp="1"/>
          </ns0:cNvSpPr>
          <ns0:nvPr/>
        </ns0:nvSpPr>
        <ns0:spPr>
          <ns1:xfrm>
            <ns1:off x="13392150" y="6524625"/>
            <ns1:ext cx="1933575" cy="752475"/>
          </ns1:xfrm>
          <ns1:prstGeom prst="rect">
            <ns1:avLst/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145" name="trace:S02:content.auto.124">
            <ns1:extLst>
              <ns1:ext uri="{FF2B5EF4-FFF2-40B4-BE49-F238E27FC236}">
                <ns2:creationId id="{9BE7F892-E101-4DDB-8D1A-51CA64081298}"/>
              </ns1:ext>
            </ns1:extLst>
          </ns0:cNvPr>
          <ns0:cNvSpPr>
            <ns1:spLocks noGrp="1"/>
          </ns0:cNvSpPr>
          <ns0:nvPr/>
        </ns0:nvSpPr>
        <ns0:spPr>
          <ns1:xfrm>
            <ns1:off x="13506450" y="6705600"/>
            <ns1:ext cx="1714500" cy="4095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buNone/>
              <ns1:defRPr sz="2100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100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rPr>
              <ns1:t>約20%向上</ns1:t>
            </ns1:r>
          </ns1:p>
        </ns0:txBody>
      </ns0:sp>
      <ns0:sp>
        <ns0:nvSpPr>
          <ns0:cNvPr id="146" name="trace:S02:content.auto.125">
            <ns1:extLst>
              <ns1:ext uri="{FF2B5EF4-FFF2-40B4-BE49-F238E27FC236}">
                <ns2:creationId id="{F156674E-CC97-44EE-A04B-69EE936E1217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7524750"/>
            <ns1:ext cx="3038475" cy="657225"/>
          </ns1:xfrm>
          <ns1:prstGeom prst="rect">
            <ns1:avLst/>
          </ns1:pr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147" name="trace:S02:content.auto.126">
            <ns1:extLst>
              <ns1:ext uri="{FF2B5EF4-FFF2-40B4-BE49-F238E27FC236}">
                <ns2:creationId id="{44F4E1F4-A70F-4AFD-959C-62FF63E7C4F0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7686675"/>
            <ns1:ext cx="152400" cy="314325"/>
          </ns1:xfrm>
          <ns1:custGeom>
            <ns1:pathLst>
              <ns1:path w="152400" h="314325">
                <ns1:moveTo>
                  <ns1:pt x="0" y="0"/>
                </ns1:moveTo>
                <ns1:lnTo>
                  <ns1:pt x="152400" y="0"/>
                </ns1:lnTo>
                <ns1:lnTo>
                  <ns1:pt x="152400" y="314325"/>
                </ns1:lnTo>
                <ns1:lnTo>
                  <ns1:pt x="0" y="314325"/>
                </ns1:lnTo>
                <ns1:close/>
              </ns1:path>
            </ns1:pathLst>
          </ns1:cu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148" name="trace:S02:content.auto.127">
            <ns1:extLst>
              <ns1:ext uri="{FF2B5EF4-FFF2-40B4-BE49-F238E27FC236}">
                <ns2:creationId id="{3FBA19C4-6962-4394-A6BA-4E39747FA5DB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7686675"/>
            <ns1:ext cx="95" cy="371475"/>
          </ns1:xfrm>
          <ns1:custGeom>
            <ns1:pathLst>
              <ns1:path w="95" h="371475">
                <ns1:moveTo>
                  <ns1:pt x="0" y="0"/>
                </ns1:moveTo>
                <ns1:lnTo>
                  <ns1:pt x="0" y="371475"/>
                </ns1:lnTo>
              </ns1:path>
            </ns1:pathLst>
          </ns1:cu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149" name="trace:S02:content.auto.128">
            <ns1:extLst>
              <ns1:ext uri="{FF2B5EF4-FFF2-40B4-BE49-F238E27FC236}">
                <ns2:creationId id="{8418D083-C3CF-425C-AA7C-5040347F3FFB}"/>
              </ns1:ext>
            </ns1:extLst>
          </ns0:cNvPr>
          <ns0:cNvSpPr>
            <ns1:spLocks noGrp="1"/>
          </ns0:cNvSpPr>
          <ns0:nvPr/>
        </ns0:nvSpPr>
        <ns0:spPr>
          <ns1:xfrm>
            <ns1:off x="1266825" y="7686675"/>
            <ns1:ext cx="1857375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202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02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ご提案の要点</ns1:t>
            </ns1:r>
          </ns1:p>
        </ns0:txBody>
      </ns0:sp>
      <ns0:sp>
        <ns0:nvSpPr>
          <ns0:cNvPr id="150" name="trace:S02:content.auto.129">
            <ns1:extLst>
              <ns1:ext uri="{FF2B5EF4-FFF2-40B4-BE49-F238E27FC236}">
                <ns2:creationId id="{28DA3A10-8910-4E61-B1C1-1AA3122A3D3A}"/>
              </ns1:ext>
            </ns1:extLst>
          </ns0:cNvPr>
          <ns0:cNvSpPr>
            <ns1:spLocks noGrp="1"/>
          </ns0:cNvSpPr>
          <ns0:nvPr/>
        </ns0:nvSpPr>
        <ns0:spPr>
          <ns1:xfrm>
            <ns1:off x="3419475" y="7524750"/>
            <ns1:ext cx="12125325" cy="657225"/>
          </ns1:xfrm>
          <ns1:prstGeom prst="rect">
            <ns1:avLst/>
          </ns1:prstGeom>
          <ns1:solidFill>
            <ns1:srgbClr val="FFF0F1"/>
          </ns1:solidFill>
          <ns1:ln w="19050">
            <ns1:solidFill>
              <ns1:srgbClr val="E31B23"/>
            </ns1:solidFill>
            <ns1:prstDash val="solid"/>
          </ns1:ln>
        </ns0:spPr>
      </ns0:sp>
      <ns0:sp>
        <ns0:nvSpPr>
          <ns0:cNvPr id="151" name="trace:S02:content.auto.130">
            <ns1:extLst>
              <ns1:ext uri="{FF2B5EF4-FFF2-40B4-BE49-F238E27FC236}">
                <ns2:creationId id="{51BCA72D-EC59-4946-8CD9-9725B9A8D6A4}"/>
              </ns1:ext>
            </ns1:extLst>
          </ns0:cNvPr>
          <ns0:cNvSpPr>
            <ns1:spLocks noGrp="1"/>
          </ns0:cNvSpPr>
          <ns0:nvPr/>
        </ns0:nvSpPr>
        <ns0:spPr>
          <ns1:xfrm>
            <ns1:off x="4238625" y="7686675"/>
            <ns1:ext cx="266700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87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提案業務を効率化し、</ns1:t>
            </ns1:r>
          </ns1:p>
        </ns0:txBody>
      </ns0:sp>
      <ns0:sp>
        <ns0:nvSpPr>
          <ns0:cNvPr id="152" name="trace:S02:content.auto.131">
            <ns1:extLst>
              <ns1:ext uri="{FF2B5EF4-FFF2-40B4-BE49-F238E27FC236}">
                <ns2:creationId id="{0C2E474D-BA6D-4592-9A8D-65106781C6F6}"/>
              </ns1:ext>
            </ns1:extLst>
          </ns0:cNvPr>
          <ns0:cNvSpPr>
            <ns1:spLocks noGrp="1"/>
          </ns0:cNvSpPr>
          <ns0:nvPr/>
        </ns0:nvSpPr>
        <ns0:spPr>
          <ns1:xfrm>
            <ns1:off x="6896100" y="7686675"/>
            <ns1:ext cx="270510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875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rPr>
              <ns1:t>提案の質と量を高め、</ns1:t>
            </ns1:r>
          </ns1:p>
        </ns0:txBody>
      </ns0:sp>
      <ns0:sp>
        <ns0:nvSpPr>
          <ns0:cNvPr id="153" name="trace:S02:content.auto.132">
            <ns1:extLst>
              <ns1:ext uri="{FF2B5EF4-FFF2-40B4-BE49-F238E27FC236}">
                <ns2:creationId id="{D73916E5-537E-4EC7-8A26-6874D749D12F}"/>
              </ns1:ext>
            </ns1:extLst>
          </ns0:cNvPr>
          <ns0:cNvSpPr>
            <ns1:spLocks noGrp="1"/>
          </ns0:cNvSpPr>
          <ns0:nvPr/>
        </ns0:nvSpPr>
        <ns0:spPr>
          <ns1:xfrm>
            <ns1:off x="9601200" y="7686675"/>
            <ns1:ext cx="3762375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875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rPr>
              <ns1:t>継続的に成果を生み出す仕組み</ns1:t>
            </ns1:r>
          </ns1:p>
        </ns0:txBody>
      </ns0:sp>
      <ns0:sp>
        <ns0:nvSpPr>
          <ns0:cNvPr id="154" name="trace:S02:content.auto.133">
            <ns1:extLst>
              <ns1:ext uri="{FF2B5EF4-FFF2-40B4-BE49-F238E27FC236}">
                <ns2:creationId id="{53AB1545-90E9-4A04-AF94-AEEDE0A30EC6}"/>
              </ns1:ext>
            </ns1:extLst>
          </ns0:cNvPr>
          <ns0:cNvSpPr>
            <ns1:spLocks noGrp="1"/>
          </ns0:cNvSpPr>
          <ns0:nvPr/>
        </ns0:nvSpPr>
        <ns0:spPr>
          <ns1:xfrm>
            <ns1:off x="13335000" y="7686675"/>
            <ns1:ext cx="186690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87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を構築します。</ns1:t>
            </ns1:r>
          </ns1:p>
        </ns0:txBody>
      </ns0:sp>
      <ns0:sp>
        <ns0:nvSpPr>
          <ns0:cNvPr id="155" name="trace:S02:content.auto.134">
            <ns1:extLst>
              <ns1:ext uri="{FF2B5EF4-FFF2-40B4-BE49-F238E27FC236}">
                <ns2:creationId id="{C39BA45D-2BEB-4DEF-83F7-BCD742D5CAD6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8420100"/>
            <ns1:ext cx="15163800" cy="95"/>
          </ns1:xfrm>
          <ns1:custGeom>
            <ns1:pathLst>
              <ns1:path w="15163800" h="95">
                <ns1:moveTo>
                  <ns1:pt x="0" y="0"/>
                </ns1:moveTo>
                <ns1:lnTo>
                  <ns1:pt x="15163800" y="0"/>
                </ns1:lnTo>
              </ns1:path>
            </ns1:pathLst>
          </ns1:custGeom>
          <ns1:noFill/>
          <ns1:ln w="19050">
            <ns1:solidFill>
              <ns1:srgbClr val="E31B23"/>
            </ns1:solidFill>
            <ns1:prstDash val="solid"/>
          </ns1:ln>
        </ns0:spPr>
      </ns0:sp>
      <ns0:sp>
        <ns0:nvSpPr>
          <ns0:cNvPr id="156" name="trace:S02:content.auto.135">
            <ns1:extLst>
              <ns1:ext uri="{FF2B5EF4-FFF2-40B4-BE49-F238E27FC236}">
                <ns2:creationId id="{52B1D992-3E9D-4031-A6AF-BB4C80E94C01}"/>
              </ns1:ext>
            </ns1:extLst>
          </ns0:cNvPr>
          <ns0:cNvSpPr>
            <ns1:spLocks noGrp="1"/>
          </ns0:cNvSpPr>
          <ns0:nvPr/>
        </ns0:nvSpPr>
        <ns0:spPr>
          <ns1:xfrm>
            <ns1:off x="419100" y="8562975"/>
            <ns1:ext cx="32385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500" b="1">
                <ns1:solidFill>
                  <ns1:srgbClr val="E31B23"/>
                </ns1:solidFill>
                <ns1:latin typeface="Arial"/>
                <ns1:ea typeface="Arial"/>
                <ns1:cs typeface="Arial"/>
              </ns1:defRPr>
            </ns1:pPr>
            <ns1:r>
              <ns1:rPr sz="1500" b="1">
                <ns1:solidFill>
                  <ns1:srgbClr val="E31B23"/>
                </ns1:solidFill>
                <ns1:latin typeface="Arial"/>
                <ns1:ea typeface="Arial"/>
                <ns1:cs typeface="Arial"/>
              </ns1:rPr>
              <ns1:t>02</ns1:t>
            </ns1:r>
          </ns1:p>
        </ns0:txBody>
      </ns0:sp>
      <ns0:sp>
        <ns0:nvSpPr>
          <ns0:cNvPr id="157" name="trace:S02:content.auto.136">
            <ns1:extLst>
              <ns1:ext uri="{FF2B5EF4-FFF2-40B4-BE49-F238E27FC236}">
                <ns2:creationId id="{1A4E4236-FB8C-4A26-A516-17A1372B2D2A}"/>
              </ns1:ext>
            </ns1:extLst>
          </ns0:cNvPr>
          <ns0:cNvSpPr>
            <ns1:spLocks noGrp="1"/>
          </ns0:cNvSpPr>
          <ns0:nvPr/>
        </ns0:nvSpPr>
        <ns0:spPr>
          <ns1:xfrm>
            <ns1:off x="800100" y="8543925"/>
            <ns1:ext cx="17145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500" b="0">
                <ns1:solidFill>
                  <ns1:srgbClr val="E31B23"/>
                </ns1:solidFill>
                <ns1:latin typeface="Arial"/>
                <ns1:ea typeface="Arial"/>
                <ns1:cs typeface="Arial"/>
              </ns1:defRPr>
            </ns1:pPr>
            <ns1:r>
              <ns1:rPr sz="1500" b="0">
                <ns1:solidFill>
                  <ns1:srgbClr val="E31B23"/>
                </ns1:solidFill>
                <ns1:latin typeface="Arial"/>
                <ns1:ea typeface="Arial"/>
                <ns1:cs typeface="Arial"/>
              </ns1:rPr>
              <ns1:t>│</ns1:t>
            </ns1:r>
          </ns1:p>
        </ns0:txBody>
      </ns0:sp>
      <ns0:sp>
        <ns0:nvSpPr>
          <ns0:cNvPr id="158" name="trace:S02:footer.brand">
            <ns1:extLst>
              <ns1:ext uri="{FF2B5EF4-FFF2-40B4-BE49-F238E27FC236}">
                <ns2:creationId id="{FBFECC7C-19C9-4D7A-8023-7853135D6E66}"/>
              </ns1:ext>
            </ns1:extLst>
          </ns0:cNvPr>
          <ns0:cNvSpPr>
            <ns1:spLocks noGrp="1"/>
          </ns0:cNvSpPr>
          <ns0:nvPr/>
        </ns0:nvSpPr>
        <ns0:spPr>
          <ns1:xfrm>
            <ns1:off x="1066800" y="8562975"/>
            <ns1:ext cx="1381125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27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7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提案クエスト</ns1:t>
            </ns1:r>
          </ns1:p>
        </ns0:txBody>
      </ns0:sp>
      <ns0:sp>
        <ns0:nvSpPr>
          <ns0:cNvPr id="159" name="trace:S02:footer.brand.2">
            <ns1:extLst>
              <ns1:ext uri="{FF2B5EF4-FFF2-40B4-BE49-F238E27FC236}">
                <ns2:creationId id="{273E8019-FDA5-4D3E-8610-3E82C57EF9FB}"/>
              </ns1:ext>
            </ns1:extLst>
          </ns0:cNvPr>
          <ns0:cNvSpPr>
            <ns1:spLocks noGrp="1"/>
          </ns0:cNvSpPr>
          <ns0:nvPr/>
        </ns0:nvSpPr>
        <ns0:spPr>
          <ns1:xfrm>
            <ns1:off x="12668250" y="8572500"/>
            <ns1:ext cx="28765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buNone/>
              <ns1:defRPr sz="105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© 2026 提案クエスト All Rights Reserved.</ns1:t>
            </ns1:r>
          </ns1:p>
        </ns0:txBody>
      </ns0:sp>
      <ns0:sp>
        <ns0:nvSpPr>
          <ns0:cNvPr id="161" name="trace:S02:content.auto.137">
            <ns1:extLst>
              <ns1:ext uri="{FF2B5EF4-FFF2-40B4-BE49-F238E27FC236}">
                <ns2:creationId id="{C2D0554F-C2F0-4EE1-B2A2-4272605DEBEC}"/>
              </ns1:ext>
            </ns1:extLst>
          </ns0:cNvPr>
          <ns0:cNvSpPr>
            <ns1:spLocks noGrp="1"/>
          </ns0:cNvSpPr>
          <ns0:nvPr/>
        </ns0:nvSpPr>
        <ns0:spPr>
          <ns1:xfrm>
            <ns1:off x="5019675" y="4043363"/>
            <ns1:ext cx="400050" cy="485775"/>
          </ns1:xfrm>
          <ns1:prstGeom prst="rect">
            <ns1:avLst/>
          </ns1:prstGeom>
          <ns1:noFill/>
          <ns1:ln w="38100">
            <ns1:solidFill>
              <ns1:srgbClr val="101820"/>
            </ns1:solidFill>
            <ns1:prstDash val="solid"/>
          </ns1:ln>
        </ns0:spPr>
      </ns0:sp>
      <ns0:sp>
        <ns0:nvSpPr>
          <ns0:cNvPr id="162" name="trace:S02:content.auto.138">
            <ns1:extLst>
              <ns1:ext uri="{FF2B5EF4-FFF2-40B4-BE49-F238E27FC236}">
                <ns2:creationId id="{B1B0C7E3-93BB-4EA7-B3B9-6AA251155F96}"/>
              </ns1:ext>
            </ns1:extLst>
          </ns0:cNvPr>
          <ns0:cNvSpPr>
            <ns1:spLocks noGrp="1"/>
          </ns0:cNvSpPr>
          <ns0:nvPr/>
        </ns0:nvSpPr>
        <ns0:spPr>
          <ns1:xfrm>
            <ns1:off x="5286375" y="4043363"/>
            <ns1:ext cx="133350" cy="133350"/>
          </ns1:xfrm>
          <ns1:custGeom>
            <ns1:pathLst>
              <ns1:path w="133350" h="133350">
                <ns1:moveTo>
                  <ns1:pt x="0" y="0"/>
                </ns1:moveTo>
                <ns1:lnTo>
                  <ns1:pt x="133350" y="133350"/>
                </ns1:lnTo>
                <ns1:lnTo>
                  <ns1:pt x="0" y="133350"/>
                </ns1:lnTo>
                <ns1:close/>
              </ns1:path>
            </ns1:pathLst>
          </ns1:custGeom>
          <ns1:noFill/>
          <ns1:ln w="38100">
            <ns1:solidFill>
              <ns1:srgbClr val="101820"/>
            </ns1:solidFill>
            <ns1:prstDash val="solid"/>
          </ns1:ln>
        </ns0:spPr>
      </ns0:sp>
      <ns0:sp>
        <ns0:nvSpPr>
          <ns0:cNvPr id="163" name="trace:S02:content.auto.139">
            <ns1:extLst>
              <ns1:ext uri="{FF2B5EF4-FFF2-40B4-BE49-F238E27FC236}">
                <ns2:creationId id="{F170ADCC-9BB3-4DE2-935E-A8505BF8815F}"/>
              </ns1:ext>
            </ns1:extLst>
          </ns0:cNvPr>
          <ns0:cNvSpPr>
            <ns1:spLocks noGrp="1"/>
          </ns0:cNvSpPr>
          <ns0:nvPr/>
        </ns0:nvSpPr>
        <ns0:spPr>
          <ns1:xfrm>
            <ns1:off x="5086350" y="4267200"/>
            <ns1:ext cx="209550" cy="95"/>
          </ns1:xfrm>
          <ns1:custGeom>
            <ns1:pathLst>
              <ns1:path w="209550" h="95">
                <ns1:moveTo>
                  <ns1:pt x="0" y="0"/>
                </ns1:moveTo>
                <ns1:lnTo>
                  <ns1:pt x="209550" y="0"/>
                </ns1:lnTo>
              </ns1:path>
            </ns1:pathLst>
          </ns1:custGeom>
          <ns1:noFill/>
          <ns1:ln w="28575">
            <ns1:solidFill>
              <ns1:srgbClr val="101820"/>
            </ns1:solidFill>
            <ns1:prstDash val="solid"/>
          </ns1:ln>
        </ns0:spPr>
      </ns0:sp>
      <ns0:sp>
        <ns0:nvSpPr>
          <ns0:cNvPr id="164" name="trace:S02:content.auto.140">
            <ns1:extLst>
              <ns1:ext uri="{FF2B5EF4-FFF2-40B4-BE49-F238E27FC236}">
                <ns2:creationId id="{570B6CD1-8AF2-41E7-9D38-B9CEF20D2DC2}"/>
              </ns1:ext>
            </ns1:extLst>
          </ns0:cNvPr>
          <ns0:cNvSpPr>
            <ns1:spLocks noGrp="1"/>
          </ns0:cNvSpPr>
          <ns0:nvPr/>
        </ns0:nvSpPr>
        <ns0:spPr>
          <ns1:xfrm>
            <ns1:off x="5086350" y="4371975"/>
            <ns1:ext cx="209550" cy="95"/>
          </ns1:xfrm>
          <ns1:custGeom>
            <ns1:pathLst>
              <ns1:path w="209550" h="95">
                <ns1:moveTo>
                  <ns1:pt x="0" y="0"/>
                </ns1:moveTo>
                <ns1:lnTo>
                  <ns1:pt x="209550" y="0"/>
                </ns1:lnTo>
              </ns1:path>
            </ns1:pathLst>
          </ns1:custGeom>
          <ns1:noFill/>
          <ns1:ln w="28575">
            <ns1:solidFill>
              <ns1:srgbClr val="101820"/>
            </ns1:solidFill>
            <ns1:prstDash val="solid"/>
          </ns1:ln>
        </ns0:spPr>
      </ns0:sp>
      <ns0:sp>
        <ns0:nvSpPr>
          <ns0:cNvPr id="165" name="trace:S02:content.auto.141">
            <ns1:extLst>
              <ns1:ext uri="{FF2B5EF4-FFF2-40B4-BE49-F238E27FC236}">
                <ns2:creationId id="{2C94ABBE-8122-4C4C-9FCD-F91D8F3A8F45}"/>
              </ns1:ext>
            </ns1:extLst>
          </ns0:cNvPr>
          <ns0:cNvSpPr>
            <ns1:spLocks noGrp="1"/>
          </ns0:cNvSpPr>
          <ns0:nvPr/>
        </ns0:nvSpPr>
        <ns0:spPr>
          <ns1:xfrm>
            <ns1:off x="5324475" y="4210050"/>
            <ns1:ext cx="304800" cy="304800"/>
          </ns1:xfrm>
          <ns1:custGeom>
            <ns1:pathLst>
              <ns1:path w="304800" h="304800">
                <ns1:moveTo>
                  <ns1:pt x="152400" y="0"/>
                </ns1:moveTo>
                <ns1:lnTo>
                  <ns1:pt x="190500" y="114300"/>
                </ns1:lnTo>
                <ns1:lnTo>
                  <ns1:pt x="304800" y="152400"/>
                </ns1:lnTo>
                <ns1:lnTo>
                  <ns1:pt x="190500" y="190500"/>
                </ns1:lnTo>
                <ns1:lnTo>
                  <ns1:pt x="152400" y="304800"/>
                </ns1:lnTo>
                <ns1:lnTo>
                  <ns1:pt x="114300" y="190500"/>
                </ns1:lnTo>
                <ns1:lnTo>
                  <ns1:pt x="0" y="152400"/>
                </ns1:lnTo>
                <ns1:lnTo>
                  <ns1:pt x="114300" y="114300"/>
                </ns1:lnTo>
                <ns1:close/>
              </ns1:path>
            </ns1:pathLst>
          </ns1:cu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166" name="trace:S02:content.auto.142">
            <ns1:extLst>
              <ns1:ext uri="{FF2B5EF4-FFF2-40B4-BE49-F238E27FC236}">
                <ns2:creationId id="{0F67C8C0-B5C6-4F4A-AF6C-1D85AE975D76}"/>
              </ns1:ext>
            </ns1:extLst>
          </ns0:cNvPr>
          <ns0:cNvSpPr>
            <ns1:spLocks noGrp="1"/>
          </ns0:cNvSpPr>
          <ns0:nvPr/>
        </ns0:nvSpPr>
        <ns0:spPr>
          <ns1:xfrm>
            <ns1:off x="5553075" y="4171950"/>
            <ns1:ext cx="152400" cy="152400"/>
          </ns1:xfrm>
          <ns1:custGeom>
            <ns1:pathLst>
              <ns1:path w="152400" h="152400">
                <ns1:moveTo>
                  <ns1:pt x="76200" y="0"/>
                </ns1:moveTo>
                <ns1:lnTo>
                  <ns1:pt x="95250" y="57150"/>
                </ns1:lnTo>
                <ns1:lnTo>
                  <ns1:pt x="152400" y="76200"/>
                </ns1:lnTo>
                <ns1:lnTo>
                  <ns1:pt x="95250" y="95250"/>
                </ns1:lnTo>
                <ns1:lnTo>
                  <ns1:pt x="76200" y="152400"/>
                </ns1:lnTo>
                <ns1:lnTo>
                  <ns1:pt x="57150" y="95250"/>
                </ns1:lnTo>
                <ns1:lnTo>
                  <ns1:pt x="0" y="76200"/>
                </ns1:lnTo>
                <ns1:lnTo>
                  <ns1:pt x="57150" y="57150"/>
                </ns1:lnTo>
                <ns1:close/>
              </ns1:path>
            </ns1:pathLst>
          </ns1:cu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167" name="trace:S02:content.auto.143">
            <ns1:extLst>
              <ns1:ext uri="{FF2B5EF4-FFF2-40B4-BE49-F238E27FC236}">
                <ns2:creationId id="{0C18A13E-22DF-4B95-BFBF-8E8735BA8527}"/>
              </ns1:ext>
            </ns1:extLst>
          </ns0:cNvPr>
          <ns0:cNvSpPr>
            <ns1:spLocks noGrp="1"/>
          </ns0:cNvSpPr>
          <ns0:nvPr/>
        </ns0:nvSpPr>
        <ns0:spPr>
          <ns1:xfrm>
            <ns1:off x="8039100" y="3990975"/>
            <ns1:ext cx="438150" cy="171450"/>
          </ns1:xfrm>
          <ns1:prstGeom prst="ellipse">
            <ns1:avLst/>
          </ns1:prstGeom>
          <ns1:noFill/>
          <ns1:ln w="28575">
            <ns1:solidFill>
              <ns1:srgbClr val="101820"/>
            </ns1:solidFill>
            <ns1:prstDash val="solid"/>
          </ns1:ln>
        </ns0:spPr>
      </ns0:sp>
      <ns0:sp>
        <ns0:nvSpPr>
          <ns0:cNvPr id="168" name="trace:S02:content.auto.144">
            <ns1:extLst>
              <ns1:ext uri="{FF2B5EF4-FFF2-40B4-BE49-F238E27FC236}">
                <ns2:creationId id="{10A60569-A693-408F-A89E-9427542DE31A}"/>
              </ns1:ext>
            </ns1:extLst>
          </ns0:cNvPr>
          <ns0:cNvSpPr>
            <ns1:spLocks noGrp="1"/>
          </ns0:cNvSpPr>
          <ns0:nvPr/>
        </ns0:nvSpPr>
        <ns0:spPr>
          <ns1:xfrm>
            <ns1:off x="8039100" y="4076700"/>
            <ns1:ext cx="438150" cy="428625"/>
          </ns1:xfrm>
          <ns1:prstGeom prst="rect">
            <ns1:avLst/>
          </ns1:prstGeom>
          <ns1:noFill/>
          <ns1:ln w="28575">
            <ns1:solidFill>
              <ns1:srgbClr val="101820"/>
            </ns1:solidFill>
            <ns1:prstDash val="solid"/>
          </ns1:ln>
        </ns0:spPr>
      </ns0:sp>
      <ns0:sp>
        <ns0:nvSpPr>
          <ns0:cNvPr id="169" name="trace:S02:content.auto.145">
            <ns1:extLst>
              <ns1:ext uri="{FF2B5EF4-FFF2-40B4-BE49-F238E27FC236}">
                <ns2:creationId id="{4A081385-3FAE-4EE5-9F91-12E8A77EA53F}"/>
              </ns1:ext>
            </ns1:extLst>
          </ns0:cNvPr>
          <ns0:cNvSpPr>
            <ns1:spLocks noGrp="1"/>
          </ns0:cNvSpPr>
          <ns0:nvPr/>
        </ns0:nvSpPr>
        <ns0:spPr>
          <ns1:xfrm>
            <ns1:off x="8039100" y="4410075"/>
            <ns1:ext cx="438150" cy="171450"/>
          </ns1:xfrm>
          <ns1:prstGeom prst="ellipse">
            <ns1:avLst/>
          </ns1:prstGeom>
          <ns1:noFill/>
          <ns1:ln w="28575">
            <ns1:solidFill>
              <ns1:srgbClr val="101820"/>
            </ns1:solidFill>
            <ns1:prstDash val="solid"/>
          </ns1:ln>
        </ns0:spPr>
      </ns0:sp>
      <ns0:sp>
        <ns0:nvSpPr>
          <ns0:cNvPr id="170" name="trace:S02:content.auto.146">
            <ns1:extLst>
              <ns1:ext uri="{FF2B5EF4-FFF2-40B4-BE49-F238E27FC236}">
                <ns2:creationId id="{4F720C59-A4D6-468D-8E65-ADB5CCA88801}"/>
              </ns1:ext>
            </ns1:extLst>
          </ns0:cNvPr>
          <ns0:cNvSpPr>
            <ns1:spLocks noGrp="1"/>
          </ns0:cNvSpPr>
          <ns0:nvPr/>
        </ns0:nvSpPr>
        <ns0:spPr>
          <ns1:xfrm>
            <ns1:off x="8039100" y="4076700"/>
            <ns1:ext cx="95" cy="419100"/>
          </ns1:xfrm>
          <ns1:custGeom>
            <ns1:pathLst>
              <ns1:path w="95" h="419100">
                <ns1:moveTo>
                  <ns1:pt x="0" y="0"/>
                </ns1:moveTo>
                <ns1:lnTo>
                  <ns1:pt x="0" y="419100"/>
                </ns1:lnTo>
              </ns1:path>
            </ns1:pathLst>
          </ns1:custGeom>
          <ns1:noFill/>
          <ns1:ln w="28575">
            <ns1:solidFill>
              <ns1:srgbClr val="101820"/>
            </ns1:solidFill>
            <ns1:prstDash val="solid"/>
          </ns1:ln>
        </ns0:spPr>
      </ns0:sp>
      <ns0:sp>
        <ns0:nvSpPr>
          <ns0:cNvPr id="171" name="trace:S02:content.auto.147">
            <ns1:extLst>
              <ns1:ext uri="{FF2B5EF4-FFF2-40B4-BE49-F238E27FC236}">
                <ns2:creationId id="{BB71243E-F7B1-4B4D-AB7E-C3A0DD630A7D}"/>
              </ns1:ext>
            </ns1:extLst>
          </ns0:cNvPr>
          <ns0:cNvSpPr>
            <ns1:spLocks noGrp="1"/>
          </ns0:cNvSpPr>
          <ns0:nvPr/>
        </ns0:nvSpPr>
        <ns0:spPr>
          <ns1:xfrm>
            <ns1:off x="8477250" y="4076700"/>
            <ns1:ext cx="95" cy="419100"/>
          </ns1:xfrm>
          <ns1:custGeom>
            <ns1:pathLst>
              <ns1:path w="95" h="419100">
                <ns1:moveTo>
                  <ns1:pt x="0" y="0"/>
                </ns1:moveTo>
                <ns1:lnTo>
                  <ns1:pt x="0" y="419100"/>
                </ns1:lnTo>
              </ns1:path>
            </ns1:pathLst>
          </ns1:custGeom>
          <ns1:noFill/>
          <ns1:ln w="28575">
            <ns1:solidFill>
              <ns1:srgbClr val="101820"/>
            </ns1:solidFill>
            <ns1:prstDash val="solid"/>
          </ns1:ln>
        </ns0:spPr>
      </ns0:sp>
      <ns0:sp>
        <ns0:nvSpPr>
          <ns0:cNvPr id="172" name="trace:S02:content.auto.148">
            <ns1:extLst>
              <ns1:ext uri="{FF2B5EF4-FFF2-40B4-BE49-F238E27FC236}">
                <ns2:creationId id="{4DAA3410-B811-4914-A89B-424B1C6DFEF7}"/>
              </ns1:ext>
            </ns1:extLst>
          </ns0:cNvPr>
          <ns0:cNvSpPr>
            <ns1:spLocks noGrp="1"/>
          </ns0:cNvSpPr>
          <ns0:nvPr/>
        </ns0:nvSpPr>
        <ns0:spPr>
          <ns1:xfrm>
            <ns1:off x="8381048" y="4294823"/>
            <ns1:ext cx="230505" cy="230505"/>
          </ns1:xfrm>
          <ns1:prstGeom prst="ellipse">
            <ns1:avLst/>
          </ns1:prstGeom>
          <ns1:noFill/>
          <ns1:ln w="20955">
            <ns1:solidFill>
              <ns1:srgbClr val="E31B23"/>
            </ns1:solidFill>
            <ns1:prstDash val="solid"/>
          </ns1:ln>
        </ns0:spPr>
      </ns0:sp>
      <ns0:sp>
        <ns0:nvSpPr>
          <ns0:cNvPr id="173" name="trace:S02:content.auto.149">
            <ns1:extLst>
              <ns1:ext uri="{FF2B5EF4-FFF2-40B4-BE49-F238E27FC236}">
                <ns2:creationId id="{26824646-986B-46BD-84E0-DA37DFCDFABB}"/>
              </ns1:ext>
            </ns1:extLst>
          </ns0:cNvPr>
          <ns0:cNvSpPr>
            <ns1:spLocks noGrp="1"/>
          </ns0:cNvSpPr>
          <ns0:nvPr/>
        </ns0:nvSpPr>
        <ns0:spPr>
          <ns1:xfrm>
            <ns1:off x="8459629" y="4373404"/>
            <ns1:ext cx="73343" cy="73343"/>
          </ns1:xfrm>
          <ns1:prstGeom prst="ellipse">
            <ns1:avLst/>
          </ns1:prstGeom>
          <ns1:noFill/>
          <ns1:ln w="20955">
            <ns1:solidFill>
              <ns1:srgbClr val="E31B23"/>
            </ns1:solidFill>
            <ns1:prstDash val="solid"/>
          </ns1:ln>
        </ns0:spPr>
      </ns0:sp>
      <ns0:sp>
        <ns0:nvSpPr>
          <ns0:cNvPr id="174" name="trace:S02:content.auto.150">
            <ns1:extLst>
              <ns1:ext uri="{FF2B5EF4-FFF2-40B4-BE49-F238E27FC236}">
                <ns2:creationId id="{1ADB2A70-AED3-49BE-8D96-714F7D082FEC}"/>
              </ns1:ext>
            </ns1:extLst>
          </ns0:cNvPr>
          <ns0:cNvSpPr>
            <ns1:spLocks noGrp="1"/>
          </ns0:cNvSpPr>
          <ns0:nvPr/>
        </ns0:nvSpPr>
        <ns0:spPr>
          <ns1:xfrm>
            <ns1:off x="8496300" y="4247674"/>
            <ns1:ext cx="95" cy="45472"/>
          </ns1:xfrm>
          <ns1:custGeom>
            <ns1:pathLst>
              <ns1:path w="95" h="45472">
                <ns1:moveTo>
                  <ns1:pt x="0" y="45472"/>
                </ns1:moveTo>
                <ns1:lnTo>
                  <ns1:pt x="0" y="0"/>
                </ns1:lnTo>
              </ns1:path>
            </ns1:pathLst>
          </ns1:custGeom>
          <ns1:noFill/>
          <ns1:ln w="20955">
            <ns1:solidFill>
              <ns1:srgbClr val="E31B23"/>
            </ns1:solidFill>
            <ns1:prstDash val="solid"/>
          </ns1:ln>
        </ns0:spPr>
      </ns0:sp>
      <ns0:sp>
        <ns0:nvSpPr>
          <ns0:cNvPr id="175" name="trace:S02:content.auto.151">
            <ns1:extLst>
              <ns1:ext uri="{FF2B5EF4-FFF2-40B4-BE49-F238E27FC236}">
                <ns2:creationId id="{D04B782F-9480-47F3-861C-DB25607E1486}"/>
              </ns1:ext>
            </ns1:extLst>
          </ns0:cNvPr>
          <ns0:cNvSpPr>
            <ns1:spLocks noGrp="1"/>
          </ns0:cNvSpPr>
          <ns0:nvPr/>
        </ns0:nvSpPr>
        <ns0:spPr>
          <ns1:xfrm>
            <ns1:off x="8496300" y="4527004"/>
            <ns1:ext cx="95" cy="45472"/>
          </ns1:xfrm>
          <ns1:custGeom>
            <ns1:pathLst>
              <ns1:path w="95" h="45472">
                <ns1:moveTo>
                  <ns1:pt x="0" y="0"/>
                </ns1:moveTo>
                <ns1:lnTo>
                  <ns1:pt x="0" y="45472"/>
                </ns1:lnTo>
              </ns1:path>
            </ns1:pathLst>
          </ns1:custGeom>
          <ns1:noFill/>
          <ns1:ln w="20955">
            <ns1:solidFill>
              <ns1:srgbClr val="E31B23"/>
            </ns1:solidFill>
            <ns1:prstDash val="solid"/>
          </ns1:ln>
        </ns0:spPr>
      </ns0:sp>
      <ns0:sp>
        <ns0:nvSpPr>
          <ns0:cNvPr id="176" name="trace:S02:content.auto.152">
            <ns1:extLst>
              <ns1:ext uri="{FF2B5EF4-FFF2-40B4-BE49-F238E27FC236}">
                <ns2:creationId id="{91F7497A-5625-446F-B1A8-18DAF69D2684}"/>
              </ns1:ext>
            </ns1:extLst>
          </ns0:cNvPr>
          <ns0:cNvSpPr>
            <ns1:spLocks noGrp="1"/>
          </ns0:cNvSpPr>
          <ns0:nvPr/>
        </ns0:nvSpPr>
        <ns0:spPr>
          <ns1:xfrm>
            <ns1:off x="8333899" y="4410075"/>
            <ns1:ext cx="45472" cy="95"/>
          </ns1:xfrm>
          <ns1:custGeom>
            <ns1:pathLst>
              <ns1:path w="45472" h="95">
                <ns1:moveTo>
                  <ns1:pt x="45472" y="0"/>
                </ns1:moveTo>
                <ns1:lnTo>
                  <ns1:pt x="0" y="0"/>
                </ns1:lnTo>
              </ns1:path>
            </ns1:pathLst>
          </ns1:custGeom>
          <ns1:noFill/>
          <ns1:ln w="20955">
            <ns1:solidFill>
              <ns1:srgbClr val="E31B23"/>
            </ns1:solidFill>
            <ns1:prstDash val="solid"/>
          </ns1:ln>
        </ns0:spPr>
      </ns0:sp>
      <ns0:sp>
        <ns0:nvSpPr>
          <ns0:cNvPr id="177" name="trace:S02:content.auto.153">
            <ns1:extLst>
              <ns1:ext uri="{FF2B5EF4-FFF2-40B4-BE49-F238E27FC236}">
                <ns2:creationId id="{8E5B132C-544F-46C8-BAA5-AC73E54015A0}"/>
              </ns1:ext>
            </ns1:extLst>
          </ns0:cNvPr>
          <ns0:cNvSpPr>
            <ns1:spLocks noGrp="1"/>
          </ns0:cNvSpPr>
          <ns0:nvPr/>
        </ns0:nvSpPr>
        <ns0:spPr>
          <ns1:xfrm>
            <ns1:off x="8613229" y="4410075"/>
            <ns1:ext cx="45472" cy="95"/>
          </ns1:xfrm>
          <ns1:custGeom>
            <ns1:pathLst>
              <ns1:path w="45472" h="95">
                <ns1:moveTo>
                  <ns1:pt x="0" y="0"/>
                </ns1:moveTo>
                <ns1:lnTo>
                  <ns1:pt x="45472" y="0"/>
                </ns1:lnTo>
              </ns1:path>
            </ns1:pathLst>
          </ns1:custGeom>
          <ns1:noFill/>
          <ns1:ln w="20955">
            <ns1:solidFill>
              <ns1:srgbClr val="E31B23"/>
            </ns1:solidFill>
            <ns1:prstDash val="solid"/>
          </ns1:ln>
        </ns0:spPr>
      </ns0:sp>
      <ns0:sp>
        <ns0:nvSpPr>
          <ns0:cNvPr id="178" name="trace:S02:content.auto.154">
            <ns1:extLst>
              <ns1:ext uri="{FF2B5EF4-FFF2-40B4-BE49-F238E27FC236}">
                <ns2:creationId id="{38B7BEFF-A1AA-4BD2-AB03-05F025F6CF73}"/>
              </ns1:ext>
            </ns1:extLst>
          </ns0:cNvPr>
          <ns0:cNvSpPr>
            <ns1:spLocks noGrp="1"/>
          </ns0:cNvSpPr>
          <ns0:nvPr/>
        </ns0:nvSpPr>
        <ns0:spPr>
          <ns1:xfrm>
            <ns1:off x="8381048" y="4294823"/>
            <ns1:ext cx="32271" cy="32271"/>
          </ns1:xfrm>
          <ns1:custGeom>
            <ns1:pathLst>
              <ns1:path w="32271" h="32271">
                <ns1:moveTo>
                  <ns1:pt x="32271" y="32271"/>
                </ns1:moveTo>
                <ns1:lnTo>
                  <ns1:pt x="0" y="0"/>
                </ns1:lnTo>
              </ns1:path>
            </ns1:pathLst>
          </ns1:custGeom>
          <ns1:noFill/>
          <ns1:ln w="20955">
            <ns1:solidFill>
              <ns1:srgbClr val="E31B23"/>
            </ns1:solidFill>
            <ns1:prstDash val="solid"/>
          </ns1:ln>
        </ns0:spPr>
      </ns0:sp>
      <ns0:sp>
        <ns0:nvSpPr>
          <ns0:cNvPr id="179" name="trace:S02:content.auto.155">
            <ns1:extLst>
              <ns1:ext uri="{FF2B5EF4-FFF2-40B4-BE49-F238E27FC236}">
                <ns2:creationId id="{B342C307-A87F-46FA-85E7-2F490E274E56}"/>
              </ns1:ext>
            </ns1:extLst>
          </ns0:cNvPr>
          <ns0:cNvSpPr>
            <ns1:spLocks noGrp="1"/>
          </ns0:cNvSpPr>
          <ns0:nvPr/>
        </ns0:nvSpPr>
        <ns0:spPr>
          <ns1:xfrm>
            <ns1:off x="8579282" y="4493057"/>
            <ns1:ext cx="32271" cy="32271"/>
          </ns1:xfrm>
          <ns1:custGeom>
            <ns1:pathLst>
              <ns1:path w="32271" h="32271">
                <ns1:moveTo>
                  <ns1:pt x="0" y="0"/>
                </ns1:moveTo>
                <ns1:lnTo>
                  <ns1:pt x="32271" y="32271"/>
                </ns1:lnTo>
              </ns1:path>
            </ns1:pathLst>
          </ns1:custGeom>
          <ns1:noFill/>
          <ns1:ln w="20955">
            <ns1:solidFill>
              <ns1:srgbClr val="E31B23"/>
            </ns1:solidFill>
            <ns1:prstDash val="solid"/>
          </ns1:ln>
        </ns0:spPr>
      </ns0:sp>
      <ns0:sp>
        <ns0:nvSpPr>
          <ns0:cNvPr id="180" name="trace:S02:content.auto.156">
            <ns1:extLst>
              <ns1:ext uri="{FF2B5EF4-FFF2-40B4-BE49-F238E27FC236}">
                <ns2:creationId id="{9E9CF33E-0F0F-4558-9812-DC591C88BDAC}"/>
              </ns1:ext>
            </ns1:extLst>
          </ns0:cNvPr>
          <ns0:cNvSpPr>
            <ns1:spLocks noGrp="1"/>
          </ns0:cNvSpPr>
          <ns0:nvPr/>
        </ns0:nvSpPr>
        <ns0:spPr>
          <ns1:xfrm>
            <ns1:off x="8381048" y="4493057"/>
            <ns1:ext cx="32271" cy="32271"/>
          </ns1:xfrm>
          <ns1:custGeom>
            <ns1:pathLst>
              <ns1:path w="32271" h="32271">
                <ns1:moveTo>
                  <ns1:pt x="32271" y="0"/>
                </ns1:moveTo>
                <ns1:lnTo>
                  <ns1:pt x="0" y="32271"/>
                </ns1:lnTo>
              </ns1:path>
            </ns1:pathLst>
          </ns1:custGeom>
          <ns1:noFill/>
          <ns1:ln w="20955">
            <ns1:solidFill>
              <ns1:srgbClr val="E31B23"/>
            </ns1:solidFill>
            <ns1:prstDash val="solid"/>
          </ns1:ln>
        </ns0:spPr>
      </ns0:sp>
      <ns0:sp>
        <ns0:nvSpPr>
          <ns0:cNvPr id="181" name="trace:S02:content.auto.157">
            <ns1:extLst>
              <ns1:ext uri="{FF2B5EF4-FFF2-40B4-BE49-F238E27FC236}">
                <ns2:creationId id="{EC94C8FA-7898-4F63-9A8C-C15D290C49D6}"/>
              </ns1:ext>
            </ns1:extLst>
          </ns0:cNvPr>
          <ns0:cNvSpPr>
            <ns1:spLocks noGrp="1"/>
          </ns0:cNvSpPr>
          <ns0:nvPr/>
        </ns0:nvSpPr>
        <ns0:spPr>
          <ns1:xfrm>
            <ns1:off x="8579282" y="4294823"/>
            <ns1:ext cx="32271" cy="32271"/>
          </ns1:xfrm>
          <ns1:custGeom>
            <ns1:pathLst>
              <ns1:path w="32271" h="32271">
                <ns1:moveTo>
                  <ns1:pt x="0" y="32271"/>
                </ns1:moveTo>
                <ns1:lnTo>
                  <ns1:pt x="32271" y="0"/>
                </ns1:lnTo>
              </ns1:path>
            </ns1:pathLst>
          </ns1:custGeom>
          <ns1:noFill/>
          <ns1:ln w="20955">
            <ns1:solidFill>
              <ns1:srgbClr val="E31B23"/>
            </ns1:solidFill>
            <ns1:prstDash val="solid"/>
          </ns1:ln>
        </ns0:spPr>
      </ns0:sp>
    </ns0:spTree>
    <ns0:extLst>
      <ns0:ext uri="{BB962C8B-B14F-4D97-AF65-F5344CB8AC3E}">
        <ns3:creationId val="1714227591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2026-09-20T23:21:29.9190000Z</dcterms:created>
  <dcterms:modified xsi:type="dcterms:W3CDTF">2026-09-20T23:21:29.9190000Z</dcterms:modified>
</coreProperties>
</file>