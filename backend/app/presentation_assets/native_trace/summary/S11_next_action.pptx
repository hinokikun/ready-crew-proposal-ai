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c50d60d80d4783" /><Relationship Type="http://schemas.openxmlformats.org/officeDocument/2006/relationships/extended-properties" Target="/docProps/app.xml" Id="Re827a960adc5455b" /><Relationship Type="http://schemas.openxmlformats.org/officeDocument/2006/relationships/officeDocument" Target="/ppt/presentation.xml" Id="Rd6214bdd9dc94f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2e585ded3c4cb7"/>
  </p:sldMasterIdLst>
  <p:notesMasterIdLst>
    <p:notesMasterId xmlns:r="http://schemas.openxmlformats.org/officeDocument/2006/relationships" r:id="Ra513fe46c08b4843"/>
  </p:notesMasterIdLst>
  <p:sldIdLst>
    <p:sldId xmlns:r="http://schemas.openxmlformats.org/officeDocument/2006/relationships" id="256" r:id="Rffe16cfd561d4dac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fcb90ee8494cf3" /><Relationship Type="http://schemas.openxmlformats.org/officeDocument/2006/relationships/slideMaster" Target="/ppt/slideMasters/slideMaster1.xml" Id="R972e585ded3c4cb7" /><Relationship Type="http://schemas.openxmlformats.org/officeDocument/2006/relationships/notesMaster" Target="/ppt/notesMasters/notesMaster1.xml" Id="Ra513fe46c08b4843" /><Relationship Type="http://schemas.openxmlformats.org/officeDocument/2006/relationships/presProps" Target="/ppt/presProps.xml" Id="R1fc5d7db6b3648f9" /><Relationship Type="http://schemas.openxmlformats.org/officeDocument/2006/relationships/tableStyles" Target="/ppt/tableStyles.xml" Id="R67ab8e538e7544b3" /><Relationship Type="http://schemas.openxmlformats.org/officeDocument/2006/relationships/slide" Target="/ppt/slides/slide1.xml" Id="Rffe16cfd561d4d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ec2211a32c45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983e682ff4690" /><Relationship Type="http://schemas.openxmlformats.org/officeDocument/2006/relationships/notesMaster" Target="/ppt/notesMasters/notesMaster1.xml" Id="R939aceccc681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97093b484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f0148c2a684ae6" /><Relationship Type="http://schemas.openxmlformats.org/officeDocument/2006/relationships/slideLayout" Target="/ppt/slideLayouts/slideLayout1.xml" Id="R09b1436bfbca45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1436bfbca45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92c34a2e04706" /><Relationship Type="http://schemas.openxmlformats.org/officeDocument/2006/relationships/image" Target="/ppt/media/image.png" Id="Rb61e0509b56542e1" /><Relationship Type="http://schemas.openxmlformats.org/officeDocument/2006/relationships/notesSlide" Target="/ppt/notesSlides/notesSlide1.xml" Id="Rca2a87d45071416c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1" name="trace:S11:content.auto">
            <ns1:extLst>
              <ns1:ext uri="{FF2B5EF4-FFF2-40B4-BE49-F238E27FC236}">
                <ns2:creationId id="{24225194-BEED-45CE-B4C1-5456B42DC4AD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66700"/>
            <ns1:ext cx="762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S11</ns1:t>
            </ns1:r>
          </ns1:p>
        </ns0:txBody>
      </ns0:sp>
      <ns0:sp>
        <ns0:nvSpPr>
          <ns0:cNvPr id="2" name="trace:S11:content.auto.2">
            <ns1:extLst>
              <ns1:ext uri="{FF2B5EF4-FFF2-40B4-BE49-F238E27FC236}">
                <ns2:creationId id="{BB01BA34-B4CE-483F-9ABE-7A9B0187AF18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57175"/>
            <ns1:ext cx="2286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今後の進め方</ns1:t>
            </ns1:r>
          </ns1:p>
        </ns0:txBody>
      </ns0:sp>
      <ns0:sp>
        <ns0:nvSpPr>
          <ns0:cNvPr id="5" name="trace:S11:header.tagline">
            <ns1:extLst>
              <ns1:ext uri="{FF2B5EF4-FFF2-40B4-BE49-F238E27FC236}">
                <ns2:creationId id="{0CE5C339-6F81-4769-9176-7D74214B8FA1}"/>
              </ns1:ext>
            </ns1:extLst>
          </ns0:cNvPr>
          <ns0:cNvSpPr>
            <ns1:spLocks noGrp="1"/>
          </ns0:cNvSpPr>
          <ns0:nvPr/>
        </ns0:nvSpPr>
        <ns0:spPr>
          <ns1:xfrm>
            <ns1:off x="9544050" y="609600"/>
            <ns1:ext cx="2762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0000"/>
              </ns1:lnSpc>
              <ns1:buNone/>
              <ns1:defRPr sz="660" b="0">
                <ns1:solidFill>
                  <ns1:srgbClr val="E5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660" b="0">
                <ns1:solidFill>
                  <ns1:srgbClr val="E51B23"/>
                </ns1:solidFill>
                <ns1:latin typeface="Yu Gothic"/>
                <ns1:ea typeface="Yu Gothic"/>
                <ns1:cs typeface="Yu Gothic"/>
              </ns1:rPr>
              <ns1:t>AIで、提案をもっと速く、もっと強く。</ns1:t>
            </ns1:r>
          </ns1:p>
        </ns0:txBody>
      </ns0:sp>
      <ns0:sp>
        <ns0:nvSpPr>
          <ns0:cNvPr id="6" name="trace:S11:header.message">
            <ns1:extLst>
              <ns1:ext uri="{FF2B5EF4-FFF2-40B4-BE49-F238E27FC236}">
                <ns2:creationId id="{D8C13036-3033-46A1-BA13-BCE2C073DD12}"/>
              </ns1:ext>
            </ns1:extLst>
          </ns0:cNvPr>
          <ns0:cNvSpPr>
            <ns1:spLocks noGrp="1"/>
          </ns0:cNvSpPr>
          <ns0:nvPr/>
        </ns0:nvSpPr>
        <ns0:spPr>
          <ns1:xfrm>
            <ns1:off x="13792200" y="342900"/>
            <ns1:ext cx="17526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25000"/>
              </ns1:lnSpc>
              <ns1:buNone/>
              <ns1:defRPr sz="788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88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THINK TOGETHER,</ns1:t>
            </ns1:r>
          </ns1:p>
          <ns1:p>
            <ns1:pPr algn="ctr">
              <ns1:lnSpc>
                <ns1:spcPct val="125000"/>
              </ns1:lnSpc>
              <ns1:buNone/>
              <ns1:defRPr sz="788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88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CREATE THE NEXT.</ns1:t>
            </ns1:r>
          </ns1:p>
        </ns0:txBody>
      </ns0:sp>
      <ns0:sp>
        <ns0:nvSpPr>
          <ns0:cNvPr id="7" name="trace:S11:content.auto.3">
            <ns1:extLst>
              <ns1:ext uri="{FF2B5EF4-FFF2-40B4-BE49-F238E27FC236}">
                <ns2:creationId id="{8844E51C-344E-4711-99DA-F1300DBE8AE4}"/>
              </ns1:ext>
            </ns1:extLst>
          </ns0:cNvPr>
          <ns0:cNvSpPr>
            <ns1:spLocks noGrp="1"/>
          </ns0:cNvSpPr>
          <ns0:nvPr/>
        </ns0:nvSpPr>
        <ns0:spPr>
          <ns1:xfrm>
            <ns1:off x="13887450" y="847725"/>
            <ns1:ext cx="1657350" cy="0"/>
          </ns1:xfrm>
          <ns1:prstGeom prst="line">
            <ns1:avLst/>
          </ns1:prstGeom>
          <ns1:ln w="9525">
            <ns1:solidFill>
              <ns1:srgbClr val="111820"/>
            </ns1:solidFill>
            <ns1:prstDash val="solid"/>
          </ns1:ln>
        </ns0:spPr>
      </ns0:sp>
      <ns0:sp>
        <ns0:nvSpPr>
          <ns0:cNvPr id="8" name="trace:S11:content.auto.4">
            <ns1:extLst>
              <ns1:ext uri="{FF2B5EF4-FFF2-40B4-BE49-F238E27FC236}">
                <ns2:creationId id="{B171AB4D-062D-4065-97B6-52855F3C618D}"/>
              </ns1:ext>
            </ns1:extLst>
          </ns0:cNvPr>
          <ns0:cNvSpPr>
            <ns1:spLocks noGrp="1"/>
          </ns0:cNvSpPr>
          <ns0:nvPr/>
        </ns0:nvSpPr>
        <ns0:spPr>
          <ns1:xfrm>
            <ns1:off x="13887450" y="847725"/>
            <ns1:ext cx="400050" cy="0"/>
          </ns1:xfrm>
          <ns1:prstGeom prst="line">
            <ns1:avLst/>
          </ns1:prstGeom>
          <ns1:ln w="19050">
            <ns1:solidFill>
              <ns1:srgbClr val="E51B23"/>
            </ns1:solidFill>
            <ns1:prstDash val="solid"/>
          </ns1:ln>
        </ns0:spPr>
      </ns0:sp>
      <ns0:sp>
        <ns0:nvSpPr>
          <ns0:cNvPr id="9" name="trace:S11:content.auto.5">
            <ns1:extLst>
              <ns1:ext uri="{FF2B5EF4-FFF2-40B4-BE49-F238E27FC236}">
                <ns2:creationId id="{27714D15-215A-42DA-A4A1-FDFF71E97DA6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723900"/>
            <ns1:ext cx="4524375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4050" b="1">
                <ns1:solidFill>
                  <ns1:srgbClr val="E5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4050" b="1">
                <ns1:solidFill>
                  <ns1:srgbClr val="E51B23"/>
                </ns1:solidFill>
                <ns1:latin typeface="Yu Gothic"/>
                <ns1:ea typeface="Yu Gothic"/>
                <ns1:cs typeface="Yu Gothic"/>
              </ns1:rPr>
              <ns1:t>今後の進め方</ns1:t>
            </ns1:r>
          </ns1:p>
        </ns0:txBody>
      </ns0:sp>
      <ns0:sp>
        <ns0:nvSpPr>
          <ns0:cNvPr id="10" name="trace:S11:content.auto.6">
            <ns1:extLst>
              <ns1:ext uri="{FF2B5EF4-FFF2-40B4-BE49-F238E27FC236}">
                <ns2:creationId id="{1D5EAF4D-E889-4683-90F8-3CB16EE194D8}"/>
              </ns1:ext>
            </ns1:extLst>
          </ns0:cNvPr>
          <ns0:cNvSpPr>
            <ns1:spLocks noGrp="1"/>
          </ns0:cNvSpPr>
          <ns0:nvPr/>
        </ns0:nvSpPr>
        <ns0:spPr>
          <ns1:xfrm>
            <ns1:off x="3714750" y="723900"/>
            <ns1:ext cx="533400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40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40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とご判断事項</ns1:t>
            </ns1:r>
          </ns1:p>
        </ns0:txBody>
      </ns0:sp>
      <ns0:sp>
        <ns0:nvSpPr>
          <ns0:cNvPr id="11" name="trace:S11:title.primary">
            <ns1:extLst>
              <ns1:ext uri="{FF2B5EF4-FFF2-40B4-BE49-F238E27FC236}">
                <ns2:creationId id="{65BA9D12-B81B-4419-BF41-CC05DD59A4D5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743075"/>
            <ns1:ext cx="90487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18000"/>
              </ns1:lnSpc>
              <ns1:buNone/>
              <ns1:defRPr sz="187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明確な意思決定のプロセスと次のアクションにより、</ns1:t>
            </ns1:r>
          </ns1:p>
          <ns1:p>
            <ns1:pPr algn="l">
              <ns1:lnSpc>
                <ns1:spcPct val="118000"/>
              </ns1:lnSpc>
              <ns1:buNone/>
              <ns1:defRPr sz="187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ご合意から実行までをスムーズに進めることができます。</ns1:t>
            </ns1:r>
          </ns1:p>
        </ns0:txBody>
      </ns0:sp>
      <ns0:sp>
        <ns0:nvSpPr>
          <ns0:cNvPr id="12" name="trace:S11:content.auto.7">
            <ns1:extLst>
              <ns1:ext uri="{FF2B5EF4-FFF2-40B4-BE49-F238E27FC236}">
                <ns2:creationId id="{C062946D-FFD3-44CD-9ACD-B509A6F987BF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771775"/>
            <ns1:ext cx="476250" cy="0"/>
          </ns1:xfrm>
          <ns1:prstGeom prst="line">
            <ns1:avLst/>
          </ns1:prstGeom>
          <ns1:ln w="38100">
            <ns1:solidFill>
              <ns1:srgbClr val="E51B23"/>
            </ns1:solidFill>
            <ns1:prstDash val="solid"/>
          </ns1:ln>
        </ns0:spPr>
      </ns0:sp>
      <ns0:sp>
        <ns0:nvSpPr>
          <ns0:cNvPr id="13" name="trace:S11:title.primary.2">
            <ns1:extLst>
              <ns1:ext uri="{FF2B5EF4-FFF2-40B4-BE49-F238E27FC236}">
                <ns2:creationId id="{2B6BAA7E-08D8-44C7-95E1-364CD0A77804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647950"/>
            <ns1:ext cx="40957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80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今後の進め方（想定スケジュール）</ns1:t>
            </ns1:r>
          </ns1:p>
        </ns0:txBody>
      </ns0:sp>
      <ns0:sp>
        <ns0:nvSpPr>
          <ns0:cNvPr id="14" name="trace:S11:content.auto.8">
            <ns1:extLst>
              <ns1:ext uri="{FF2B5EF4-FFF2-40B4-BE49-F238E27FC236}">
                <ns2:creationId id="{91B3E6F1-7C06-4B2C-A326-4F86DDDD0237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048000"/>
            <ns1:ext cx="3048000" cy="2009775"/>
          </ns1:xfrm>
          <ns1:custGeom>
            <ns1:pathLst>
              <ns1:path w="3048000" h="2009775">
                <ns1:moveTo>
                  <ns1:pt x="0" y="0"/>
                </ns1:moveTo>
                <ns1:lnTo>
                  <ns1:pt x="2590800" y="0"/>
                </ns1:lnTo>
                <ns1:lnTo>
                  <ns1:pt x="3048000" y="1004888"/>
                </ns1:lnTo>
                <ns1:lnTo>
                  <ns1:pt x="2590800" y="2009775"/>
                </ns1:lnTo>
                <ns1:lnTo>
                  <ns1:pt x="0" y="2009775"/>
                </ns1:lnTo>
                <ns1:lnTo>
                  <ns1:pt x="438150" y="1004888"/>
                </ns1:lnTo>
                <ns1:close/>
              </ns1:path>
            </ns1:pathLst>
          </ns1:cu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15" name="trace:S11:content.auto.9">
            <ns1:extLst>
              <ns1:ext uri="{FF2B5EF4-FFF2-40B4-BE49-F238E27FC236}">
                <ns2:creationId id="{C567B8E6-21E3-44A7-A7E5-8401CB130E64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21945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87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16" name="trace:S11:content.auto.10">
            <ns1:extLst>
              <ns1:ext uri="{FF2B5EF4-FFF2-40B4-BE49-F238E27FC236}">
                <ns2:creationId id="{E2A99FAF-5A63-44DA-882A-04536D530059}"/>
              </ns1:ext>
            </ns1:extLst>
          </ns0:cNvPr>
          <ns0:cNvSpPr>
            <ns1:spLocks noGrp="1"/>
          </ns0:cNvSpPr>
          <ns0:nvPr/>
        </ns0:nvSpPr>
        <ns0:spPr>
          <ns1:xfrm>
            <ns1:off x="1752600" y="3276600"/>
            <ns1:ext cx="356235" cy="440055"/>
          </ns1:xfrm>
          <ns1:prstGeom prst="rect">
            <ns1:avLst/>
          </ns1:prstGeom>
          <ns1:noFill/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17" name="trace:S11:content.auto.11">
            <ns1:extLst>
              <ns1:ext uri="{FF2B5EF4-FFF2-40B4-BE49-F238E27FC236}">
                <ns2:creationId id="{DE1329D2-233D-48E6-B92F-4AA91DA39EBB}"/>
              </ns1:ext>
            </ns1:extLst>
          </ns0:cNvPr>
          <ns0:cNvSpPr>
            <ns1:spLocks noGrp="1"/>
          </ns0:cNvSpPr>
          <ns0:nvPr/>
        </ns0:nvSpPr>
        <ns0:spPr>
          <ns1:xfrm>
            <ns1:off x="1836420" y="3412808"/>
            <ns1:ext cx="188595" cy="0"/>
          </ns1:xfrm>
          <ns1:prstGeom prst="line">
            <ns1:avLst/>
          </ns1:prstGeom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18" name="trace:S11:content.auto.12">
            <ns1:extLst>
              <ns1:ext uri="{FF2B5EF4-FFF2-40B4-BE49-F238E27FC236}">
                <ns2:creationId id="{A3307CBA-BF97-4B83-858C-B2ABC890D002}"/>
              </ns1:ext>
            </ns1:extLst>
          </ns0:cNvPr>
          <ns0:cNvSpPr>
            <ns1:spLocks noGrp="1"/>
          </ns0:cNvSpPr>
          <ns0:nvPr/>
        </ns0:nvSpPr>
        <ns0:spPr>
          <ns1:xfrm>
            <ns1:off x="1836420" y="3507105"/>
            <ns1:ext cx="188595" cy="0"/>
          </ns1:xfrm>
          <ns1:prstGeom prst="line">
            <ns1:avLst/>
          </ns1:prstGeom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19" name="trace:S11:content.auto.13">
            <ns1:extLst>
              <ns1:ext uri="{FF2B5EF4-FFF2-40B4-BE49-F238E27FC236}">
                <ns2:creationId id="{F8B97A16-342E-4DD2-AFCF-3A0104E5DE8D}"/>
              </ns1:ext>
            </ns1:extLst>
          </ns0:cNvPr>
          <ns0:cNvSpPr>
            <ns1:spLocks noGrp="1"/>
          </ns0:cNvSpPr>
          <ns0:nvPr/>
        </ns0:nvSpPr>
        <ns0:spPr>
          <ns1:xfrm>
            <ns1:off x="1836420" y="3601403"/>
            <ns1:ext cx="136208" cy="0"/>
          </ns1:xfrm>
          <ns1:prstGeom prst="line">
            <ns1:avLst/>
          </ns1:prstGeom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20" name="trace:S11:content.auto.14">
            <ns1:extLst>
              <ns1:ext uri="{FF2B5EF4-FFF2-40B4-BE49-F238E27FC236}">
                <ns2:creationId id="{DA4E3586-F132-4ECD-A595-52D4F7D59D63}"/>
              </ns1:ext>
            </ns1:extLst>
          </ns0:cNvPr>
          <ns0:cNvSpPr>
            <ns1:spLocks noGrp="1"/>
          </ns0:cNvSpPr>
          <ns0:nvPr/>
        </ns0:nvSpPr>
        <ns0:spPr>
          <ns1:xfrm>
            <ns1:off x="1993583" y="3569970"/>
            <ns1:ext cx="188595" cy="188595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21" name="trace:S11:content.auto.15">
            <ns1:extLst>
              <ns1:ext uri="{FF2B5EF4-FFF2-40B4-BE49-F238E27FC236}">
                <ns2:creationId id="{A07DCCBD-495B-4FD7-8205-EE83FF6DA24E}"/>
              </ns1:ext>
            </ns1:extLst>
          </ns0:cNvPr>
          <ns0:cNvSpPr>
            <ns1:spLocks noGrp="1"/>
          </ns0:cNvSpPr>
          <ns0:nvPr/>
        </ns0:nvSpPr>
        <ns0:spPr>
          <ns1:xfrm>
            <ns1:off x="2140268" y="3716655"/>
            <ns1:ext cx="94298" cy="94298"/>
          </ns1:xfrm>
          <ns1:prstGeom prst="line">
            <ns1:avLst/>
          </ns1:prstGeom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22" name="trace:S11:content.auto.16">
            <ns1:extLst>
              <ns1:ext uri="{FF2B5EF4-FFF2-40B4-BE49-F238E27FC236}">
                <ns2:creationId id="{FB8F9D37-511D-483B-8A9C-9A7946FFD523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3914775"/>
            <ns1:ext cx="19526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9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現状共有</ns1:t>
            </ns1:r>
          </ns1:p>
        </ns0:txBody>
      </ns0:sp>
      <ns0:sp>
        <ns0:nvSpPr>
          <ns0:cNvPr id="23" name="trace:S11:lead">
            <ns1:extLst>
              <ns1:ext uri="{FF2B5EF4-FFF2-40B4-BE49-F238E27FC236}">
                <ns2:creationId id="{A37FC956-2609-41E2-9A2D-1E97D5B5F215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" y="4257675"/>
            <ns1:ext cx="2143125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改めて現状の課題や</ns1:t>
            </ns1:r>
          </ns1:p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目的を共有し、</ns1:t>
            </ns1:r>
          </ns1:p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認識をすり合わせます。</ns1:t>
            </ns1:r>
          </ns1:p>
        </ns0:txBody>
      </ns0:sp>
      <ns0:sp>
        <ns0:nvSpPr>
          <ns0:cNvPr id="24" name="trace:S11:content.auto.17">
            <ns1:extLst>
              <ns1:ext uri="{FF2B5EF4-FFF2-40B4-BE49-F238E27FC236}">
                <ns2:creationId id="{043293DF-7597-4C6B-8EF5-E6F97805EF49}"/>
              </ns1:ext>
            </ns1:extLst>
          </ns0:cNvPr>
          <ns0:cNvSpPr>
            <ns1:spLocks noGrp="1"/>
          </ns0:cNvSpPr>
          <ns0:nvPr/>
        </ns0:nvSpPr>
        <ns0:spPr>
          <ns1:xfrm>
            <ns1:off x="3048000" y="3048000"/>
            <ns1:ext cx="3048000" cy="2009775"/>
          </ns1:xfrm>
          <ns1:custGeom>
            <ns1:pathLst>
              <ns1:path w="3048000" h="2009775">
                <ns1:moveTo>
                  <ns1:pt x="0" y="0"/>
                </ns1:moveTo>
                <ns1:lnTo>
                  <ns1:pt x="2590800" y="0"/>
                </ns1:lnTo>
                <ns1:lnTo>
                  <ns1:pt x="3048000" y="1004888"/>
                </ns1:lnTo>
                <ns1:lnTo>
                  <ns1:pt x="2590800" y="2009775"/>
                </ns1:lnTo>
                <ns1:lnTo>
                  <ns1:pt x="0" y="2009775"/>
                </ns1:lnTo>
                <ns1:lnTo>
                  <ns1:pt x="438150" y="1004888"/>
                </ns1:lnTo>
                <ns1:close/>
              </ns1:path>
            </ns1:pathLst>
          </ns1:custGeom>
          <ns1:solidFill>
            <ns1:srgbClr val="E8F0F5"/>
          </ns1:solidFill>
          <ns1:ln w="0">
            <ns1:noFill/>
            <ns1:prstDash val="solid"/>
          </ns1:ln>
        </ns0:spPr>
      </ns0:sp>
      <ns0:sp>
        <ns0:nvSpPr>
          <ns0:cNvPr id="25" name="trace:S11:content.auto.18">
            <ns1:extLst>
              <ns1:ext uri="{FF2B5EF4-FFF2-40B4-BE49-F238E27FC236}">
                <ns2:creationId id="{0F830870-086A-4932-BA8A-FB39250CC717}"/>
              </ns1:ext>
            </ns1:extLst>
          </ns0:cNvPr>
          <ns0:cNvSpPr>
            <ns1:spLocks noGrp="1"/>
          </ns0:cNvSpPr>
          <ns0:nvPr/>
        </ns0:nvSpPr>
        <ns0:spPr>
          <ns1:xfrm>
            <ns1:off x="3286125" y="321945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87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26" name="trace:S11:content.auto.19">
            <ns1:extLst>
              <ns1:ext uri="{FF2B5EF4-FFF2-40B4-BE49-F238E27FC236}">
                <ns2:creationId id="{3A699A01-D25D-4884-86DB-669D440FC2FF}"/>
              </ns1:ext>
            </ns1:extLst>
          </ns0:cNvPr>
          <ns0:cNvSpPr>
            <ns1:spLocks noGrp="1"/>
          </ns0:cNvSpPr>
          <ns0:nvPr/>
        </ns0:nvSpPr>
        <ns0:spPr>
          <ns1:xfrm>
            <ns1:off x="4314825" y="3333750"/>
            <ns1:ext cx="361950" cy="361950"/>
          </ns1:xfrm>
          <ns1:prstGeom prst="ellipse">
            <ns1:avLst/>
          </ns1:prstGeom>
          <ns1:noFill/>
          <ns1:ln w="28575">
            <ns1:solidFill>
              <ns1:srgbClr val="142D43"/>
            </ns1:solidFill>
            <ns1:prstDash val="solid"/>
          </ns1:ln>
        </ns0:spPr>
      </ns0:sp>
      <ns0:sp>
        <ns0:nvSpPr>
          <ns0:cNvPr id="27" name="trace:S11:content.auto.20">
            <ns1:extLst>
              <ns1:ext uri="{FF2B5EF4-FFF2-40B4-BE49-F238E27FC236}">
                <ns2:creationId id="{8C8C573C-3279-4077-B92B-90582524DA5F}"/>
              </ns1:ext>
            </ns1:extLst>
          </ns0:cNvPr>
          <ns0:cNvSpPr>
            <ns1:spLocks noGrp="1"/>
          </ns0:cNvSpPr>
          <ns0:nvPr/>
        </ns0:nvSpPr>
        <ns0:spPr>
          <ns1:xfrm>
            <ns1:off x="4438650" y="3267075"/>
            <ns1:ext cx="76200" cy="114300"/>
          </ns1:xfrm>
          <ns1:prstGeom prst="rect">
            <ns1:avLst/>
          </ns1:prstGeom>
          <ns1:solidFill>
            <ns1:srgbClr val="142D43"/>
          </ns1:solidFill>
          <ns1:ln w="0">
            <ns1:noFill/>
            <ns1:prstDash val="solid"/>
          </ns1:ln>
        </ns0:spPr>
      </ns0:sp>
      <ns0:sp>
        <ns0:nvSpPr>
          <ns0:cNvPr id="28" name="trace:S11:content.auto.21">
            <ns1:extLst>
              <ns1:ext uri="{FF2B5EF4-FFF2-40B4-BE49-F238E27FC236}">
                <ns2:creationId id="{E0303433-0D2C-49B3-8F06-8AF9714F4421}"/>
              </ns1:ext>
            </ns1:extLst>
          </ns0:cNvPr>
          <ns0:cNvSpPr>
            <ns1:spLocks noGrp="1"/>
          </ns0:cNvSpPr>
          <ns0:nvPr/>
        </ns0:nvSpPr>
        <ns0:spPr>
          <ns1:xfrm>
            <ns1:off x="4438650" y="3648075"/>
            <ns1:ext cx="76200" cy="114300"/>
          </ns1:xfrm>
          <ns1:prstGeom prst="rect">
            <ns1:avLst/>
          </ns1:prstGeom>
          <ns1:solidFill>
            <ns1:srgbClr val="142D43"/>
          </ns1:solidFill>
          <ns1:ln w="0">
            <ns1:noFill/>
            <ns1:prstDash val="solid"/>
          </ns1:ln>
        </ns0:spPr>
      </ns0:sp>
      <ns0:sp>
        <ns0:nvSpPr>
          <ns0:cNvPr id="29" name="trace:S11:content.auto.22">
            <ns1:extLst>
              <ns1:ext uri="{FF2B5EF4-FFF2-40B4-BE49-F238E27FC236}">
                <ns2:creationId id="{75510022-FC80-46EC-83A4-275EEF1B2C84}"/>
              </ns1:ext>
            </ns1:extLst>
          </ns0:cNvPr>
          <ns0:cNvSpPr>
            <ns1:spLocks noGrp="1"/>
          </ns0:cNvSpPr>
          <ns0:nvPr/>
        </ns0:nvSpPr>
        <ns0:spPr>
          <ns1:xfrm>
            <ns1:off x="4248150" y="3457575"/>
            <ns1:ext cx="114300" cy="76200"/>
          </ns1:xfrm>
          <ns1:prstGeom prst="rect">
            <ns1:avLst/>
          </ns1:prstGeom>
          <ns1:solidFill>
            <ns1:srgbClr val="142D43"/>
          </ns1:solidFill>
          <ns1:ln w="0">
            <ns1:noFill/>
            <ns1:prstDash val="solid"/>
          </ns1:ln>
        </ns0:spPr>
      </ns0:sp>
      <ns0:sp>
        <ns0:nvSpPr>
          <ns0:cNvPr id="30" name="trace:S11:content.auto.23">
            <ns1:extLst>
              <ns1:ext uri="{FF2B5EF4-FFF2-40B4-BE49-F238E27FC236}">
                <ns2:creationId id="{28D7797E-09B0-4B22-887D-174AFD0FAEB7}"/>
              </ns1:ext>
            </ns1:extLst>
          </ns0:cNvPr>
          <ns0:cNvSpPr>
            <ns1:spLocks noGrp="1"/>
          </ns0:cNvSpPr>
          <ns0:nvPr/>
        </ns0:nvSpPr>
        <ns0:spPr>
          <ns1:xfrm>
            <ns1:off x="4629150" y="3457575"/>
            <ns1:ext cx="114300" cy="76200"/>
          </ns1:xfrm>
          <ns1:prstGeom prst="rect">
            <ns1:avLst/>
          </ns1:prstGeom>
          <ns1:solidFill>
            <ns1:srgbClr val="142D43"/>
          </ns1:solidFill>
          <ns1:ln w="0">
            <ns1:noFill/>
            <ns1:prstDash val="solid"/>
          </ns1:ln>
        </ns0:spPr>
      </ns0:sp>
      <ns0:sp>
        <ns0:nvSpPr>
          <ns0:cNvPr id="31" name="trace:S11:content.auto.24">
            <ns1:extLst>
              <ns1:ext uri="{FF2B5EF4-FFF2-40B4-BE49-F238E27FC236}">
                <ns2:creationId id="{B13397FA-A0D8-4EBD-A11A-B7E123C72322}"/>
              </ns1:ext>
            </ns1:extLst>
          </ns0:cNvPr>
          <ns0:cNvSpPr>
            <ns1:spLocks noGrp="1"/>
          </ns0:cNvSpPr>
          <ns0:nvPr/>
        </ns0:nvSpPr>
        <ns0:spPr>
          <ns1:xfrm>
            <ns1:off x="4295775" y="3314700"/>
            <ns1:ext cx="85725" cy="85725"/>
          </ns1:xfrm>
          <ns1:prstGeom prst="rect">
            <ns1:avLst/>
          </ns1:prstGeom>
          <ns1:solidFill>
            <ns1:srgbClr val="142D43"/>
          </ns1:solidFill>
          <ns1:ln w="0">
            <ns1:noFill/>
            <ns1:prstDash val="solid"/>
          </ns1:ln>
        </ns0:spPr>
      </ns0:sp>
      <ns0:sp>
        <ns0:nvSpPr>
          <ns0:cNvPr id="32" name="trace:S11:content.auto.25">
            <ns1:extLst>
              <ns1:ext uri="{FF2B5EF4-FFF2-40B4-BE49-F238E27FC236}">
                <ns2:creationId id="{F2A81149-86FD-4324-B6B5-E814AFE0C80B}"/>
              </ns1:ext>
            </ns1:extLst>
          </ns0:cNvPr>
          <ns0:cNvSpPr>
            <ns1:spLocks noGrp="1"/>
          </ns0:cNvSpPr>
          <ns0:nvPr/>
        </ns0:nvSpPr>
        <ns0:spPr>
          <ns1:xfrm>
            <ns1:off x="4610100" y="3314700"/>
            <ns1:ext cx="85725" cy="85725"/>
          </ns1:xfrm>
          <ns1:prstGeom prst="rect">
            <ns1:avLst/>
          </ns1:prstGeom>
          <ns1:solidFill>
            <ns1:srgbClr val="142D43"/>
          </ns1:solidFill>
          <ns1:ln w="0">
            <ns1:noFill/>
            <ns1:prstDash val="solid"/>
          </ns1:ln>
        </ns0:spPr>
      </ns0:sp>
      <ns0:sp>
        <ns0:nvSpPr>
          <ns0:cNvPr id="33" name="trace:S11:content.auto.26">
            <ns1:extLst>
              <ns1:ext uri="{FF2B5EF4-FFF2-40B4-BE49-F238E27FC236}">
                <ns2:creationId id="{FD8B09BA-10E5-40EB-A4C9-57EBC1A2A688}"/>
              </ns1:ext>
            </ns1:extLst>
          </ns0:cNvPr>
          <ns0:cNvSpPr>
            <ns1:spLocks noGrp="1"/>
          </ns0:cNvSpPr>
          <ns0:nvPr/>
        </ns0:nvSpPr>
        <ns0:spPr>
          <ns1:xfrm>
            <ns1:off x="4295775" y="3629025"/>
            <ns1:ext cx="85725" cy="85725"/>
          </ns1:xfrm>
          <ns1:prstGeom prst="rect">
            <ns1:avLst/>
          </ns1:prstGeom>
          <ns1:solidFill>
            <ns1:srgbClr val="142D43"/>
          </ns1:solidFill>
          <ns1:ln w="0">
            <ns1:noFill/>
            <ns1:prstDash val="solid"/>
          </ns1:ln>
        </ns0:spPr>
      </ns0:sp>
      <ns0:sp>
        <ns0:nvSpPr>
          <ns0:cNvPr id="34" name="trace:S11:content.auto.27">
            <ns1:extLst>
              <ns1:ext uri="{FF2B5EF4-FFF2-40B4-BE49-F238E27FC236}">
                <ns2:creationId id="{6ADBC8BF-1397-4C68-8E96-10EC8955B9B8}"/>
              </ns1:ext>
            </ns1:extLst>
          </ns0:cNvPr>
          <ns0:cNvSpPr>
            <ns1:spLocks noGrp="1"/>
          </ns0:cNvSpPr>
          <ns0:nvPr/>
        </ns0:nvSpPr>
        <ns0:spPr>
          <ns1:xfrm>
            <ns1:off x="4610100" y="3629025"/>
            <ns1:ext cx="85725" cy="85725"/>
          </ns1:xfrm>
          <ns1:prstGeom prst="rect">
            <ns1:avLst/>
          </ns1:prstGeom>
          <ns1:solidFill>
            <ns1:srgbClr val="142D43"/>
          </ns1:solidFill>
          <ns1:ln w="0">
            <ns1:noFill/>
            <ns1:prstDash val="solid"/>
          </ns1:ln>
        </ns0:spPr>
      </ns0:sp>
      <ns0:sp>
        <ns0:nvSpPr>
          <ns0:cNvPr id="35" name="trace:S11:content.auto.28">
            <ns1:extLst>
              <ns1:ext uri="{FF2B5EF4-FFF2-40B4-BE49-F238E27FC236}">
                <ns2:creationId id="{C3B3ED41-C539-4469-943B-FF5C7761E62F}"/>
              </ns1:ext>
            </ns1:extLst>
          </ns0:cNvPr>
          <ns0:cNvSpPr>
            <ns1:spLocks noGrp="1"/>
          </ns0:cNvSpPr>
          <ns0:nvPr/>
        </ns0:nvSpPr>
        <ns0:spPr>
          <ns1:xfrm>
            <ns1:off x="4429125" y="3448050"/>
            <ns1:ext cx="95250" cy="95250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36" name="trace:S11:content.auto.29">
            <ns1:extLst>
              <ns1:ext uri="{FF2B5EF4-FFF2-40B4-BE49-F238E27FC236}">
                <ns2:creationId id="{AAC5A5F2-77AB-4676-BE7A-2D7F10837675}"/>
              </ns1:ext>
            </ns1:extLst>
          </ns0:cNvPr>
          <ns0:cNvSpPr>
            <ns1:spLocks noGrp="1"/>
          </ns0:cNvSpPr>
          <ns0:nvPr/>
        </ns0:nvSpPr>
        <ns0:spPr>
          <ns1:xfrm>
            <ns1:off x="3771900" y="3914775"/>
            <ns1:ext cx="19526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9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要件確認</ns1:t>
            </ns1:r>
          </ns1:p>
        </ns0:txBody>
      </ns0:sp>
      <ns0:sp>
        <ns0:nvSpPr>
          <ns0:cNvPr id="37" name="trace:S11:lead.2">
            <ns1:extLst>
              <ns1:ext uri="{FF2B5EF4-FFF2-40B4-BE49-F238E27FC236}">
                <ns2:creationId id="{71BDBECB-009F-4955-80F9-3C9BEAD890E0}"/>
              </ns1:ext>
            </ns1:extLst>
          </ns0:cNvPr>
          <ns0:cNvSpPr>
            <ns1:spLocks noGrp="1"/>
          </ns0:cNvSpPr>
          <ns0:nvPr/>
        </ns0:nvSpPr>
        <ns0:spPr>
          <ns1:xfrm>
            <ns1:off x="3581400" y="4257675"/>
            <ns1:ext cx="2143125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具体的な要件や</ns1:t>
            </ns1:r>
          </ns1:p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優先順位を整理し、</ns1:t>
            </ns1:r>
          </ns1:p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提案内容に反映します。</ns1:t>
            </ns1:r>
          </ns1:p>
        </ns0:txBody>
      </ns0:sp>
      <ns0:sp>
        <ns0:nvSpPr>
          <ns0:cNvPr id="38" name="trace:S11:content.auto.30">
            <ns1:extLst>
              <ns1:ext uri="{FF2B5EF4-FFF2-40B4-BE49-F238E27FC236}">
                <ns2:creationId id="{7A382FFB-3221-4A59-805B-E9674FD422FC}"/>
              </ns1:ext>
            </ns1:extLst>
          </ns0:cNvPr>
          <ns0:cNvSpPr>
            <ns1:spLocks noGrp="1"/>
          </ns0:cNvSpPr>
          <ns0:nvPr/>
        </ns0:nvSpPr>
        <ns0:spPr>
          <ns1:xfrm>
            <ns1:off x="5619750" y="3048000"/>
            <ns1:ext cx="3048000" cy="2009775"/>
          </ns1:xfrm>
          <ns1:custGeom>
            <ns1:pathLst>
              <ns1:path w="3048000" h="2009775">
                <ns1:moveTo>
                  <ns1:pt x="0" y="0"/>
                </ns1:moveTo>
                <ns1:lnTo>
                  <ns1:pt x="2590800" y="0"/>
                </ns1:lnTo>
                <ns1:lnTo>
                  <ns1:pt x="3048000" y="1004888"/>
                </ns1:lnTo>
                <ns1:lnTo>
                  <ns1:pt x="2590800" y="2009775"/>
                </ns1:lnTo>
                <ns1:lnTo>
                  <ns1:pt x="0" y="2009775"/>
                </ns1:lnTo>
                <ns1:lnTo>
                  <ns1:pt x="438150" y="1004888"/>
                </ns1:lnTo>
                <ns1:close/>
              </ns1:path>
            </ns1:pathLst>
          </ns1:custGeom>
          <ns1:solidFill>
            <ns1:srgbClr val="FBEAEC"/>
          </ns1:solidFill>
          <ns1:ln w="0">
            <ns1:noFill/>
            <ns1:prstDash val="solid"/>
          </ns1:ln>
        </ns0:spPr>
      </ns0:sp>
      <ns0:sp>
        <ns0:nvSpPr>
          <ns0:cNvPr id="39" name="trace:S11:content.auto.31">
            <ns1:extLst>
              <ns1:ext uri="{FF2B5EF4-FFF2-40B4-BE49-F238E27FC236}">
                <ns2:creationId id="{41D306ED-A89F-42FD-82DE-CBC6DE64BF16}"/>
              </ns1:ext>
            </ns1:extLst>
          </ns0:cNvPr>
          <ns0:cNvSpPr>
            <ns1:spLocks noGrp="1"/>
          </ns0:cNvSpPr>
          <ns0:nvPr/>
        </ns0:nvSpPr>
        <ns0:spPr>
          <ns1:xfrm>
            <ns1:off x="5857875" y="321945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87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40" name="trace:S11:content.auto.32">
            <ns1:extLst>
              <ns1:ext uri="{FF2B5EF4-FFF2-40B4-BE49-F238E27FC236}">
                <ns2:creationId id="{1858DBED-8912-47B2-83DF-F85F48F0D20B}"/>
              </ns1:ext>
            </ns1:extLst>
          </ns0:cNvPr>
          <ns0:cNvSpPr>
            <ns1:spLocks noGrp="1"/>
          </ns0:cNvSpPr>
          <ns0:nvPr/>
        </ns0:nvSpPr>
        <ns0:spPr>
          <ns1:xfrm>
            <ns1:off x="6829425" y="3267075"/>
            <ns1:ext cx="350044" cy="440055"/>
          </ns1:xfrm>
          <ns1:prstGeom prst="rect">
            <ns1:avLst/>
          </ns1:prstGeom>
          <ns1:noFill/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41" name="trace:S11:content.auto.33">
            <ns1:extLst>
              <ns1:ext uri="{FF2B5EF4-FFF2-40B4-BE49-F238E27FC236}">
                <ns2:creationId id="{E4377767-7A59-4618-BE64-8DF0134E2388}"/>
              </ns1:ext>
            </ns1:extLst>
          </ns0:cNvPr>
          <ns0:cNvSpPr>
            <ns1:spLocks noGrp="1"/>
          </ns0:cNvSpPr>
          <ns0:nvPr/>
        </ns0:nvSpPr>
        <ns0:spPr>
          <ns1:xfrm>
            <ns1:off x="6909435" y="3407093"/>
            <ns1:ext cx="190024" cy="0"/>
          </ns1:xfrm>
          <ns1:prstGeom prst="line">
            <ns1:avLst/>
          </ns1:prstGeom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42" name="trace:S11:content.auto.34">
            <ns1:extLst>
              <ns1:ext uri="{FF2B5EF4-FFF2-40B4-BE49-F238E27FC236}">
                <ns2:creationId id="{A6D1E51D-9712-48E5-85F9-CD4161E51E6A}"/>
              </ns1:ext>
            </ns1:extLst>
          </ns0:cNvPr>
          <ns0:cNvSpPr>
            <ns1:spLocks noGrp="1"/>
          </ns0:cNvSpPr>
          <ns0:nvPr/>
        </ns0:nvSpPr>
        <ns0:spPr>
          <ns1:xfrm>
            <ns1:off x="6909435" y="3497104"/>
            <ns1:ext cx="190024" cy="0"/>
          </ns1:xfrm>
          <ns1:prstGeom prst="line">
            <ns1:avLst/>
          </ns1:prstGeom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43" name="trace:S11:content.auto.35">
            <ns1:extLst>
              <ns1:ext uri="{FF2B5EF4-FFF2-40B4-BE49-F238E27FC236}">
                <ns2:creationId id="{6B211408-6AF3-4543-9CEE-05B37342D19D}"/>
              </ns1:ext>
            </ns1:extLst>
          </ns0:cNvPr>
          <ns0:cNvSpPr>
            <ns1:spLocks noGrp="1"/>
          </ns0:cNvSpPr>
          <ns0:nvPr/>
        </ns0:nvSpPr>
        <ns0:spPr>
          <ns1:xfrm>
            <ns1:off x="6909435" y="3587115"/>
            <ns1:ext cx="110014" cy="0"/>
          </ns1:xfrm>
          <ns1:prstGeom prst="line">
            <ns1:avLst/>
          </ns1:prstGeom>
          <ns1:ln w="19050">
            <ns1:solidFill>
              <ns1:srgbClr val="142D43"/>
            </ns1:solidFill>
            <ns1:prstDash val="solid"/>
          </ns1:ln>
        </ns0:spPr>
      </ns0:sp>
      <ns0:sp>
        <ns0:nvSpPr>
          <ns0:cNvPr id="44" name="trace:S11:content.auto.36">
            <ns1:extLst>
              <ns1:ext uri="{FF2B5EF4-FFF2-40B4-BE49-F238E27FC236}">
                <ns2:creationId id="{8E3637A4-DAF5-41AA-8D70-CBB4D9D93DAC}"/>
              </ns1:ext>
            </ns1:extLst>
          </ns0:cNvPr>
          <ns0:cNvSpPr>
            <ns1:spLocks noGrp="1"/>
          </ns0:cNvSpPr>
          <ns0:nvPr/>
        </ns0:nvSpPr>
        <ns0:spPr>
          <ns1:xfrm>
            <ns1:off x="7119461" y="3447098"/>
            <ns1:ext cx="170021" cy="170021"/>
          </ns1:xfrm>
          <ns1:prstGeom prst="line">
            <ns1:avLst/>
          </ns1:prstGeom>
          <ns1:ln w="28575">
            <ns1:solidFill>
              <ns1:srgbClr val="142D43"/>
            </ns1:solidFill>
            <ns1:prstDash val="solid"/>
          </ns1:ln>
        </ns0:spPr>
      </ns0:sp>
      <ns0:sp>
        <ns0:nvSpPr>
          <ns0:cNvPr id="45" name="trace:S11:content.auto.37">
            <ns1:extLst>
              <ns1:ext uri="{FF2B5EF4-FFF2-40B4-BE49-F238E27FC236}">
                <ns2:creationId id="{7B717629-5EF1-413F-89F5-1E3AD7ECDBD7}"/>
              </ns1:ext>
            </ns1:extLst>
          </ns0:cNvPr>
          <ns0:cNvSpPr>
            <ns1:spLocks noGrp="1"/>
          </ns0:cNvSpPr>
          <ns0:nvPr/>
        </ns0:nvSpPr>
        <ns0:spPr>
          <ns1:xfrm>
            <ns1:off x="7099459" y="3607118"/>
            <ns1:ext cx="40005" cy="40005"/>
          </ns1:xfrm>
          <ns1:prstGeom prst="line">
            <ns1:avLst/>
          </ns1:prstGeom>
          <ns1:ln w="28575">
            <ns1:solidFill>
              <ns1:srgbClr val="142D43"/>
            </ns1:solidFill>
            <ns1:prstDash val="solid"/>
          </ns1:ln>
        </ns0:spPr>
      </ns0:sp>
      <ns0:sp>
        <ns0:nvSpPr>
          <ns0:cNvPr id="46" name="trace:S11:content.auto.38">
            <ns1:extLst>
              <ns1:ext uri="{FF2B5EF4-FFF2-40B4-BE49-F238E27FC236}">
                <ns2:creationId id="{BA0D07EA-DADF-43FF-B051-C7380089510A}"/>
              </ns1:ext>
            </ns1:extLst>
          </ns0:cNvPr>
          <ns0:cNvSpPr>
            <ns1:spLocks noGrp="1"/>
          </ns0:cNvSpPr>
          <ns0:nvPr/>
        </ns0:nvSpPr>
        <ns0:spPr>
          <ns1:xfrm>
            <ns1:off x="6343650" y="3914775"/>
            <ns1:ext cx="19526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9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ご提案調整</ns1:t>
            </ns1:r>
          </ns1:p>
        </ns0:txBody>
      </ns0:sp>
      <ns0:sp>
        <ns0:nvSpPr>
          <ns0:cNvPr id="47" name="trace:S11:lead.3">
            <ns1:extLst>
              <ns1:ext uri="{FF2B5EF4-FFF2-40B4-BE49-F238E27FC236}">
                <ns2:creationId id="{40727315-286B-422F-AF31-0FE96085BC84}"/>
              </ns1:ext>
            </ns1:extLst>
          </ns0:cNvPr>
          <ns0:cNvSpPr>
            <ns1:spLocks noGrp="1"/>
          </ns0:cNvSpPr>
          <ns0:nvPr/>
        </ns0:nvSpPr>
        <ns0:spPr>
          <ns1:xfrm>
            <ns1:off x="6153150" y="4257675"/>
            <ns1:ext cx="2143125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検討結果を踏まえ、</ns1:t>
            </ns1:r>
          </ns1:p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最終的な提案内容・</ns1:t>
            </ns1:r>
          </ns1:p>
          <ns1:p>
            <ns1:pPr algn="ctr">
              <ns1:lnSpc>
                <ns1:spcPct val="105000"/>
              </ns1:lnSpc>
              <ns1:buNone/>
              <ns1:def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条件を調整します。</ns1:t>
            </ns1:r>
          </ns1:p>
        </ns0:txBody>
      </ns0:sp>
      <ns0:sp>
        <ns0:nvSpPr>
          <ns0:cNvPr id="48" name="trace:S11:content.auto.39">
            <ns1:extLst>
              <ns1:ext uri="{FF2B5EF4-FFF2-40B4-BE49-F238E27FC236}">
                <ns2:creationId id="{2F8DE0C6-8648-4BD2-9DF1-9B6FAEDC35B9}"/>
              </ns1:ext>
            </ns1:extLst>
          </ns0:cNvPr>
          <ns0:cNvSpPr>
            <ns1:spLocks noGrp="1"/>
          </ns0:cNvSpPr>
          <ns0:nvPr/>
        </ns0:nvSpPr>
        <ns0:spPr>
          <ns1:xfrm>
            <ns1:off x="8239125" y="3048000"/>
            <ns1:ext cx="3048000" cy="2009775"/>
          </ns1:xfrm>
          <ns1:custGeom>
            <ns1:pathLst>
              <ns1:path w="3048000" h="2009775">
                <ns1:moveTo>
                  <ns1:pt x="0" y="0"/>
                </ns1:moveTo>
                <ns1:lnTo>
                  <ns1:pt x="2590800" y="0"/>
                </ns1:lnTo>
                <ns1:lnTo>
                  <ns1:pt x="3048000" y="1004888"/>
                </ns1:lnTo>
                <ns1:lnTo>
                  <ns1:pt x="2590800" y="2009775"/>
                </ns1:lnTo>
                <ns1:lnTo>
                  <ns1:pt x="0" y="2009775"/>
                </ns1:lnTo>
                <ns1:lnTo>
                  <ns1:pt x="438150" y="1004888"/>
                </ns1:lnTo>
                <ns1:close/>
              </ns1:path>
            </ns1:pathLst>
          </ns1:cu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49" name="trace:S11:content.auto.40">
            <ns1:extLst>
              <ns1:ext uri="{FF2B5EF4-FFF2-40B4-BE49-F238E27FC236}">
                <ns2:creationId id="{BD3B967F-D06D-4058-8B39-9BDE6ADCBD0A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3219450"/>
            <ns1:ext cx="523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8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04</ns1:t>
            </ns1:r>
          </ns1:p>
        </ns0:txBody>
      </ns0:sp>
      <ns0:sp>
        <ns0:nvSpPr>
          <ns0:cNvPr id="59" name="trace:S11:content.auto.41">
            <ns1:extLst>
              <ns1:ext uri="{FF2B5EF4-FFF2-40B4-BE49-F238E27FC236}">
                <ns2:creationId id="{15B575EE-105B-4000-A9D8-BE9B21FACD9B}"/>
              </ns1:ext>
            </ns1:extLst>
          </ns0:cNvPr>
          <ns0:cNvSpPr>
            <ns1:spLocks noGrp="1"/>
          </ns0:cNvSpPr>
          <ns0:nvPr/>
        </ns0:nvSpPr>
        <ns0:spPr>
          <ns1:xfrm>
            <ns1:off x="8963025" y="3914775"/>
            <ns1:ext cx="19526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9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9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開始判断</ns1:t>
            </ns1:r>
          </ns1:p>
        </ns0:txBody>
      </ns0:sp>
      <ns0:sp>
        <ns0:nvSpPr>
          <ns0:cNvPr id="60" name="trace:S11:lead.4">
            <ns1:extLst>
              <ns1:ext uri="{FF2B5EF4-FFF2-40B4-BE49-F238E27FC236}">
                <ns2:creationId id="{2A3D5DE2-BD56-414A-87CD-E2F0FA9E5CBC}"/>
              </ns1:ext>
            </ns1:extLst>
          </ns0:cNvPr>
          <ns0:cNvSpPr>
            <ns1:spLocks noGrp="1"/>
          </ns0:cNvSpPr>
          <ns0:nvPr/>
        </ns0:nvSpPr>
        <ns0:spPr>
          <ns1:xfrm>
            <ns1:off x="8620125" y="4229100"/>
            <ns1:ext cx="2428875" cy="800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2000"/>
              </ns1:lnSpc>
              <ns1:buNone/>
              <ns1:defRPr sz="1140" b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40" b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ご導入のご判断を</ns1:t>
            </ns1:r>
          </ns1:p>
          <ns1:p>
            <ns1:pPr algn="ctr">
              <ns1:lnSpc>
                <ns1:spcPct val="102000"/>
              </ns1:lnSpc>
              <ns1:buNone/>
              <ns1:defRPr sz="1140" b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40" b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いただき、</ns1:t>
            </ns1:r>
          </ns1:p>
          <ns1:p>
            <ns1:pPr algn="ctr">
              <ns1:lnSpc>
                <ns1:spcPct val="102000"/>
              </ns1:lnSpc>
              <ns1:buNone/>
              <ns1:defRPr sz="1140" b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40" b="0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実行フェーズへ移行します。</ns1:t>
            </ns1:r>
          </ns1:p>
        </ns0:txBody>
      </ns0:sp>
      <ns0:sp>
        <ns0:nvSpPr>
          <ns0:cNvPr id="61" name="trace:S11:content.auto.42">
            <ns1:extLst>
              <ns1:ext uri="{FF2B5EF4-FFF2-40B4-BE49-F238E27FC236}">
                <ns2:creationId id="{DD56C861-A995-474E-8E9F-BB796CDE11DF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467350"/>
            <ns1:ext cx="476250" cy="0"/>
          </ns1:xfrm>
          <ns1:prstGeom prst="line">
            <ns1:avLst/>
          </ns1:prstGeom>
          <ns1:ln w="38100">
            <ns1:solidFill>
              <ns1:srgbClr val="E51B23"/>
            </ns1:solidFill>
            <ns1:prstDash val="solid"/>
          </ns1:ln>
        </ns0:spPr>
      </ns0:sp>
      <ns0:sp>
        <ns0:nvSpPr>
          <ns0:cNvPr id="62" name="trace:S11:content.auto.43">
            <ns1:extLst>
              <ns1:ext uri="{FF2B5EF4-FFF2-40B4-BE49-F238E27FC236}">
                <ns2:creationId id="{38DC2BAC-D57F-4C26-A052-914D4856DF6A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5343525"/>
            <ns1:ext cx="3810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80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ご判断いただきたい事項</ns1:t>
            </ns1:r>
          </ns1:p>
        </ns0:txBody>
      </ns0:sp>
      <ns0:sp>
        <ns0:nvSpPr>
          <ns0:cNvPr id="63" name="trace:S11:content.auto.44">
            <ns1:extLst>
              <ns1:ext uri="{FF2B5EF4-FFF2-40B4-BE49-F238E27FC236}">
                <ns2:creationId id="{A4377482-225E-48F4-A886-ECEDDD9A29A2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715000"/>
            <ns1:ext cx="2476500" cy="1438275"/>
          </ns1:xfrm>
          <ns1:prstGeom prst="roundRect">
            <ns1:avLst>
              <ns1:gd name="adj" fmla="val 5960"/>
            </ns1:avLst>
          </ns1:prstGeom>
          <ns1:solidFill>
            <ns1:srgbClr val="F3F5F6"/>
          </ns1:solidFill>
          <ns1:ln w="9525">
            <ns1:solidFill>
              <ns1:srgbClr val="EEF1F3"/>
            </ns1:solidFill>
            <ns1:prstDash val="solid"/>
          </ns1:ln>
        </ns0:spPr>
      </ns0:sp>
      <ns0:sp>
        <ns0:nvSpPr>
          <ns0:cNvPr id="64" name="trace:S11:content.auto.45">
            <ns1:extLst>
              <ns1:ext uri="{FF2B5EF4-FFF2-40B4-BE49-F238E27FC236}">
                <ns2:creationId id="{1015C216-0484-4E99-8C20-A1B6C2F216E8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886450"/>
            <ns1:ext cx="628650" cy="628650"/>
          </ns1:xfrm>
          <ns1:prstGeom prst="ellipse">
            <ns1:avLst/>
          </ns1:pr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65" name="trace:S11:content.auto.46">
            <ns1:extLst>
              <ns1:ext uri="{FF2B5EF4-FFF2-40B4-BE49-F238E27FC236}">
                <ns2:creationId id="{4CFF4712-5282-48D1-8024-DABE03F26440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6010275"/>
            <ns1:ext cx="381000" cy="38100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6" name="trace:S11:content.auto.47">
            <ns1:extLst>
              <ns1:ext uri="{FF2B5EF4-FFF2-40B4-BE49-F238E27FC236}">
                <ns2:creationId id="{14201241-2BBB-42DA-9CD5-0B64A32254C3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6096000"/>
            <ns1:ext cx="209550" cy="20955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7" name="trace:S11:content.auto.48">
            <ns1:extLst>
              <ns1:ext uri="{FF2B5EF4-FFF2-40B4-BE49-F238E27FC236}">
                <ns2:creationId id="{0893DAEA-4A6C-446F-A02D-DDFB59AFA831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6191250"/>
            <ns1:ext cx="76200" cy="76200"/>
          </ns1:xfrm>
          <ns1:prstGeom prst="ellipse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68" name="trace:S11:content.auto.49">
            <ns1:extLst>
              <ns1:ext uri="{FF2B5EF4-FFF2-40B4-BE49-F238E27FC236}">
                <ns2:creationId id="{F3016CF0-E960-49AF-B3F0-60B675BB09E9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6000750"/>
            <ns1:ext cx="142875" cy="142875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9" name="trace:S11:content.auto.50">
            <ns1:extLst>
              <ns1:ext uri="{FF2B5EF4-FFF2-40B4-BE49-F238E27FC236}">
                <ns2:creationId id="{ABFDC99D-3D68-4D2A-A866-BADEED90E75C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6000750"/>
            <ns1:ext cx="76200" cy="76200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0" name="trace:S11:content.auto.51">
            <ns1:extLst>
              <ns1:ext uri="{FF2B5EF4-FFF2-40B4-BE49-F238E27FC236}">
                <ns2:creationId id="{9BAF9135-9154-4ACD-82CE-BA8592808F0A}"/>
              </ns1:ext>
            </ns1:extLst>
          </ns0:cNvPr>
          <ns0:cNvSpPr>
            <ns1:spLocks noGrp="1"/>
          </ns0:cNvSpPr>
          <ns0:nvPr/>
        </ns0:nvSpPr>
        <ns0:spPr>
          <ns1:xfrm>
            <ns1:off x="1428750" y="5886450"/>
            <ns1:ext cx="1619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/>
          <ns1:lstStyle/>
          <ns1:p>
            <ns1:pPr algn="l">
              <ns1:lnSpc>
                <ns1:spcPct val="100000"/>
              </ns1:lnSpc>
              <ns1:buNone/>
              <ns1:defRPr sz="130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0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適用範囲の確認</ns1:t>
            </ns1:r>
          </ns1:p>
        </ns0:txBody>
      </ns0:sp>
      <ns0:sp>
        <ns0:nvSpPr>
          <ns0:cNvPr id="71" name="trace:S11:content.auto.52">
            <ns1:extLst>
              <ns1:ext uri="{FF2B5EF4-FFF2-40B4-BE49-F238E27FC236}">
                <ns2:creationId id="{2C657EAB-719A-4F68-8FAB-613F0A47DE72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6286500"/>
            <ns1:ext cx="163830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/>
          <ns1:lstStyle/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対象業務・部門・</ns1:t>
            </ns1:r>
          </ns1:p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スコープの最終確認を</ns1:t>
            </ns1:r>
          </ns1:p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お願いいたします。</ns1:t>
            </ns1:r>
          </ns1:p>
        </ns0:txBody>
      </ns0:sp>
      <ns0:sp>
        <ns0:nvSpPr>
          <ns0:cNvPr id="72" name="trace:S11:content.auto.53">
            <ns1:extLst>
              <ns1:ext uri="{FF2B5EF4-FFF2-40B4-BE49-F238E27FC236}">
                <ns2:creationId id="{73EC1E27-EDC5-4B25-8027-A9AE8C28DFB7}"/>
              </ns1:ext>
            </ns1:extLst>
          </ns0:cNvPr>
          <ns0:cNvSpPr>
            <ns1:spLocks noGrp="1"/>
          </ns0:cNvSpPr>
          <ns0:nvPr/>
        </ns0:nvSpPr>
        <ns0:spPr>
          <ns1:xfrm>
            <ns1:off x="3190875" y="5715000"/>
            <ns1:ext cx="2476500" cy="1438275"/>
          </ns1:xfrm>
          <ns1:prstGeom prst="roundRect">
            <ns1:avLst>
              <ns1:gd name="adj" fmla="val 5960"/>
            </ns1:avLst>
          </ns1:prstGeom>
          <ns1:solidFill>
            <ns1:srgbClr val="F3F5F6"/>
          </ns1:solidFill>
          <ns1:ln w="9525">
            <ns1:solidFill>
              <ns1:srgbClr val="EEF1F3"/>
            </ns1:solidFill>
            <ns1:prstDash val="solid"/>
          </ns1:ln>
        </ns0:spPr>
      </ns0:sp>
      <ns0:sp>
        <ns0:nvSpPr>
          <ns0:cNvPr id="73" name="trace:S11:content.auto.54">
            <ns1:extLst>
              <ns1:ext uri="{FF2B5EF4-FFF2-40B4-BE49-F238E27FC236}">
                <ns2:creationId id="{65B1AD43-345B-4CA1-9EE3-4BEAF7E95F79}"/>
              </ns1:ext>
            </ns1:extLst>
          </ns0:cNvPr>
          <ns0:cNvSpPr>
            <ns1:spLocks noGrp="1"/>
          </ns0:cNvSpPr>
          <ns0:nvPr/>
        </ns0:nvSpPr>
        <ns0:spPr>
          <ns1:xfrm>
            <ns1:off x="3343275" y="5886450"/>
            <ns1:ext cx="628650" cy="628650"/>
          </ns1:xfrm>
          <ns1:prstGeom prst="ellipse">
            <ns1:avLst/>
          </ns1:pr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74" name="trace:S11:content.auto.55">
            <ns1:extLst>
              <ns1:ext uri="{FF2B5EF4-FFF2-40B4-BE49-F238E27FC236}">
                <ns2:creationId id="{0616E900-5C77-483B-A0EC-081F6AB3F889}"/>
              </ns1:ext>
            </ns1:extLst>
          </ns0:cNvPr>
          <ns0:cNvSpPr>
            <ns1:spLocks noGrp="1"/>
          </ns0:cNvSpPr>
          <ns0:nvPr/>
        </ns0:nvSpPr>
        <ns0:spPr>
          <ns1:xfrm>
            <ns1:off x="3429000" y="6067425"/>
            <ns1:ext cx="409575" cy="333375"/>
          </ns1:xfrm>
          <ns1:prstGeom prst="rect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5" name="trace:S11:content.auto.56">
            <ns1:extLst>
              <ns1:ext uri="{FF2B5EF4-FFF2-40B4-BE49-F238E27FC236}">
                <ns2:creationId id="{D5B8A7C1-DE29-4C6E-8F40-474014E2D83E}"/>
              </ns1:ext>
            </ns1:extLst>
          </ns0:cNvPr>
          <ns0:cNvSpPr>
            <ns1:spLocks noGrp="1"/>
          </ns0:cNvSpPr>
          <ns0:nvPr/>
        </ns0:nvSpPr>
        <ns0:spPr>
          <ns1:xfrm>
            <ns1:off x="3429000" y="6162675"/>
            <ns1:ext cx="409575" cy="0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6" name="trace:S11:content.auto.57">
            <ns1:extLst>
              <ns1:ext uri="{FF2B5EF4-FFF2-40B4-BE49-F238E27FC236}">
                <ns2:creationId id="{855D34FD-AF1B-4436-A2F7-D4ED645B0D13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5991225"/>
            <ns1:ext cx="0" cy="123825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7" name="trace:S11:content.auto.58">
            <ns1:extLst>
              <ns1:ext uri="{FF2B5EF4-FFF2-40B4-BE49-F238E27FC236}">
                <ns2:creationId id="{288720D4-C7B8-4707-8869-CE42F0D1EC3E}"/>
              </ns1:ext>
            </ns1:extLst>
          </ns0:cNvPr>
          <ns0:cNvSpPr>
            <ns1:spLocks noGrp="1"/>
          </ns0:cNvSpPr>
          <ns0:nvPr/>
        </ns0:nvSpPr>
        <ns0:spPr>
          <ns1:xfrm>
            <ns1:off x="3724275" y="5991225"/>
            <ns1:ext cx="0" cy="123825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8" name="trace:S11:content.auto.59">
            <ns1:extLst>
              <ns1:ext uri="{FF2B5EF4-FFF2-40B4-BE49-F238E27FC236}">
                <ns2:creationId id="{58F70CDB-9ED1-4E18-B828-2FDB4CEB5D80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6248400"/>
            <ns1:ext cx="38100" cy="38100"/>
          </ns1:xfrm>
          <ns1:prstGeom prst="ellipse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79" name="trace:S11:content.auto.60">
            <ns1:extLst>
              <ns1:ext uri="{FF2B5EF4-FFF2-40B4-BE49-F238E27FC236}">
                <ns2:creationId id="{A2F9A70A-EF95-4F50-9B05-C9F9B2DB706D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6248400"/>
            <ns1:ext cx="38100" cy="38100"/>
          </ns1:xfrm>
          <ns1:prstGeom prst="ellipse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0" name="trace:S11:content.auto.61">
            <ns1:extLst>
              <ns1:ext uri="{FF2B5EF4-FFF2-40B4-BE49-F238E27FC236}">
                <ns2:creationId id="{2E069AFA-0DBC-4DA9-8151-60F70C944FA4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6353175"/>
            <ns1:ext cx="38100" cy="38100"/>
          </ns1:xfrm>
          <ns1:prstGeom prst="ellipse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1" name="trace:S11:content.auto.62">
            <ns1:extLst>
              <ns1:ext uri="{FF2B5EF4-FFF2-40B4-BE49-F238E27FC236}">
                <ns2:creationId id="{671BF6C7-2DEB-4C52-8C90-096EDC823337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6353175"/>
            <ns1:ext cx="38100" cy="38100"/>
          </ns1:xfrm>
          <ns1:prstGeom prst="ellipse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2" name="trace:S11:content.auto.63">
            <ns1:extLst>
              <ns1:ext uri="{FF2B5EF4-FFF2-40B4-BE49-F238E27FC236}">
                <ns2:creationId id="{CA0CE1E6-9F87-46EF-B1A6-40D975919B52}"/>
              </ns1:ext>
            </ns1:extLst>
          </ns0:cNvPr>
          <ns0:cNvSpPr>
            <ns1:spLocks noGrp="1"/>
          </ns0:cNvSpPr>
          <ns0:nvPr/>
        </ns0:nvSpPr>
        <ns0:spPr>
          <ns1:xfrm>
            <ns1:off x="4048125" y="5886450"/>
            <ns1:ext cx="1619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/>
          <ns1:lstStyle/>
          <ns1:p>
            <ns1:pPr algn="l">
              <ns1:lnSpc>
                <ns1:spcPct val="100000"/>
              </ns1:lnSpc>
              <ns1:buNone/>
              <ns1:defRPr sz="130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0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スケジュールの合意</ns1:t>
            </ns1:r>
          </ns1:p>
        </ns0:txBody>
      </ns0:sp>
      <ns0:sp>
        <ns0:nvSpPr>
          <ns0:cNvPr id="83" name="trace:S11:content.auto.64">
            <ns1:extLst>
              <ns1:ext uri="{FF2B5EF4-FFF2-40B4-BE49-F238E27FC236}">
                <ns2:creationId id="{5698B05A-6270-4F7C-8373-C55864BDB63F}"/>
              </ns1:ext>
            </ns1:extLst>
          </ns0:cNvPr>
          <ns0:cNvSpPr>
            <ns1:spLocks noGrp="1"/>
          </ns0:cNvSpPr>
          <ns0:nvPr/>
        </ns0:nvSpPr>
        <ns0:spPr>
          <ns1:xfrm>
            <ns1:off x="4010025" y="6286500"/>
            <ns1:ext cx="163830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/>
          <ns1:lstStyle/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導入時期・マイルストーン</ns1:t>
            </ns1:r>
          </ns1:p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について、貴社のご希望を</ns1:t>
            </ns1:r>
          </ns1:p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踏まえ合意します。</ns1:t>
            </ns1:r>
          </ns1:p>
        </ns0:txBody>
      </ns0:sp>
      <ns0:sp>
        <ns0:nvSpPr>
          <ns0:cNvPr id="84" name="trace:S11:content.auto.65">
            <ns1:extLst>
              <ns1:ext uri="{FF2B5EF4-FFF2-40B4-BE49-F238E27FC236}">
                <ns2:creationId id="{D474D5F3-549F-4FDC-B8F0-9B5BA45C8F03}"/>
              </ns1:ext>
            </ns1:extLst>
          </ns0:cNvPr>
          <ns0:cNvSpPr>
            <ns1:spLocks noGrp="1"/>
          </ns0:cNvSpPr>
          <ns0:nvPr/>
        </ns0:nvSpPr>
        <ns0:spPr>
          <ns1:xfrm>
            <ns1:off x="5810250" y="5715000"/>
            <ns1:ext cx="2476500" cy="1438275"/>
          </ns1:xfrm>
          <ns1:prstGeom prst="roundRect">
            <ns1:avLst>
              <ns1:gd name="adj" fmla="val 5960"/>
            </ns1:avLst>
          </ns1:prstGeom>
          <ns1:solidFill>
            <ns1:srgbClr val="F3F5F6"/>
          </ns1:solidFill>
          <ns1:ln w="9525">
            <ns1:solidFill>
              <ns1:srgbClr val="EEF1F3"/>
            </ns1:solidFill>
            <ns1:prstDash val="solid"/>
          </ns1:ln>
        </ns0:spPr>
      </ns0:sp>
      <ns0:sp>
        <ns0:nvSpPr>
          <ns0:cNvPr id="85" name="trace:S11:content.auto.66">
            <ns1:extLst>
              <ns1:ext uri="{FF2B5EF4-FFF2-40B4-BE49-F238E27FC236}">
                <ns2:creationId id="{458BF687-5EF6-4CEE-95D3-52E074E234D7}"/>
              </ns1:ext>
            </ns1:extLst>
          </ns0:cNvPr>
          <ns0:cNvSpPr>
            <ns1:spLocks noGrp="1"/>
          </ns0:cNvSpPr>
          <ns0:nvPr/>
        </ns0:nvSpPr>
        <ns0:spPr>
          <ns1:xfrm>
            <ns1:off x="5962650" y="5886450"/>
            <ns1:ext cx="628650" cy="628650"/>
          </ns1:xfrm>
          <ns1:prstGeom prst="ellipse">
            <ns1:avLst/>
          </ns1:pr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86" name="trace:S11:content.auto.67">
            <ns1:extLst>
              <ns1:ext uri="{FF2B5EF4-FFF2-40B4-BE49-F238E27FC236}">
                <ns2:creationId id="{B67B57CC-BD82-42B2-A3C7-9F8E2C472388}"/>
              </ns1:ext>
            </ns1:extLst>
          </ns0:cNvPr>
          <ns0:cNvSpPr>
            <ns1:spLocks noGrp="1"/>
          </ns0:cNvSpPr>
          <ns0:nvPr/>
        </ns0:nvSpPr>
        <ns0:spPr>
          <ns1:xfrm>
            <ns1:off x="6076950" y="6000750"/>
            <ns1:ext cx="400050" cy="13335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87" name="trace:S11:content.auto.68">
            <ns1:extLst>
              <ns1:ext uri="{FF2B5EF4-FFF2-40B4-BE49-F238E27FC236}">
                <ns2:creationId id="{66AA2124-F200-4004-B25B-90C177AA35C6}"/>
              </ns1:ext>
            </ns1:extLst>
          </ns0:cNvPr>
          <ns0:cNvSpPr>
            <ns1:spLocks noGrp="1"/>
          </ns0:cNvSpPr>
          <ns0:nvPr/>
        </ns0:nvSpPr>
        <ns0:spPr>
          <ns1:xfrm>
            <ns1:off x="6076950" y="6067425"/>
            <ns1:ext cx="0" cy="266700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88" name="trace:S11:content.auto.69">
            <ns1:extLst>
              <ns1:ext uri="{FF2B5EF4-FFF2-40B4-BE49-F238E27FC236}">
                <ns2:creationId id="{22BD45FA-1580-437E-BE4F-71B7FB5D167D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6067425"/>
            <ns1:ext cx="0" cy="266700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89" name="trace:S11:content.auto.70">
            <ns1:extLst>
              <ns1:ext uri="{FF2B5EF4-FFF2-40B4-BE49-F238E27FC236}">
                <ns2:creationId id="{9A5B6349-7E16-4350-B181-8A4A62AF1790}"/>
              </ns1:ext>
            </ns1:extLst>
          </ns0:cNvPr>
          <ns0:cNvSpPr>
            <ns1:spLocks noGrp="1"/>
          </ns0:cNvSpPr>
          <ns0:nvPr/>
        </ns0:nvSpPr>
        <ns0:spPr>
          <ns1:xfrm>
            <ns1:off x="6076950" y="6267450"/>
            <ns1:ext cx="400050" cy="13335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90" name="trace:S11:content.auto.71">
            <ns1:extLst>
              <ns1:ext uri="{FF2B5EF4-FFF2-40B4-BE49-F238E27FC236}">
                <ns2:creationId id="{6536020A-3C24-4876-8822-4319607B2155}"/>
              </ns1:ext>
            </ns1:extLst>
          </ns0:cNvPr>
          <ns0:cNvSpPr>
            <ns1:spLocks noGrp="1"/>
          </ns0:cNvSpPr>
          <ns0:nvPr/>
        </ns0:nvSpPr>
        <ns0:spPr>
          <ns1:xfrm>
            <ns1:off x="6105525" y="6219825"/>
            <ns1:ext cx="342900" cy="0"/>
          </ns1:xfrm>
          <ns1:prstGeom prst="line">
            <ns1:avLst/>
          </ns1:prstGeom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1" name="trace:S11:content.auto.72">
            <ns1:extLst>
              <ns1:ext uri="{FF2B5EF4-FFF2-40B4-BE49-F238E27FC236}">
                <ns2:creationId id="{0F3EAF72-BC95-4604-ABC1-65B121104B6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5886450"/>
            <ns1:ext cx="1619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/>
          <ns1:lstStyle/>
          <ns1:p>
            <ns1:pPr algn="l">
              <ns1:lnSpc>
                <ns1:spcPct val="100000"/>
              </ns1:lnSpc>
              <ns1:buNone/>
              <ns1:defRPr sz="130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0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予算のご確認</ns1:t>
            </ns1:r>
          </ns1:p>
        </ns0:txBody>
      </ns0:sp>
      <ns0:sp>
        <ns0:nvSpPr>
          <ns0:cNvPr id="92" name="trace:S11:content.auto.73">
            <ns1:extLst>
              <ns1:ext uri="{FF2B5EF4-FFF2-40B4-BE49-F238E27FC236}">
                <ns2:creationId id="{BC39619A-DD85-4706-976B-4CCEEBCE2B50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6286500"/>
            <ns1:ext cx="163830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/>
          <ns1:lstStyle/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ご提案内容に基づく</ns1:t>
            </ns1:r>
          </ns1:p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費用・契約条件について</ns1:t>
            </ns1:r>
          </ns1:p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ご確認をお願いいたします。</ns1:t>
            </ns1:r>
          </ns1:p>
        </ns0:txBody>
      </ns0:sp>
      <ns0:sp>
        <ns0:nvSpPr>
          <ns0:cNvPr id="93" name="trace:S11:content.auto.74">
            <ns1:extLst>
              <ns1:ext uri="{FF2B5EF4-FFF2-40B4-BE49-F238E27FC236}">
                <ns2:creationId id="{BF366E2D-A777-46C6-A4B6-21C8A4878AD7}"/>
              </ns1:ext>
            </ns1:extLst>
          </ns0:cNvPr>
          <ns0:cNvSpPr>
            <ns1:spLocks noGrp="1"/>
          </ns0:cNvSpPr>
          <ns0:nvPr/>
        </ns0:nvSpPr>
        <ns0:spPr>
          <ns1:xfrm>
            <ns1:off x="8429625" y="5715000"/>
            <ns1:ext cx="2476500" cy="1438275"/>
          </ns1:xfrm>
          <ns1:prstGeom prst="roundRect">
            <ns1:avLst>
              <ns1:gd name="adj" fmla="val 5960"/>
            </ns1:avLst>
          </ns1:prstGeom>
          <ns1:solidFill>
            <ns1:srgbClr val="F3F5F6"/>
          </ns1:solidFill>
          <ns1:ln w="9525">
            <ns1:solidFill>
              <ns1:srgbClr val="EEF1F3"/>
            </ns1:solidFill>
            <ns1:prstDash val="solid"/>
          </ns1:ln>
        </ns0:spPr>
      </ns0:sp>
      <ns0:sp>
        <ns0:nvSpPr>
          <ns0:cNvPr id="94" name="trace:S11:content.auto.75">
            <ns1:extLst>
              <ns1:ext uri="{FF2B5EF4-FFF2-40B4-BE49-F238E27FC236}">
                <ns2:creationId id="{6DFA0521-C01D-4DE7-9811-C03A541EE34E}"/>
              </ns1:ext>
            </ns1:extLst>
          </ns0:cNvPr>
          <ns0:cNvSpPr>
            <ns1:spLocks noGrp="1"/>
          </ns0:cNvSpPr>
          <ns0:nvPr/>
        </ns0:nvSpPr>
        <ns0:spPr>
          <ns1:xfrm>
            <ns1:off x="8582025" y="5886450"/>
            <ns1:ext cx="628650" cy="628650"/>
          </ns1:xfrm>
          <ns1:prstGeom prst="ellipse">
            <ns1:avLst/>
          </ns1:pr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95" name="trace:S11:content.auto.76">
            <ns1:extLst>
              <ns1:ext uri="{FF2B5EF4-FFF2-40B4-BE49-F238E27FC236}">
                <ns2:creationId id="{AA295C4B-2FF9-494D-81DA-2B739DA2E56D}"/>
              </ns1:ext>
            </ns1:extLst>
          </ns0:cNvPr>
          <ns0:cNvSpPr>
            <ns1:spLocks noGrp="1"/>
          </ns0:cNvSpPr>
          <ns0:nvPr/>
        </ns0:nvSpPr>
        <ns0:spPr>
          <ns1:xfrm>
            <ns1:off x="8724900" y="6000750"/>
            <ns1:ext cx="133350" cy="13335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6" name="trace:S11:content.auto.77">
            <ns1:extLst>
              <ns1:ext uri="{FF2B5EF4-FFF2-40B4-BE49-F238E27FC236}">
                <ns2:creationId id="{B0AD3677-3B85-42B3-B04D-8946F0C9C61C}"/>
              </ns1:ext>
            </ns1:extLst>
          </ns0:cNvPr>
          <ns0:cNvSpPr>
            <ns1:spLocks noGrp="1"/>
          </ns0:cNvSpPr>
          <ns0:nvPr/>
        </ns0:nvSpPr>
        <ns0:spPr>
          <ns1:xfrm>
            <ns1:off x="8848725" y="6000750"/>
            <ns1:ext cx="133350" cy="13335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7" name="trace:S11:content.auto.78">
            <ns1:extLst>
              <ns1:ext uri="{FF2B5EF4-FFF2-40B4-BE49-F238E27FC236}">
                <ns2:creationId id="{300B03DF-25A0-4FD5-A755-DB3F2B5C9EA1}"/>
              </ns1:ext>
            </ns1:extLst>
          </ns0:cNvPr>
          <ns0:cNvSpPr>
            <ns1:spLocks noGrp="1"/>
          </ns0:cNvSpPr>
          <ns0:nvPr/>
        </ns0:nvSpPr>
        <ns0:spPr>
          <ns1:xfrm>
            <ns1:off x="8972550" y="6000750"/>
            <ns1:ext cx="133350" cy="133350"/>
          </ns1:xfrm>
          <ns1:prstGeom prst="ellips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98" name="trace:S11:content.auto.79">
            <ns1:extLst>
              <ns1:ext uri="{FF2B5EF4-FFF2-40B4-BE49-F238E27FC236}">
                <ns2:creationId id="{808A3B07-EDF6-42AA-9B47-010E3F6ADB65}"/>
              </ns1:ext>
            </ns1:extLst>
          </ns0:cNvPr>
          <ns0:cNvSpPr>
            <ns1:spLocks noGrp="1"/>
          </ns0:cNvSpPr>
          <ns0:nvPr/>
        </ns0:nvSpPr>
        <ns0:spPr>
          <ns1:xfrm>
            <ns1:off x="8667750" y="6162675"/>
            <ns1:ext cx="438150" cy="276225"/>
          </ns1:xfrm>
          <ns1:custGeom>
            <ns1:pathLst>
              <ns1:path w="438150" h="276225">
                <ns1:moveTo>
                  <ns1:pt x="19050" y="257175"/>
                </ns1:moveTo>
                <ns1:lnTo>
                  <ns1:pt x="57150" y="161925"/>
                </ns1:lnTo>
                <ns1:lnTo>
                  <ns1:pt x="142875" y="161925"/>
                </ns1:lnTo>
                <ns1:lnTo>
                  <ns1:pt x="190500" y="257175"/>
                </ns1:lnTo>
                <ns1:moveTo>
                  <ns1:pt x="142875" y="257175"/>
                </ns1:moveTo>
                <ns1:lnTo>
                  <ns1:pt x="180975" y="123825"/>
                </ns1:lnTo>
                <ns1:lnTo>
                  <ns1:pt x="285750" y="123825"/>
                </ns1:lnTo>
                <ns1:lnTo>
                  <ns1:pt x="333375" y="257175"/>
                </ns1:lnTo>
                <ns1:moveTo>
                  <ns1:pt x="285750" y="257175"/>
                </ns1:moveTo>
                <ns1:lnTo>
                  <ns1:pt x="323850" y="161925"/>
                </ns1:lnTo>
                <ns1:lnTo>
                  <ns1:pt x="409575" y="161925"/>
                </ns1:lnTo>
                <ns1:lnTo>
                  <ns1:pt x="457200" y="257175"/>
                </ns1:lnTo>
              </ns1:path>
            </ns1:pathLst>
          </ns1:custGeom>
          <ns1:noFill/>
          <ns1:ln w="0">
            <ns1:noFill/>
            <ns1:prstDash val="solid"/>
          </ns1:ln>
        </ns0:spPr>
      </ns0:sp>
      <ns0:sp>
        <ns0:nvSpPr>
          <ns0:cNvPr id="99" name="trace:S11:content.auto.80">
            <ns1:extLst>
              <ns1:ext uri="{FF2B5EF4-FFF2-40B4-BE49-F238E27FC236}">
                <ns2:creationId id="{F390474B-1DC4-4D0F-8611-09C0BADD82E0}"/>
              </ns1:ext>
            </ns1:extLst>
          </ns0:cNvPr>
          <ns0:cNvSpPr>
            <ns1:spLocks noGrp="1"/>
          </ns0:cNvSpPr>
          <ns0:nvPr/>
        </ns0:nvSpPr>
        <ns0:spPr>
          <ns1:xfrm>
            <ns1:off x="9286875" y="5886450"/>
            <ns1:ext cx="1619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/>
          <ns1:lstStyle/>
          <ns1:p>
            <ns1:pPr algn="l">
              <ns1:lnSpc>
                <ns1:spcPct val="100000"/>
              </ns1:lnSpc>
              <ns1:buNone/>
              <ns1:defRPr sz="130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0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実施体制の確定</ns1:t>
            </ns1:r>
          </ns1:p>
        </ns0:txBody>
      </ns0:sp>
      <ns0:sp>
        <ns0:nvSpPr>
          <ns0:cNvPr id="100" name="trace:S11:content.auto.81">
            <ns1:extLst>
              <ns1:ext uri="{FF2B5EF4-FFF2-40B4-BE49-F238E27FC236}">
                <ns2:creationId id="{047C9490-2CDE-445F-9CC4-AADC0AA44B0C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6286500"/>
            <ns1:ext cx="163830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/>
          <ns1:lstStyle/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貴社・当社の担当体制や</ns1:t>
            </ns1:r>
          </ns1:p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役割分担について</ns1:t>
            </ns1:r>
          </ns1:p>
          <ns1:p>
            <ns1:pPr algn="l">
              <ns1:lnSpc>
                <ns1:spcPct val="100000"/>
              </ns1:lnSpc>
              <ns1:buNone/>
              <ns1:def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60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ご承認をお願いいたします。</ns1:t>
            </ns1:r>
          </ns1:p>
        </ns0:txBody>
      </ns0:sp>
      <ns0:sp>
        <ns0:nvSpPr>
          <ns0:cNvPr id="101" name="trace:S11:content.auto.82">
            <ns1:extLst>
              <ns1:ext uri="{FF2B5EF4-FFF2-40B4-BE49-F238E27FC236}">
                <ns2:creationId id="{F0F683DD-112E-4F31-B726-D07235AAF53F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7258050"/>
            <ns1:ext cx="10810875" cy="628650"/>
          </ns1:xfrm>
          <ns1:prstGeom prst="roundRect">
            <ns1:avLst>
              <ns1:gd name="adj" fmla="val 12121"/>
            </ns1:avLst>
          </ns1:prstGeom>
          <ns1:solidFill>
            <ns1:srgbClr val="FDEDEF"/>
          </ns1:solidFill>
          <ns1:ln w="0">
            <ns1:noFill/>
            <ns1:prstDash val="solid"/>
          </ns1:ln>
        </ns0:spPr>
      </ns0:sp>
      <ns0:sp>
        <ns0:nvSpPr>
          <ns0:cNvPr id="102" name="trace:S11:content.auto.83">
            <ns1:extLst>
              <ns1:ext uri="{FF2B5EF4-FFF2-40B4-BE49-F238E27FC236}">
                <ns2:creationId id="{F2B966DC-FF5C-4BEB-B075-1A0CECEF6F36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7381875"/>
            <ns1:ext cx="685800" cy="381000"/>
          </ns1:xfrm>
          <ns1:custGeom>
            <ns1:pathLst>
              <ns1:path w="685800" h="381000">
                <ns1:moveTo>
                  <ns1:pt x="209550" y="0"/>
                </ns1:moveTo>
                <ns1:lnTo>
                  <ns1:pt x="476250" y="0"/>
                </ns1:lnTo>
                <ns1:lnTo>
                  <ns1:pt x="476250" y="171450"/>
                </ns1:lnTo>
                <ns1:lnTo>
                  <ns1:pt x="685800" y="171450"/>
                </ns1:lnTo>
                <ns1:lnTo>
                  <ns1:pt x="342900" y="381000"/>
                </ns1:lnTo>
                <ns1:lnTo>
                  <ns1:pt x="0" y="171450"/>
                </ns1:lnTo>
                <ns1:lnTo>
                  <ns1:pt x="209550" y="171450"/>
                </ns1:lnTo>
                <ns1:close/>
              </ns1:path>
            </ns1:pathLst>
          </ns1:custGeom>
          <ns1:solidFill>
            <ns1:srgbClr val="F2A6AC"/>
          </ns1:solidFill>
          <ns1:ln w="0">
            <ns1:noFill/>
            <ns1:prstDash val="solid"/>
          </ns1:ln>
        </ns0:spPr>
      </ns0:sp>
      <ns0:sp>
        <ns0:nvSpPr>
          <ns0:cNvPr id="103" name="trace:S11:content.auto.84">
            <ns1:extLst>
              <ns1:ext uri="{FF2B5EF4-FFF2-40B4-BE49-F238E27FC236}">
                <ns2:creationId id="{340E2AAC-8239-4D7E-A536-81106FBD8AED}"/>
              </ns1:ext>
            </ns1:extLst>
          </ns0:cNvPr>
          <ns0:cNvSpPr>
            <ns1:spLocks noGrp="1"/>
          </ns0:cNvSpPr>
          <ns0:nvPr/>
        </ns0:nvSpPr>
        <ns0:spPr>
          <ns1:xfrm>
            <ns1:off x="2143125" y="7419975"/>
            <ns1:ext cx="8858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875" b="1">
                <ns1:solidFill>
                  <ns1:srgbClr val="E5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51B23"/>
                </ns1:solidFill>
                <ns1:latin typeface="Yu Gothic"/>
                <ns1:ea typeface="Yu Gothic"/>
                <ns1:cs typeface="Yu Gothic"/>
              </ns1:rPr>
              <ns1:t>必要事項の確認後、速やかに正式提案と導入準備へ進行します。</ns1:t>
            </ns1:r>
          </ns1:p>
        </ns0:txBody>
      </ns0:sp>
      <ns0:sp>
        <ns0:nvSpPr>
          <ns0:cNvPr id="104" name="trace:S11:content.auto.85">
            <ns1:extLst>
              <ns1:ext uri="{FF2B5EF4-FFF2-40B4-BE49-F238E27FC236}">
                <ns2:creationId id="{6ABD344A-3BFC-40B1-B5A9-548996A1575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286750"/>
            <ns1:ext cx="295275" cy="104775"/>
          </ns1:xfrm>
          <ns1:custGeom>
            <ns1:pathLst>
              <ns1:path w="295275" h="104775">
                <ns1:moveTo>
                  <ns1:pt x="0" y="38100"/>
                </ns1:moveTo>
                <ns1:lnTo>
                  <ns1:pt x="161925" y="0"/>
                </ns1:lnTo>
                <ns1:lnTo>
                  <ns1:pt x="295275" y="47625"/>
                </ns1:lnTo>
                <ns1:lnTo>
                  <ns1:pt x="133350" y="95250"/>
                </ns1:lnTo>
                <ns1:close/>
              </ns1:path>
            </ns1:pathLst>
          </ns1:cu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105" name="trace:S11:content.auto.86">
            <ns1:extLst>
              <ns1:ext uri="{FF2B5EF4-FFF2-40B4-BE49-F238E27FC236}">
                <ns2:creationId id="{12039204-F090-4202-AEC6-FF48030210B1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8382000"/>
            <ns1:ext cx="180975" cy="85725"/>
          </ns1:xfrm>
          <ns1:custGeom>
            <ns1:pathLst>
              <ns1:path w="180975" h="85725">
                <ns1:moveTo>
                  <ns1:pt x="0" y="0"/>
                </ns1:moveTo>
                <ns1:lnTo>
                  <ns1:pt x="180975" y="38100"/>
                </ns1:lnTo>
                <ns1:lnTo>
                  <ns1:pt x="180975" y="85725"/>
                </ns1:lnTo>
                <ns1:lnTo>
                  <ns1:pt x="0" y="47625"/>
                </ns1:lnTo>
                <ns1:close/>
              </ns1:path>
            </ns1:pathLst>
          </ns1:custGeom>
          <ns1:solidFill>
            <ns1:srgbClr val="555D63"/>
          </ns1:solidFill>
          <ns1:ln w="0">
            <ns1:noFill/>
            <ns1:prstDash val="solid"/>
          </ns1:ln>
        </ns0:spPr>
      </ns0:sp>
      <ns0:sp>
        <ns0:nvSpPr>
          <ns0:cNvPr id="106" name="trace:S11:content.auto.87">
            <ns1:extLst>
              <ns1:ext uri="{FF2B5EF4-FFF2-40B4-BE49-F238E27FC236}">
                <ns2:creationId id="{83DAD85D-B832-4946-980E-358C678A119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391525"/>
            <ns1:ext cx="285750" cy="104775"/>
          </ns1:xfrm>
          <ns1:custGeom>
            <ns1:pathLst>
              <ns1:path w="285750" h="104775">
                <ns1:moveTo>
                  <ns1:pt x="0" y="38100"/>
                </ns1:moveTo>
                <ns1:lnTo>
                  <ns1:pt x="161925" y="0"/>
                </ns1:lnTo>
                <ns1:lnTo>
                  <ns1:pt x="285750" y="47625"/>
                </ns1:lnTo>
                <ns1:lnTo>
                  <ns1:pt x="123825" y="95250"/>
                </ns1:lnTo>
                <ns1:close/>
              </ns1:path>
            </ns1:pathLst>
          </ns1:custGeom>
          <ns1:solidFill>
            <ns1:srgbClr val="2B3136"/>
          </ns1:solidFill>
          <ns1:ln w="0">
            <ns1:noFill/>
            <ns1:prstDash val="solid"/>
          </ns1:ln>
        </ns0:spPr>
      </ns0:sp>
      <ns0:sp>
        <ns0:nvSpPr>
          <ns0:cNvPr id="107" name="trace:S11:footer.brand">
            <ns1:extLst>
              <ns1:ext uri="{FF2B5EF4-FFF2-40B4-BE49-F238E27FC236}">
                <ns2:creationId id="{223D84FF-C89B-4ADD-8FC7-EB46E80C6ABC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8324850"/>
            <ns1:ext cx="16192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72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08" name="trace:S11:content.auto.88">
            <ns1:extLst>
              <ns1:ext uri="{FF2B5EF4-FFF2-40B4-BE49-F238E27FC236}">
                <ns2:creationId id="{84CBCB14-53A5-4D7F-8E83-6BC7533BFCFD}"/>
              </ns1:ext>
            </ns1:extLst>
          </ns0:cNvPr>
          <ns0:cNvSpPr>
            <ns1:spLocks noGrp="1"/>
          </ns0:cNvSpPr>
          <ns0:nvPr/>
        </ns0:nvSpPr>
        <ns0:spPr>
          <ns1:xfrm>
            <ns1:off x="2590800" y="8296275"/>
            <ns1:ext cx="0" cy="333375"/>
          </ns1:xfrm>
          <ns1:prstGeom prst="line">
            <ns1:avLst/>
          </ns1:prstGeom>
          <ns1:ln w="9525">
            <ns1:solidFill>
              <ns1:srgbClr val="5D6A76"/>
            </ns1:solidFill>
            <ns1:prstDash val="solid"/>
          </ns1:ln>
        </ns0:spPr>
      </ns0:sp>
      <ns0:sp>
        <ns0:nvSpPr>
          <ns0:cNvPr id="109" name="trace:S11:footer.tagline.jp">
            <ns1:extLst>
              <ns1:ext uri="{FF2B5EF4-FFF2-40B4-BE49-F238E27FC236}">
                <ns2:creationId id="{3E012A0F-8130-4F81-A2AA-261EC392B769}"/>
              </ns1:ext>
            </ns1:extLst>
          </ns0:cNvPr>
          <ns0:cNvSpPr>
            <ns1:spLocks noGrp="1"/>
          </ns0:cNvSpPr>
          <ns0:nvPr/>
        </ns0:nvSpPr>
        <ns0:spPr>
          <ns1:xfrm>
            <ns1:off x="2819400" y="8229600"/>
            <ns1:ext cx="323850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15000"/>
              </ns1:lnSpc>
              <ns1:buNone/>
              <ns1:defRPr sz="97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人とテクノロジーで、より良い社会をつくる</ns1:t>
            </ns1:r>
          </ns1:p>
          <ns1:p>
            <ns1:pPr algn="l">
              <ns1:lnSpc>
                <ns1:spcPct val="115000"/>
              </ns1:lnSpc>
              <ns1:buNone/>
              <ns1:defRPr sz="97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Think Together, Create the Next.</ns1:t>
            </ns1:r>
          </ns1:p>
        </ns0:txBody>
      </ns0:sp>
      <ns0:sp>
        <ns0:nvSpPr>
          <ns0:cNvPr id="110" name="trace:S11:content.auto.89">
            <ns1:extLst>
              <ns1:ext uri="{FF2B5EF4-FFF2-40B4-BE49-F238E27FC236}">
                <ns2:creationId id="{C1FD9587-35BC-4756-9B5C-B83378D93E35}"/>
              </ns1:ext>
            </ns1:extLst>
          </ns0:cNvPr>
          <ns0:cNvSpPr>
            <ns1:spLocks noGrp="1"/>
          </ns0:cNvSpPr>
          <ns0:nvPr/>
        </ns0:nvSpPr>
        <ns0:spPr>
          <ns1:xfrm>
            <ns1:off x="11410950" y="0"/>
            <ns1:ext cx="4514850" cy="8963025"/>
          </ns1:xfrm>
          <ns1:prstGeom prst="rect">
            <ns1:avLst/>
          </ns1:prstGeom>
          <ns1:solidFill>
            <ns1:srgbClr val="EAF1F7"/>
          </ns1:solidFill>
          <ns1:ln w="0">
            <ns1:noFill/>
            <ns1:prstDash val="solid"/>
          </ns1:ln>
        </ns0:spPr>
      </ns0:sp>
      <ns0:sp>
        <ns0:nvSpPr>
          <ns0:cNvPr id="111" name="trace:S11:content.auto.90">
            <ns1:extLst>
              <ns1:ext uri="{FF2B5EF4-FFF2-40B4-BE49-F238E27FC236}">
                <ns2:creationId id="{C943CF68-8DCA-4CB1-BB96-9C45AAD2B284}"/>
              </ns1:ext>
            </ns1:extLst>
          </ns0:cNvPr>
          <ns0:cNvSpPr>
            <ns1:spLocks noGrp="1"/>
          </ns0:cNvSpPr>
          <ns0:nvPr/>
        </ns0:nvSpPr>
        <ns0:spPr>
          <ns1:xfrm>
            <ns1:off x="11353800" y="0"/>
            <ns1:ext cx="1762125" cy="3905250"/>
          </ns1:xfrm>
          <ns1:custGeom>
            <ns1:pathLst>
              <ns1:path w="1762125" h="3905250">
                <ns1:moveTo>
                  <ns1:pt x="1123950" y="0"/>
                </ns1:moveTo>
                <ns1:lnTo>
                  <ns1:pt x="1762125" y="0"/>
                </ns1:lnTo>
                <ns1:lnTo>
                  <ns1:pt x="781050" y="3905250"/>
                </ns1:lnTo>
                <ns1:lnTo>
                  <ns1:pt x="0" y="3905250"/>
                </ns1:lnTo>
                <ns1:close/>
              </ns1:path>
            </ns1:pathLst>
          </ns1:cu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112" name="trace:S11:content.auto.91">
            <ns1:extLst>
              <ns1:ext uri="{FF2B5EF4-FFF2-40B4-BE49-F238E27FC236}">
                <ns2:creationId id="{B6F92B8E-2347-4BB5-9993-699B85E1B5D5}"/>
              </ns1:ext>
            </ns1:extLst>
          </ns0:cNvPr>
          <ns0:cNvSpPr>
            <ns1:spLocks noGrp="1"/>
          </ns0:cNvSpPr>
          <ns0:nvPr/>
        </ns0:nvSpPr>
        <ns0:spPr>
          <ns1:xfrm>
            <ns1:off x="12430125" y="0"/>
            <ns1:ext cx="952500" cy="6667500"/>
          </ns1:xfrm>
          <ns1:custGeom>
            <ns1:pathLst>
              <ns1:path w="952500" h="6667500">
                <ns1:moveTo>
                  <ns1:pt x="495300" y="0"/>
                </ns1:moveTo>
                <ns1:lnTo>
                  <ns1:pt x="952500" y="0"/>
                </ns1:lnTo>
                <ns1:lnTo>
                  <ns1:pt x="361950" y="6667500"/>
                </ns1:lnTo>
                <ns1:lnTo>
                  <ns1:pt x="0" y="6667500"/>
                </ns1:lnTo>
                <ns1:close/>
              </ns1:path>
            </ns1:pathLst>
          </ns1:custGeom>
          <ns1:solidFill>
            <ns1:srgbClr val="C6DDEE"/>
          </ns1:solidFill>
          <ns1:ln w="0">
            <ns1:noFill/>
            <ns1:prstDash val="solid"/>
          </ns1:ln>
        </ns0:spPr>
      </ns0:sp>
      <ns0:sp>
        <ns0:nvSpPr>
          <ns0:cNvPr id="113" name="trace:S11:content.auto.92">
            <ns1:extLst>
              <ns1:ext uri="{FF2B5EF4-FFF2-40B4-BE49-F238E27FC236}">
                <ns2:creationId id="{59336189-97EB-4B1B-B10B-05C2D4FED27F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6581775"/>
            <ns1:ext cx="3352800" cy="2381250"/>
          </ns1:xfrm>
          <ns1:custGeom>
            <ns1:pathLst>
              <ns1:path w="3352800" h="2381250">
                <ns1:moveTo>
                  <ns1:pt x="2000250" y="0"/>
                </ns1:moveTo>
                <ns1:lnTo>
                  <ns1:pt x="3352800" y="0"/>
                </ns1:lnTo>
                <ns1:lnTo>
                  <ns1:pt x="1066800" y="2381250"/>
                </ns1:lnTo>
                <ns1:lnTo>
                  <ns1:pt x="0" y="2381250"/>
                </ns1:lnTo>
                <ns1:close/>
              </ns1:path>
            </ns1:pathLst>
          </ns1:cu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114" name="trace:S11:content.auto.93">
            <ns1:extLst>
              <ns1:ext uri="{FF2B5EF4-FFF2-40B4-BE49-F238E27FC236}">
                <ns2:creationId id="{DB18F430-A8AE-4062-974C-D974FDF4E81D}"/>
              </ns1:ext>
            </ns1:extLst>
          </ns0:cNvPr>
          <ns0:cNvSpPr>
            <ns1:spLocks noGrp="1"/>
          </ns0:cNvSpPr>
          <ns0:nvPr/>
        </ns0:nvSpPr>
        <ns0:spPr>
          <ns1:xfrm>
            <ns1:off x="13335000" y="6934200"/>
            <ns1:ext cx="2590800" cy="2028825"/>
          </ns1:xfrm>
          <ns1:custGeom>
            <ns1:pathLst>
              <ns1:path w="2590800" h="2028825">
                <ns1:moveTo>
                  <ns1:pt x="1390650" y="0"/>
                </ns1:moveTo>
                <ns1:lnTo>
                  <ns1:pt x="2381250" y="0"/>
                </ns1:lnTo>
                <ns1:lnTo>
                  <ns1:pt x="876300" y="2028825"/>
                </ns1:lnTo>
                <ns1:lnTo>
                  <ns1:pt x="0" y="2028825"/>
                </ns1:lnTo>
                <ns1:close/>
              </ns1:path>
            </ns1:pathLst>
          </ns1:custGeom>
          <ns1:solidFill>
            <ns1:srgbClr val="B90F1B"/>
          </ns1:solidFill>
          <ns1:ln w="0">
            <ns1:noFill/>
            <ns1:prstDash val="solid"/>
          </ns1:ln>
        </ns0:spPr>
      </ns0:sp>
      <ns0:pic>
        <ns0:nvPicPr>
          <ns0:cNvPr id="252" name="trace:S11:image.1"/>
          <ns0:cNvPicPr>
            <ns1:picLocks noChangeAspect="1"/>
          </ns0:cNvPicPr>
          <ns0:nvPr/>
        </ns0:nvPicPr>
        <ns0:blipFill>
          <ns1:blip ns3:embed="Rb61e0509b56542e1"/>
          <ns1:srcRect l="0" t="0" r="0" b="0"/>
          <ns1:stretch>
            <ns1:fillRect l="0" t="0" r="0" b="0"/>
          </ns1:stretch>
        </ns0:blipFill>
        <ns0:spPr>
          <ns1:xfrm>
            <ns1:off x="12382500" y="0"/>
            <ns1:ext cx="3543300" cy="3943350"/>
          </ns1:xfrm>
          <ns1:prstGeom prst="rect">
            <ns1:avLst/>
          </ns1:prstGeom>
        </ns0:spPr>
      </ns0:pic>
      <ns0:sp>
        <ns0:nvSpPr>
          <ns0:cNvPr id="116" name="trace:S11:content.auto.94">
            <ns1:extLst>
              <ns1:ext uri="{FF2B5EF4-FFF2-40B4-BE49-F238E27FC236}">
                <ns2:creationId id="{5D54B89F-9A7E-4A1C-8B7D-1531749F3A88}"/>
              </ns1:ext>
            </ns1:extLst>
          </ns0:cNvPr>
          <ns0:cNvSpPr>
            <ns1:spLocks noGrp="1"/>
          </ns0:cNvSpPr>
          <ns0:nvPr/>
        </ns0:nvSpPr>
        <ns0:spPr>
          <ns1:xfrm>
            <ns1:off x="11715750" y="3895725"/>
            <ns1:ext cx="3829050" cy="3905250"/>
          </ns1:xfrm>
          <ns1:prstGeom prst="roundRect">
            <ns1:avLst>
              <ns1:gd name="adj" fmla="val 2985"/>
            </ns1:avLst>
          </ns1:prstGeom>
          <ns1:solidFill>
            <ns1:srgbClr val="FFFFFF"/>
          </ns1:solidFill>
          <ns1:ln w="9525">
            <ns1:solidFill>
              <ns1:srgbClr val="D9E0E5"/>
            </ns1:solidFill>
            <ns1:prstDash val="solid"/>
          </ns1:ln>
        </ns0:spPr>
      </ns0:sp>
      <ns0:sp>
        <ns0:nvSpPr>
          <ns0:cNvPr id="117" name="trace:S11:content.auto.95">
            <ns1:extLst>
              <ns1:ext uri="{FF2B5EF4-FFF2-40B4-BE49-F238E27FC236}">
                <ns2:creationId id="{235ABF6D-C6DE-4009-8983-9F8BA3D16146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4171950"/>
            <ns1:ext cx="457200" cy="0"/>
          </ns1:xfrm>
          <ns1:prstGeom prst="line">
            <ns1:avLst/>
          </ns1:prstGeom>
          <ns1:ln w="38100">
            <ns1:solidFill>
              <ns1:srgbClr val="E51B23"/>
            </ns1:solidFill>
            <ns1:prstDash val="solid"/>
          </ns1:ln>
        </ns0:spPr>
      </ns0:sp>
      <ns0:sp>
        <ns0:nvSpPr>
          <ns0:cNvPr id="118" name="trace:S11:content.auto.96">
            <ns1:extLst>
              <ns1:ext uri="{FF2B5EF4-FFF2-40B4-BE49-F238E27FC236}">
                <ns2:creationId id="{F47A1B0A-99AB-4CB8-B75D-CBD93C6791FB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4391025"/>
            <ns1:ext cx="2857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210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次のアクション</ns1:t>
            </ns1:r>
          </ns1:p>
        </ns0:txBody>
      </ns0:sp>
      <ns0:sp>
        <ns0:nvSpPr>
          <ns0:cNvPr id="119" name="trace:S11:content.auto.97">
            <ns1:extLst>
              <ns1:ext uri="{FF2B5EF4-FFF2-40B4-BE49-F238E27FC236}">
                <ns2:creationId id="{0D75B383-900E-4FF5-AAB4-C90F1057B755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4857750"/>
            <ns1:ext cx="552450" cy="552450"/>
          </ns1:xfrm>
          <ns1:prstGeom prst="ellipse">
            <ns1:avLst/>
          </ns1:pr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120" name="trace:S11:content.auto.98">
            <ns1:extLst>
              <ns1:ext uri="{FF2B5EF4-FFF2-40B4-BE49-F238E27FC236}">
                <ns2:creationId id="{93009964-0C10-4FB1-97A3-00A48F3F9CCF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4991100"/>
            <ns1:ext cx="5524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5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121" name="trace:S11:content.auto.99">
            <ns1:extLst>
              <ns1:ext uri="{FF2B5EF4-FFF2-40B4-BE49-F238E27FC236}">
                <ns2:creationId id="{3054B169-F24D-4EFC-993E-1472D35F3075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0" y="4886325"/>
            <ns1:ext cx="2571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追加ヒアリング</ns1:t>
            </ns1:r>
          </ns1:p>
        </ns0:txBody>
      </ns0:sp>
      <ns0:sp>
        <ns0:nvSpPr>
          <ns0:cNvPr id="122" name="trace:S11:content.auto.100">
            <ns1:extLst>
              <ns1:ext uri="{FF2B5EF4-FFF2-40B4-BE49-F238E27FC236}">
                <ns2:creationId id="{E0551723-AC21-4853-8983-B39DE74A2FE1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0" y="5210175"/>
            <ns1:ext cx="25717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12000"/>
              </ns1:lnSpc>
              <ns1:buNone/>
              <ns1:def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本資料の内容をもとに、必要な追加</ns1:t>
            </ns1:r>
          </ns1:p>
          <ns1:p>
            <ns1:pPr algn="l">
              <ns1:lnSpc>
                <ns1:spcPct val="112000"/>
              </ns1:lnSpc>
              <ns1:buNone/>
              <ns1:def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ヒアリングを実施します。</ns1:t>
            </ns1:r>
          </ns1:p>
        </ns0:txBody>
      </ns0:sp>
      <ns0:sp>
        <ns0:nvSpPr>
          <ns0:cNvPr id="123" name="trace:S11:content.auto.101">
            <ns1:extLst>
              <ns1:ext uri="{FF2B5EF4-FFF2-40B4-BE49-F238E27FC236}">
                <ns2:creationId id="{80479922-27AF-40AC-97C8-7990BCE4CC97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5781675"/>
            <ns1:ext cx="552450" cy="552450"/>
          </ns1:xfrm>
          <ns1:prstGeom prst="ellipse">
            <ns1:avLst/>
          </ns1:pr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124" name="trace:S11:content.auto.102">
            <ns1:extLst>
              <ns1:ext uri="{FF2B5EF4-FFF2-40B4-BE49-F238E27FC236}">
                <ns2:creationId id="{166D34FF-CA52-417A-B27D-59FFCC310B6F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5915025"/>
            <ns1:ext cx="5524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5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125" name="trace:S11:content.auto.103">
            <ns1:extLst>
              <ns1:ext uri="{FF2B5EF4-FFF2-40B4-BE49-F238E27FC236}">
                <ns2:creationId id="{AC4CBCCA-A0A4-470B-8F82-93D1806216ED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0" y="5810250"/>
            <ns1:ext cx="2571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条件の最終化</ns1:t>
            </ns1:r>
          </ns1:p>
        </ns0:txBody>
      </ns0:sp>
      <ns0:sp>
        <ns0:nvSpPr>
          <ns0:cNvPr id="126" name="trace:S11:content.auto.104">
            <ns1:extLst>
              <ns1:ext uri="{FF2B5EF4-FFF2-40B4-BE49-F238E27FC236}">
                <ns2:creationId id="{D732EB34-48FD-488A-9625-362188C909D4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0" y="6134100"/>
            <ns1:ext cx="25717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12000"/>
              </ns1:lnSpc>
              <ns1:buNone/>
              <ns1:def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ご判断事項を踏まえ、提案内容・条件を</ns1:t>
            </ns1:r>
          </ns1:p>
          <ns1:p>
            <ns1:pPr algn="l">
              <ns1:lnSpc>
                <ns1:spcPct val="112000"/>
              </ns1:lnSpc>
              <ns1:buNone/>
              <ns1:def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最終化します。</ns1:t>
            </ns1:r>
          </ns1:p>
        </ns0:txBody>
      </ns0:sp>
      <ns0:sp>
        <ns0:nvSpPr>
          <ns0:cNvPr id="127" name="trace:S11:content.auto.105">
            <ns1:extLst>
              <ns1:ext uri="{FF2B5EF4-FFF2-40B4-BE49-F238E27FC236}">
                <ns2:creationId id="{A1D133C3-BE1B-42B4-8ADF-EC9F38132781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6705600"/>
            <ns1:ext cx="552450" cy="552450"/>
          </ns1:xfrm>
          <ns1:prstGeom prst="ellipse">
            <ns1:avLst/>
          </ns1:pr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128" name="trace:S11:content.auto.106">
            <ns1:extLst>
              <ns1:ext uri="{FF2B5EF4-FFF2-40B4-BE49-F238E27FC236}">
                <ns2:creationId id="{FA105169-DF12-46D0-A0B9-81619803ACA1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6838950"/>
            <ns1:ext cx="5524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ctr">
              <ns1:lnSpc>
                <ns1:spcPct val="105000"/>
              </ns1:lnSpc>
              <ns1:buNone/>
              <ns1:defRPr sz="15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129" name="trace:S11:content.auto.107">
            <ns1:extLst>
              <ns1:ext uri="{FF2B5EF4-FFF2-40B4-BE49-F238E27FC236}">
                <ns2:creationId id="{D705AF35-7CBD-4FAF-ABCF-9B317FEF1348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0" y="6734175"/>
            <ns1:ext cx="2571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650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正式提案・開始判断</ns1:t>
            </ns1:r>
          </ns1:p>
        </ns0:txBody>
      </ns0:sp>
      <ns0:sp>
        <ns0:nvSpPr>
          <ns0:cNvPr id="130" name="trace:S11:content.auto.108">
            <ns1:extLst>
              <ns1:ext uri="{FF2B5EF4-FFF2-40B4-BE49-F238E27FC236}">
                <ns2:creationId id="{C63B4032-9182-4863-AC3A-2ADC10B8CE0C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0" y="7058025"/>
            <ns1:ext cx="25717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12000"/>
              </ns1:lnSpc>
              <ns1:buNone/>
              <ns1:def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最終提案をご提示し、ご導入のご判断を</ns1:t>
            </ns1:r>
          </ns1:p>
          <ns1:p>
            <ns1:pPr algn="l">
              <ns1:lnSpc>
                <ns1:spcPct val="112000"/>
              </ns1:lnSpc>
              <ns1:buNone/>
              <ns1:def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いただきます。</ns1:t>
            </ns1:r>
          </ns1:p>
        </ns0:txBody>
      </ns0:sp>
      <ns0:sp>
        <ns0:nvSpPr>
          <ns0:cNvPr id="133" name="trace:S11:header.brand">
            <ns1:extLst>
              <ns1:ext uri="{FF2B5EF4-FFF2-40B4-BE49-F238E27FC236}">
                <ns2:creationId id="{4F9BBE0E-2135-4323-BD2E-40DCFC66B48F}"/>
              </ns1:ext>
            </ns1:extLst>
          </ns0:cNvPr>
          <ns0:cNvSpPr>
            <ns1:spLocks noGrp="1"/>
          </ns0:cNvSpPr>
          <ns0:nvPr/>
        </ns0:nvSpPr>
        <ns0:spPr>
          <ns1:xfrm>
            <ns1:off x="9867900" y="257175"/>
            <ns1:ext cx="2095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l">
              <ns1:lnSpc>
                <ns1:spcPct val="105000"/>
              </ns1:lnSpc>
              <ns1:buNone/>
              <ns1:defRPr sz="187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34" name="trace:S11:content.auto.109">
            <ns1:extLst>
              <ns1:ext uri="{FF2B5EF4-FFF2-40B4-BE49-F238E27FC236}">
                <ns2:creationId id="{FCD0D25C-211A-471D-8EA2-7675B92E398F}"/>
              </ns1:ext>
            </ns1:extLst>
          </ns0:cNvPr>
          <ns0:cNvSpPr>
            <ns1:spLocks noGrp="1"/>
          </ns0:cNvSpPr>
          <ns0:nvPr/>
        </ns0:nvSpPr>
        <ns0:spPr>
          <ns1:xfrm>
            <ns1:off x="9448800" y="3324225"/>
            <ns1:ext cx="495300" cy="352425"/>
          </ns1:xfrm>
          <ns1:custGeom>
            <ns1:pathLst>
              <ns1:path w="495300" h="352425">
                <ns1:moveTo>
                  <ns1:pt x="0" y="123825"/>
                </ns1:moveTo>
                <ns1:lnTo>
                  <ns1:pt x="95250" y="28575"/>
                </ns1:lnTo>
                <ns1:lnTo>
                  <ns1:pt x="219075" y="104775"/>
                </ns1:lnTo>
                <ns1:lnTo>
                  <ns1:pt x="276225" y="57150"/>
                </ns1:lnTo>
                <ns1:lnTo>
                  <ns1:pt x="371475" y="28575"/>
                </ns1:lnTo>
                <ns1:lnTo>
                  <ns1:pt x="495300" y="123825"/>
                </ns1:lnTo>
                <ns1:lnTo>
                  <ns1:pt x="409575" y="219075"/>
                </ns1:lnTo>
                <ns1:lnTo>
                  <ns1:pt x="314325" y="142875"/>
                </ns1:lnTo>
                <ns1:lnTo>
                  <ns1:pt x="257175" y="200025"/>
                </ns1:lnTo>
                <ns1:lnTo>
                  <ns1:pt x="190500" y="152400"/>
                </ns1:lnTo>
                <ns1:lnTo>
                  <ns1:pt x="104775" y="238125"/>
                </ns1:lnTo>
                <ns1:close/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35" name="trace:S11:content.auto.110">
            <ns1:extLst>
              <ns1:ext uri="{FF2B5EF4-FFF2-40B4-BE49-F238E27FC236}">
                <ns2:creationId id="{0ACC6527-AB90-4194-92F3-6EC4D2426D5F}"/>
              </ns1:ext>
            </ns1:extLst>
          </ns0:cNvPr>
          <ns0:cNvSpPr>
            <ns1:spLocks noGrp="1"/>
          </ns0:cNvSpPr>
          <ns0:nvPr/>
        </ns0:nvSpPr>
        <ns0:spPr>
          <ns1:xfrm>
            <ns1:off x="9467850" y="3343275"/>
            <ns1:ext cx="66675" cy="190500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36" name="trace:S11:content.auto.111">
            <ns1:extLst>
              <ns1:ext uri="{FF2B5EF4-FFF2-40B4-BE49-F238E27FC236}">
                <ns2:creationId id="{5BB8D91B-D24C-4C83-A8E8-14CEEB41C167}"/>
              </ns1:ext>
            </ns1:extLst>
          </ns0:cNvPr>
          <ns0:cNvSpPr>
            <ns1:spLocks noGrp="1"/>
          </ns0:cNvSpPr>
          <ns0:nvPr/>
        </ns0:nvSpPr>
        <ns0:spPr>
          <ns1:xfrm>
            <ns1:off x="9858375" y="3343275"/>
            <ns1:ext cx="66675" cy="190500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37" name="trace:S11:content.auto.112">
            <ns1:extLst>
              <ns1:ext uri="{FF2B5EF4-FFF2-40B4-BE49-F238E27FC236}">
                <ns2:creationId id="{CD45A058-C229-46EE-A142-8489DDA82105}"/>
              </ns1:ext>
            </ns1:extLst>
          </ns0:cNvPr>
          <ns0:cNvSpPr>
            <ns1:spLocks noGrp="1"/>
          </ns0:cNvSpPr>
          <ns0:nvPr/>
        </ns0:nvSpPr>
        <ns0:spPr>
          <ns1:xfrm>
            <ns1:off x="9563100" y="3533775"/>
            <ns1:ext cx="104775" cy="104775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38" name="trace:S11:content.auto.113">
            <ns1:extLst>
              <ns1:ext uri="{FF2B5EF4-FFF2-40B4-BE49-F238E27FC236}">
                <ns2:creationId id="{8113A2B2-0EE9-484A-A3E8-1A5482FF6632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3552825"/>
            <ns1:ext cx="85725" cy="85725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39" name="trace:S11:content.auto.114">
            <ns1:extLst>
              <ns1:ext uri="{FF2B5EF4-FFF2-40B4-BE49-F238E27FC236}">
                <ns2:creationId id="{5007258F-127F-4651-9319-A21FC00BAA2B}"/>
              </ns1:ext>
            </ns1:extLst>
          </ns0:cNvPr>
          <ns0:cNvSpPr>
            <ns1:spLocks noGrp="1"/>
          </ns0:cNvSpPr>
          <ns0:nvPr/>
        </ns0:nvSpPr>
        <ns0:spPr>
          <ns1:xfrm>
            <ns1:off x="9753600" y="3552825"/>
            <ns1:ext cx="76200" cy="76200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40" name="trace:S11:content.auto.115">
            <ns1:extLst>
              <ns1:ext uri="{FF2B5EF4-FFF2-40B4-BE49-F238E27FC236}">
                <ns2:creationId id="{AC160DFE-5659-4C18-84B5-5C65D1A71FEC}"/>
              </ns1:ext>
            </ns1:extLst>
          </ns0:cNvPr>
          <ns0:cNvSpPr>
            <ns1:spLocks noGrp="1"/>
          </ns0:cNvSpPr>
          <ns0:nvPr/>
        </ns0:nvSpPr>
        <ns0:spPr>
          <ns1:xfrm>
            <ns1:off x="9829800" y="3543300"/>
            <ns1:ext cx="85725" cy="85725"/>
          </ns1:xfrm>
          <ns1:prstGeom prst="line">
            <ns1:avLst/>
          </ns1:prstGeom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41" name="trace:S11:footer.date">
            <ns1:extLst>
              <ns1:ext uri="{FF2B5EF4-FFF2-40B4-BE49-F238E27FC236}">
                <ns2:creationId id="{A6165D22-5F16-47C8-8D90-C610B16BA31C}"/>
              </ns1:ext>
            </ns1:extLst>
          </ns0:cNvPr>
          <ns0:cNvSpPr>
            <ns1:spLocks noGrp="1"/>
          </ns0:cNvSpPr>
          <ns0:nvPr/>
        </ns0:nvSpPr>
        <ns0:spPr>
          <ns1:xfrm>
            <ns1:off x="14192250" y="8315325"/>
            <ns1:ext cx="95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/>
          <ns1:lstStyle/>
          <ns1:p>
            <ns1:pPr algn="r">
              <ns1:lnSpc>
                <ns1:spcPct val="105000"/>
              </ns1:lnSpc>
              <ns1:buNone/>
              <ns1:defRPr sz="1050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11820"/>
                </ns1:solidFill>
                <ns1:latin typeface="Yu Gothic"/>
                <ns1:ea typeface="Yu Gothic"/>
                <ns1:cs typeface="Yu Gothic"/>
              </ns1:rPr>
              <ns1:t>2026.08.26</ns1:t>
            </ns1:r>
          </ns1:p>
        </ns0:txBody>
      </ns0:sp>
      <ns0:sp>
        <ns0:nvSpPr>
          <ns0:cNvPr id="142" name="trace:S11:content.auto.116">
            <ns1:extLst>
              <ns1:ext uri="{FF2B5EF4-FFF2-40B4-BE49-F238E27FC236}">
                <ns2:creationId id="{B13A3754-FE30-4390-9EB8-7F391996B992}"/>
              </ns1:ext>
            </ns1:extLst>
          </ns0:cNvPr>
          <ns0:cNvSpPr>
            <ns1:spLocks noGrp="1"/>
          </ns0:cNvSpPr>
          <ns0:nvPr/>
        </ns0:nvSpPr>
        <ns0:spPr>
          <ns1:xfrm>
            <ns1:off x="15259050" y="8420100"/>
            <ns1:ext cx="323850" cy="0"/>
          </ns1:xfrm>
          <ns1:prstGeom prst="line">
            <ns1:avLst/>
          </ns1:prstGeom>
          <ns1:ln w="9525">
            <ns1:solidFill>
              <ns1:srgbClr val="5D6A76"/>
            </ns1:solidFill>
            <ns1:prstDash val="solid"/>
          </ns1:ln>
        </ns0:spPr>
      </ns0:sp>
      <ns0:sp>
        <ns0:nvSpPr>
          <ns0:cNvPr id="144" name="trace:S11:content.auto.117">
            <ns1:extLst>
              <ns1:ext uri="{FF2B5EF4-FFF2-40B4-BE49-F238E27FC236}">
                <ns2:creationId id="{B53EA515-213F-499B-ACFF-E31CAC792B9C}"/>
              </ns1:ext>
            </ns1:extLst>
          </ns0:cNvPr>
          <ns0:cNvSpPr>
            <ns1:spLocks noGrp="1"/>
          </ns0:cNvSpPr>
          <ns0:nvPr/>
        </ns0:nvSpPr>
        <ns0:spPr>
          <ns1:xfrm>
            <ns1:off x="514350" y="8220075"/>
            <ns1:ext cx="476250" cy="3238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45" name="trace:S11:content.auto.118">
            <ns1:extLst>
              <ns1:ext uri="{FF2B5EF4-FFF2-40B4-BE49-F238E27FC236}">
                <ns2:creationId id="{26C6637F-CF85-40FE-87D0-65211ECF6856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8267700"/>
            <ns1:ext cx="323850" cy="123825"/>
          </ns1:xfrm>
          <ns1:custGeom>
            <ns1:pathLst>
              <ns1:path w="323850" h="123825">
                <ns1:moveTo>
                  <ns1:pt x="0" y="47625"/>
                </ns1:moveTo>
                <ns1:lnTo>
                  <ns1:pt x="171450" y="0"/>
                </ns1:lnTo>
                <ns1:lnTo>
                  <ns1:pt x="323850" y="47625"/>
                </ns1:lnTo>
                <ns1:lnTo>
                  <ns1:pt x="152400" y="104775"/>
                </ns1:lnTo>
                <ns1:close/>
              </ns1:path>
            </ns1:pathLst>
          </ns1:custGeom>
          <ns1:solidFill>
            <ns1:srgbClr val="E51B23"/>
          </ns1:solidFill>
          <ns1:ln w="0">
            <ns1:noFill/>
            <ns1:prstDash val="solid"/>
          </ns1:ln>
        </ns0:spPr>
      </ns0:sp>
      <ns0:sp>
        <ns0:nvSpPr>
          <ns0:cNvPr id="146" name="trace:S11:content.auto.119">
            <ns1:extLst>
              <ns1:ext uri="{FF2B5EF4-FFF2-40B4-BE49-F238E27FC236}">
                <ns2:creationId id="{0D0E68C5-0152-47E0-9FD8-4D35AE0D55EE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8372475"/>
            <ns1:ext cx="200025" cy="95250"/>
          </ns1:xfrm>
          <ns1:custGeom>
            <ns1:pathLst>
              <ns1:path w="200025" h="95250">
                <ns1:moveTo>
                  <ns1:pt x="0" y="0"/>
                </ns1:moveTo>
                <ns1:lnTo>
                  <ns1:pt x="200025" y="38100"/>
                </ns1:lnTo>
                <ns1:lnTo>
                  <ns1:pt x="200025" y="95250"/>
                </ns1:lnTo>
                <ns1:lnTo>
                  <ns1:pt x="0" y="57150"/>
                </ns1:lnTo>
                <ns1:close/>
              </ns1:path>
            </ns1:pathLst>
          </ns1:custGeom>
          <ns1:solidFill>
            <ns1:srgbClr val="3F474D"/>
          </ns1:solidFill>
          <ns1:ln w="0">
            <ns1:noFill/>
            <ns1:prstDash val="solid"/>
          </ns1:ln>
        </ns0:spPr>
      </ns0:sp>
      <ns0:sp>
        <ns0:nvSpPr>
          <ns0:cNvPr id="147" name="trace:S11:content.auto.120">
            <ns1:extLst>
              <ns1:ext uri="{FF2B5EF4-FFF2-40B4-BE49-F238E27FC236}">
                <ns2:creationId id="{29DD5DC4-A812-4A07-B749-C08AD72C0950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8382000"/>
            <ns1:ext cx="314325" cy="114300"/>
          </ns1:xfrm>
          <ns1:custGeom>
            <ns1:pathLst>
              <ns1:path w="314325" h="114300">
                <ns1:moveTo>
                  <ns1:pt x="0" y="38100"/>
                </ns1:moveTo>
                <ns1:lnTo>
                  <ns1:pt x="171450" y="0"/>
                </ns1:lnTo>
                <ns1:lnTo>
                  <ns1:pt x="314325" y="47625"/>
                </ns1:lnTo>
                <ns1:lnTo>
                  <ns1:pt x="142875" y="114300"/>
                </ns1:lnTo>
                <ns1:close/>
              </ns1:path>
            </ns1:pathLst>
          </ns1:custGeom>
          <ns1:solidFill>
            <ns1:srgbClr val="20262B"/>
          </ns1:solidFill>
          <ns1:ln w="0">
            <ns1:noFill/>
            <ns1:prstDash val="solid"/>
          </ns1:ln>
        </ns0:spPr>
      </ns0:sp>
    </ns0:spTree>
    <ns0:extLst>
      <ns0:ext uri="{BB962C8B-B14F-4D97-AF65-F5344CB8AC3E}">
        <ns4:creationId val="1226052999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2026-09-19T21:07:10.2220000Z</dcterms:created>
  <dcterms:modified xsi:type="dcterms:W3CDTF">2026-09-19T21:07:10.2220000Z</dcterms:modified>
</coreProperties>
</file>