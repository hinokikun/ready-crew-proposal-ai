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d3aa47f144911" /><Relationship Type="http://schemas.openxmlformats.org/officeDocument/2006/relationships/extended-properties" Target="/docProps/app.xml" Id="Re5bc0a2bf9be4155" /><Relationship Type="http://schemas.openxmlformats.org/officeDocument/2006/relationships/officeDocument" Target="/ppt/presentation.xml" Id="R317ece4a78774f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179bdc1e84452"/>
  </p:sldMasterIdLst>
  <p:notesMasterIdLst>
    <p:notesMasterId xmlns:r="http://schemas.openxmlformats.org/officeDocument/2006/relationships" r:id="Re80ee0f1dd03461c"/>
  </p:notesMasterIdLst>
  <p:sldIdLst>
    <p:sldId xmlns:r="http://schemas.openxmlformats.org/officeDocument/2006/relationships" id="256" r:id="Rc3f4c27169044f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c1349d085415b" /><Relationship Type="http://schemas.openxmlformats.org/officeDocument/2006/relationships/slideMaster" Target="/ppt/slideMasters/slideMaster1.xml" Id="R259179bdc1e84452" /><Relationship Type="http://schemas.openxmlformats.org/officeDocument/2006/relationships/notesMaster" Target="/ppt/notesMasters/notesMaster1.xml" Id="Re80ee0f1dd03461c" /><Relationship Type="http://schemas.openxmlformats.org/officeDocument/2006/relationships/presProps" Target="/ppt/presProps.xml" Id="Reb0ee9b9d9b9435e" /><Relationship Type="http://schemas.openxmlformats.org/officeDocument/2006/relationships/tableStyles" Target="/ppt/tableStyles.xml" Id="R5519db7795f543f8" /><Relationship Type="http://schemas.openxmlformats.org/officeDocument/2006/relationships/slide" Target="/ppt/slides/slide1.xml" Id="Rc3f4c2716904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838330fa5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06005cc174053" /><Relationship Type="http://schemas.openxmlformats.org/officeDocument/2006/relationships/notesMaster" Target="/ppt/notesMasters/notesMaster1.xml" Id="Rcd3fbd1f61cf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23180f48e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e909f941c34ebc" /><Relationship Type="http://schemas.openxmlformats.org/officeDocument/2006/relationships/slideLayout" Target="/ppt/slideLayouts/slideLayout1.xml" Id="R9dc82c74a7554e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c82c74a7554e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3c140a7d344ab" /><Relationship Type="http://schemas.openxmlformats.org/officeDocument/2006/relationships/notesSlide" Target="/ppt/notesSlides/notesSlide1.xml" Id="R4dbe50e5b40b4b3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5" name="trace:S06:content.auto">
            <ns1:extLst>
              <ns1:ext uri="{FF2B5EF4-FFF2-40B4-BE49-F238E27FC236}">
                <ns2:creationId id="{3D721E3A-13EE-4B18-9C83-E834BD0DD7C1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161925"/>
            <ns1:ext cx="361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08</ns1:t>
            </ns1:r>
          </ns1:p>
        </ns0:txBody>
      </ns0:sp>
      <ns0:sp>
        <ns0:nvSpPr>
          <ns0:cNvPr id="2" name="trace:S06:content.auto.2">
            <ns1:extLst>
              <ns1:ext uri="{FF2B5EF4-FFF2-40B4-BE49-F238E27FC236}">
                <ns2:creationId id="{2BED9E2B-E58F-49E3-BF2D-22E9E6786273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61925"/>
            <ns1:ext cx="1619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ご提案内容</ns1:t>
            </ns1:r>
          </ns1:p>
        </ns0:txBody>
      </ns0:sp>
      <ns0:sp>
        <ns0:nvSpPr>
          <ns0:cNvPr id="3" name="trace:S06:content.auto.3">
            <ns1:extLst>
              <ns1:ext uri="{FF2B5EF4-FFF2-40B4-BE49-F238E27FC236}">
                <ns2:creationId id="{3176E905-E3D0-4700-BF0E-CF987217FA4A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276225"/>
            <ns1:ext cx="9229725" cy="0"/>
          </ns1:xfrm>
          <ns1:prstGeom prst="line">
            <ns1:avLst/>
          </ns1:prstGeom>
          <ns1:noFill/>
          <ns1:ln w="11430">
            <ns1:solidFill>
              <ns1:srgbClr val="0B1E34"/>
            </ns1:solidFill>
            <ns1:prstDash val="solid"/>
          </ns1:ln>
        </ns0:spPr>
      </ns0:sp>
      <ns0:sp>
        <ns0:nvSpPr>
          <ns0:cNvPr id="4" name="trace:S06:footer.date">
            <ns1:extLst>
              <ns1:ext uri="{FF2B5EF4-FFF2-40B4-BE49-F238E27FC236}">
                <ns2:creationId id="{84FA2DA8-4A4A-4BF3-87D2-822D093868B7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61925"/>
            <ns1:ext cx="12001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5" name="trace:S06:content.auto.4">
            <ns1:extLst>
              <ns1:ext uri="{FF2B5EF4-FFF2-40B4-BE49-F238E27FC236}">
                <ns2:creationId id="{4D995D97-B644-45B3-9BF7-9A2ED1375404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552450"/>
            <ns1:ext cx="68580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導入戦略</ns1:t>
            </ns1:r>
          </ns1:p>
        </ns0:txBody>
      </ns0:sp>
      <ns0:sp>
        <ns0:nvSpPr>
          <ns0:cNvPr id="6" name="trace:S06:title.primary">
            <ns1:extLst>
              <ns1:ext uri="{FF2B5EF4-FFF2-40B4-BE49-F238E27FC236}">
                <ns2:creationId id="{5E552E47-8E10-49A7-95C5-DC62CA8D3605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1200150"/>
            <ns1:ext cx="10096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1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段階導入でリスクを抑えながら現場定着を進める</ns1:t>
            </ns1:r>
          </ns1:p>
        </ns0:txBody>
      </ns0:sp>
      <ns0:sp>
        <ns0:nvSpPr>
          <ns0:cNvPr id="7" name="trace:S06:content.auto.5">
            <ns1:extLst>
              <ns1:ext uri="{FF2B5EF4-FFF2-40B4-BE49-F238E27FC236}">
                <ns2:creationId id="{1022616A-BB4C-4B79-80A9-B55C3F923EE1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1885950"/>
            <ns1:ext cx="3638550" cy="2762250"/>
          </ns1:xfrm>
          <ns1:custGeom>
            <ns1:pathLst>
              <ns1:path w="3638550" h="2762250">
                <ns1:moveTo>
                  <ns1:pt x="0" y="0"/>
                </ns1:moveTo>
                <ns1:lnTo>
                  <ns1:pt x="3333750" y="0"/>
                </ns1:lnTo>
                <ns1:lnTo>
                  <ns1:pt x="3638550" y="1381125"/>
                </ns1:lnTo>
                <ns1:lnTo>
                  <ns1:pt x="3333750" y="2762250"/>
                </ns1:lnTo>
                <ns1:lnTo>
                  <ns1:pt x="0" y="2762250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8" name="trace:S06:content.auto.6">
            <ns1:extLst>
              <ns1:ext uri="{FF2B5EF4-FFF2-40B4-BE49-F238E27FC236}">
                <ns2:creationId id="{13DF48B3-385B-47F7-83F8-5C379B930C46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2114550"/>
            <ns1:ext cx="76200" cy="5524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9" name="trace:S06:content.auto.7">
            <ns1:extLst>
              <ns1:ext uri="{FF2B5EF4-FFF2-40B4-BE49-F238E27FC236}">
                <ns2:creationId id="{1BD672A7-BB34-43C9-ADD8-7A5872CD2232}"/>
              </ns1:ext>
            </ns1:extLst>
          </ns0:cNvPr>
          <ns0:cNvSpPr>
            <ns1:spLocks noGrp="1"/>
          </ns0:cNvSpPr>
          <ns0:nvPr/>
        </ns0:nvSpPr>
        <ns0:spPr>
          <ns1:xfrm>
            <ns1:off x="885825" y="2076450"/>
            <ns1:ext cx="11430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STEP 1</ns1:t>
            </ns1:r>
          </ns1:p>
        </ns0:txBody>
      </ns0:sp>
      <ns0:sp>
        <ns0:nvSpPr>
          <ns0:cNvPr id="10" name="trace:S06:title.primary.2">
            <ns1:extLst>
              <ns1:ext uri="{FF2B5EF4-FFF2-40B4-BE49-F238E27FC236}">
                <ns2:creationId id="{CBD0FA1C-68EF-49D6-9540-713B767994C1}"/>
              </ns1:ext>
            </ns1:extLst>
          </ns0:cNvPr>
          <ns0:cNvSpPr>
            <ns1:spLocks noGrp="1"/>
          </ns0:cNvSpPr>
          <ns0:nvPr/>
        </ns0:nvSpPr>
        <ns0:spPr>
          <ns1:xfrm>
            <ns1:off x="885825" y="2409825"/>
            <ns1:ext cx="27622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対象業務の定義</ns1:t>
            </ns1:r>
          </ns1:p>
        </ns0:txBody>
      </ns0:sp>
      <ns0:sp>
        <ns0:nvSpPr>
          <ns0:cNvPr id="11" name="trace:S06:content.auto.8">
            <ns1:extLst>
              <ns1:ext uri="{FF2B5EF4-FFF2-40B4-BE49-F238E27FC236}">
                <ns2:creationId id="{4D76D071-6973-4F78-AC8F-595E024FCF1B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32194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2" name="trace:S06:content.auto.9">
            <ns1:extLst>
              <ns1:ext uri="{FF2B5EF4-FFF2-40B4-BE49-F238E27FC236}">
                <ns2:creationId id="{EF4141C1-4F75-4390-AD3F-9BBF0CC90C38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31432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対象範囲と確認項目を整理する</ns1:t>
            </ns1:r>
          </ns1:p>
        </ns0:txBody>
      </ns0:sp>
      <ns0:sp>
        <ns0:nvSpPr>
          <ns0:cNvPr id="13" name="trace:S06:content.auto.10">
            <ns1:extLst>
              <ns1:ext uri="{FF2B5EF4-FFF2-40B4-BE49-F238E27FC236}">
                <ns2:creationId id="{1BFD63DB-A107-4280-AE0C-8E684F1C0482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3562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4" name="trace:S06:lead">
            <ns1:extLst>
              <ns1:ext uri="{FF2B5EF4-FFF2-40B4-BE49-F238E27FC236}">
                <ns2:creationId id="{72CDBF74-2AFD-42B8-85F2-5A6AC199C552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34861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評価条件と成功条件は確認後に確定する</ns1:t>
            </ns1:r>
          </ns1:p>
        </ns0:txBody>
      </ns0:sp>
      <ns0:sp>
        <ns0:nvSpPr>
          <ns0:cNvPr id="15" name="trace:S06:content.auto.11">
            <ns1:extLst>
              <ns1:ext uri="{FF2B5EF4-FFF2-40B4-BE49-F238E27FC236}">
                <ns2:creationId id="{D4EE5EFE-1439-41C3-8032-ABE168F6DDDA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771900"/>
            <ns1:ext cx="876300" cy="8763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16" name="trace:S06:content.auto.12">
            <ns1:extLst>
              <ns1:ext uri="{FF2B5EF4-FFF2-40B4-BE49-F238E27FC236}">
                <ns2:creationId id="{85E3B9BC-CD94-4865-8647-4478DF4907C1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426720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7" name="trace:S06:content.auto.13">
            <ns1:extLst>
              <ns1:ext uri="{FF2B5EF4-FFF2-40B4-BE49-F238E27FC236}">
                <ns2:creationId id="{8B7B063C-F599-4409-A5E4-9E17B074F5AA}"/>
              </ns1:ext>
            </ns1:extLst>
          </ns0:cNvPr>
          <ns0:cNvSpPr>
            <ns1:spLocks noGrp="1"/>
          </ns0:cNvSpPr>
          <ns0:nvPr/>
        </ns0:nvSpPr>
        <ns0:spPr>
          <ns1:xfrm>
            <ns1:off x="1285875" y="445770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8" name="trace:S06:content.auto.14">
            <ns1:extLst>
              <ns1:ext uri="{FF2B5EF4-FFF2-40B4-BE49-F238E27FC236}">
                <ns2:creationId id="{63472BF7-DDCE-4056-BE64-9FDB11B96E06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4038600"/>
            <ns1:ext cx="152400" cy="209550"/>
          </ns1:xfrm>
          <ns1:prstGeom prst="ellipse">
            <ns1:avLst/>
          </ns1:prstGeom>
          <ns1:solidFill>
            <ns1:srgbClr val="F6A9B0"/>
          </ns1:solidFill>
          <ns1:ln w="0">
            <ns1:noFill/>
            <ns1:prstDash val="solid"/>
          </ns1:ln>
        </ns0:spPr>
      </ns0:sp>
      <ns0:sp>
        <ns0:nvSpPr>
          <ns0:cNvPr id="19" name="trace:S06:content.auto.15">
            <ns1:extLst>
              <ns1:ext uri="{FF2B5EF4-FFF2-40B4-BE49-F238E27FC236}">
                <ns2:creationId id="{D69707C0-88DD-4C04-A59E-A45361543218}"/>
              </ns1:ext>
            </ns1:extLst>
          </ns0:cNvPr>
          <ns0:cNvSpPr>
            <ns1:spLocks noGrp="1"/>
          </ns0:cNvSpPr>
          <ns0:nvPr/>
        </ns0:nvSpPr>
        <ns0:spPr>
          <ns1:xfrm>
            <ns1:off x="1314450" y="4000500"/>
            <ns1:ext cx="152400" cy="209550"/>
          </ns1:xfrm>
          <ns1:prstGeom prst="ellipse">
            <ns1:avLst/>
          </ns1:prstGeom>
          <ns1:solidFill>
            <ns1:srgbClr val="E85F71"/>
          </ns1:solidFill>
          <ns1:ln w="0">
            <ns1:noFill/>
            <ns1:prstDash val="solid"/>
          </ns1:ln>
        </ns0:spPr>
      </ns0:sp>
      <ns0:sp>
        <ns0:nvSpPr>
          <ns0:cNvPr id="20" name="trace:S06:content.auto.16">
            <ns1:extLst>
              <ns1:ext uri="{FF2B5EF4-FFF2-40B4-BE49-F238E27FC236}">
                <ns2:creationId id="{1470ECD1-04F5-463A-BC7D-82655D41C2E2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4067175"/>
            <ns1:ext cx="152400" cy="209550"/>
          </ns1:xfrm>
          <ns1:prstGeom prst="ellipse">
            <ns1:avLst/>
          </ns1:prstGeom>
          <ns1:solidFill>
            <ns1:srgbClr val="FFFFFF"/>
          </ns1:solidFill>
          <ns1:ln w="9525">
            <ns1:solidFill>
              <ns1:srgbClr val="F01D2D"/>
            </ns1:solidFill>
            <ns1:prstDash val="solid"/>
          </ns1:ln>
        </ns0:spPr>
      </ns0:sp>
      <ns0:sp>
        <ns0:nvSpPr>
          <ns0:cNvPr id="21" name="trace:S06:content.auto.17">
            <ns1:extLst>
              <ns1:ext uri="{FF2B5EF4-FFF2-40B4-BE49-F238E27FC236}">
                <ns2:creationId id="{BDCE6CCB-8708-4A2C-94B2-A611B78EA55A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17195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22" name="trace:S06:content.auto.18">
            <ns1:extLst>
              <ns1:ext uri="{FF2B5EF4-FFF2-40B4-BE49-F238E27FC236}">
                <ns2:creationId id="{71E3E5DF-911F-402E-8333-C5025916287B}"/>
              </ns1:ext>
            </ns1:extLst>
          </ns0:cNvPr>
          <ns0:cNvSpPr>
            <ns1:spLocks noGrp="1"/>
          </ns0:cNvSpPr>
          <ns0:nvPr/>
        </ns0:nvSpPr>
        <ns0:spPr>
          <ns1:xfrm>
            <ns1:off x="1495425" y="436245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23" name="trace:S06:content.auto.19">
            <ns1:extLst>
              <ns1:ext uri="{FF2B5EF4-FFF2-40B4-BE49-F238E27FC236}">
                <ns2:creationId id="{2E543755-9726-41D5-9982-F3D880120DD0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" y="3943350"/>
            <ns1:ext cx="152400" cy="209550"/>
          </ns1:xfrm>
          <ns1:prstGeom prst="ellipse">
            <ns1:avLst/>
          </ns1:prstGeom>
          <ns1:solidFill>
            <ns1:srgbClr val="F6A9B0"/>
          </ns1:solidFill>
          <ns1:ln w="0">
            <ns1:noFill/>
            <ns1:prstDash val="solid"/>
          </ns1:ln>
        </ns0:spPr>
      </ns0:sp>
      <ns0:sp>
        <ns0:nvSpPr>
          <ns0:cNvPr id="24" name="trace:S06:content.auto.20">
            <ns1:extLst>
              <ns1:ext uri="{FF2B5EF4-FFF2-40B4-BE49-F238E27FC236}">
                <ns2:creationId id="{A707DB63-05AA-44D8-8CE1-6384AC80C70D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3905250"/>
            <ns1:ext cx="152400" cy="209550"/>
          </ns1:xfrm>
          <ns1:prstGeom prst="ellipse">
            <ns1:avLst/>
          </ns1:prstGeom>
          <ns1:solidFill>
            <ns1:srgbClr val="E85F71"/>
          </ns1:solidFill>
          <ns1:ln w="0">
            <ns1:noFill/>
            <ns1:prstDash val="solid"/>
          </ns1:ln>
        </ns0:spPr>
      </ns0:sp>
      <ns0:sp>
        <ns0:nvSpPr>
          <ns0:cNvPr id="25" name="trace:S06:content.auto.21">
            <ns1:extLst>
              <ns1:ext uri="{FF2B5EF4-FFF2-40B4-BE49-F238E27FC236}">
                <ns2:creationId id="{46336DC6-57BD-40E5-8617-926C19669088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3971925"/>
            <ns1:ext cx="152400" cy="209550"/>
          </ns1:xfrm>
          <ns1:prstGeom prst="ellipse">
            <ns1:avLst/>
          </ns1:prstGeom>
          <ns1:solidFill>
            <ns1:srgbClr val="FFFFFF"/>
          </ns1:solidFill>
          <ns1:ln w="9525">
            <ns1:solidFill>
              <ns1:srgbClr val="F01D2D"/>
            </ns1:solidFill>
            <ns1:prstDash val="solid"/>
          </ns1:ln>
        </ns0:spPr>
      </ns0:sp>
      <ns0:sp>
        <ns0:nvSpPr>
          <ns0:cNvPr id="26" name="trace:S06:content.auto.22">
            <ns1:extLst>
              <ns1:ext uri="{FF2B5EF4-FFF2-40B4-BE49-F238E27FC236}">
                <ns2:creationId id="{B847FC59-118A-4657-B1A3-126C511FCA54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428625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27" name="trace:S06:content.auto.23">
            <ns1:extLst>
              <ns1:ext uri="{FF2B5EF4-FFF2-40B4-BE49-F238E27FC236}">
                <ns2:creationId id="{88274994-7039-4CEB-BBA3-949930C01D42}"/>
              </ns1:ext>
            </ns1:extLst>
          </ns0:cNvPr>
          <ns0:cNvSpPr>
            <ns1:spLocks noGrp="1"/>
          </ns0:cNvSpPr>
          <ns0:nvPr/>
        </ns0:nvSpPr>
        <ns0:spPr>
          <ns1:xfrm>
            <ns1:off x="1666875" y="447675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28" name="trace:S06:content.auto.24">
            <ns1:extLst>
              <ns1:ext uri="{FF2B5EF4-FFF2-40B4-BE49-F238E27FC236}">
                <ns2:creationId id="{F8FF48A9-AF53-44C6-BEA2-04D04357F996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057650"/>
            <ns1:ext cx="152400" cy="209550"/>
          </ns1:xfrm>
          <ns1:prstGeom prst="ellipse">
            <ns1:avLst/>
          </ns1:prstGeom>
          <ns1:solidFill>
            <ns1:srgbClr val="F6A9B0"/>
          </ns1:solidFill>
          <ns1:ln w="0">
            <ns1:noFill/>
            <ns1:prstDash val="solid"/>
          </ns1:ln>
        </ns0:spPr>
      </ns0:sp>
      <ns0:sp>
        <ns0:nvSpPr>
          <ns0:cNvPr id="29" name="trace:S06:content.auto.25">
            <ns1:extLst>
              <ns1:ext uri="{FF2B5EF4-FFF2-40B4-BE49-F238E27FC236}">
                <ns2:creationId id="{839C4069-FDB8-49E3-AE63-3CED903EEE6E}"/>
              </ns1:ext>
            </ns1:extLst>
          </ns0:cNvPr>
          <ns0:cNvSpPr>
            <ns1:spLocks noGrp="1"/>
          </ns0:cNvSpPr>
          <ns0:nvPr/>
        </ns0:nvSpPr>
        <ns0:spPr>
          <ns1:xfrm>
            <ns1:off x="1695450" y="4019550"/>
            <ns1:ext cx="152400" cy="209550"/>
          </ns1:xfrm>
          <ns1:prstGeom prst="ellipse">
            <ns1:avLst/>
          </ns1:prstGeom>
          <ns1:solidFill>
            <ns1:srgbClr val="E85F71"/>
          </ns1:solidFill>
          <ns1:ln w="0">
            <ns1:noFill/>
            <ns1:prstDash val="solid"/>
          </ns1:ln>
        </ns0:spPr>
      </ns0:sp>
      <ns0:sp>
        <ns0:nvSpPr>
          <ns0:cNvPr id="30" name="trace:S06:content.auto.26">
            <ns1:extLst>
              <ns1:ext uri="{FF2B5EF4-FFF2-40B4-BE49-F238E27FC236}">
                <ns2:creationId id="{82FAD32E-F91F-40A5-9B0E-635DA03F45C9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4086225"/>
            <ns1:ext cx="152400" cy="209550"/>
          </ns1:xfrm>
          <ns1:prstGeom prst="ellipse">
            <ns1:avLst/>
          </ns1:prstGeom>
          <ns1:solidFill>
            <ns1:srgbClr val="FFFFFF"/>
          </ns1:solidFill>
          <ns1:ln w="9525">
            <ns1:solidFill>
              <ns1:srgbClr val="F01D2D"/>
            </ns1:solidFill>
            <ns1:prstDash val="solid"/>
          </ns1:ln>
        </ns0:spPr>
      </ns0:sp>
      <ns0:sp>
        <ns0:nvSpPr>
          <ns0:cNvPr id="31" name="trace:S06:content.auto.27">
            <ns1:extLst>
              <ns1:ext uri="{FF2B5EF4-FFF2-40B4-BE49-F238E27FC236}">
                <ns2:creationId id="{BCA9A6C1-892A-445D-AA94-75ECF3A34F8E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4305300"/>
            <ns1:ext cx="0" cy="20955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32" name="trace:S06:content.auto.28">
            <ns1:extLst>
              <ns1:ext uri="{FF2B5EF4-FFF2-40B4-BE49-F238E27FC236}">
                <ns2:creationId id="{979765BD-AD48-4EF6-9DFC-C8CC6506978F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210050"/>
            <ns1:ext cx="0" cy="28575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33" name="trace:S06:content.auto.29">
            <ns1:extLst>
              <ns1:ext uri="{FF2B5EF4-FFF2-40B4-BE49-F238E27FC236}">
                <ns2:creationId id="{7DA65D9E-7B81-4EC1-9CF6-162BFDCF7719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4324350"/>
            <ns1:ext cx="0" cy="19050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34" name="trace:S06:content.auto.30">
            <ns1:extLst>
              <ns1:ext uri="{FF2B5EF4-FFF2-40B4-BE49-F238E27FC236}">
                <ns2:creationId id="{19554751-8FED-4C65-A0E7-7FD0004F5B71}"/>
              </ns1:ext>
            </ns1:extLst>
          </ns0:cNvPr>
          <ns0:cNvSpPr>
            <ns1:spLocks noGrp="1"/>
          </ns0:cNvSpPr>
          <ns0:nvPr/>
        </ns0:nvSpPr>
        <ns0:spPr>
          <ns1:xfrm>
            <ns1:off x="2438400" y="3981450"/>
            <ns1:ext cx="342900" cy="457200"/>
          </ns1:xfrm>
          <ns1:prstGeom prst="roundRect">
            <ns1:avLst>
              <ns1:gd name="adj" fmla="val 22222"/>
            </ns1:avLst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35" name="trace:S06:content.auto.31">
            <ns1:extLst>
              <ns1:ext uri="{FF2B5EF4-FFF2-40B4-BE49-F238E27FC236}">
                <ns2:creationId id="{0A48A027-C2BA-4C5D-8BF2-6368923DB51A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124325"/>
            <ns1:ext cx="66675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36" name="trace:S06:content.auto.32">
            <ns1:extLst>
              <ns1:ext uri="{FF2B5EF4-FFF2-40B4-BE49-F238E27FC236}">
                <ns2:creationId id="{3586122A-FC05-482F-9086-51D6AED7FE8C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124325"/>
            <ns1:ext cx="28575" cy="3810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37" name="trace:S06:content.auto.33">
            <ns1:extLst>
              <ns1:ext uri="{FF2B5EF4-FFF2-40B4-BE49-F238E27FC236}">
                <ns2:creationId id="{C054306F-5B0D-4FFE-9110-DE549A992909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4133850"/>
            <ns1:ext cx="123825" cy="0"/>
          </ns1:xfrm>
          <ns1:prstGeom prst="line">
            <ns1:avLst/>
          </ns1:prstGeom>
          <ns1:noFill/>
          <ns1:ln w="15240">
            <ns1:solidFill>
              <ns1:srgbClr val="0B1E34"/>
            </ns1:solidFill>
            <ns1:prstDash val="solid"/>
          </ns1:ln>
        </ns0:spPr>
      </ns0:sp>
      <ns0:sp>
        <ns0:nvSpPr>
          <ns0:cNvPr id="38" name="trace:S06:content.auto.34">
            <ns1:extLst>
              <ns1:ext uri="{FF2B5EF4-FFF2-40B4-BE49-F238E27FC236}">
                <ns2:creationId id="{F3961768-DF9C-4825-B43D-DC043EEE0313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248150"/>
            <ns1:ext cx="66675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39" name="trace:S06:content.auto.35">
            <ns1:extLst>
              <ns1:ext uri="{FF2B5EF4-FFF2-40B4-BE49-F238E27FC236}">
                <ns2:creationId id="{97E9510A-53CA-47D8-A2D5-2E2A38E96DE1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248150"/>
            <ns1:ext cx="28575" cy="3810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40" name="trace:S06:content.auto.36">
            <ns1:extLst>
              <ns1:ext uri="{FF2B5EF4-FFF2-40B4-BE49-F238E27FC236}">
                <ns2:creationId id="{1A57EA79-29DC-4354-B66E-DDA28A26A911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4257675"/>
            <ns1:ext cx="123825" cy="0"/>
          </ns1:xfrm>
          <ns1:prstGeom prst="line">
            <ns1:avLst/>
          </ns1:prstGeom>
          <ns1:noFill/>
          <ns1:ln w="15240">
            <ns1:solidFill>
              <ns1:srgbClr val="0B1E34"/>
            </ns1:solidFill>
            <ns1:prstDash val="solid"/>
          </ns1:ln>
        </ns0:spPr>
      </ns0:sp>
      <ns0:sp>
        <ns0:nvSpPr>
          <ns0:cNvPr id="41" name="trace:S06:content.auto.37">
            <ns1:extLst>
              <ns1:ext uri="{FF2B5EF4-FFF2-40B4-BE49-F238E27FC236}">
                <ns2:creationId id="{1175BCF6-A4AE-4ED3-AA9C-BEE21757D351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371975"/>
            <ns1:ext cx="66675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42" name="trace:S06:content.auto.38">
            <ns1:extLst>
              <ns1:ext uri="{FF2B5EF4-FFF2-40B4-BE49-F238E27FC236}">
                <ns2:creationId id="{8112EF20-05C5-42DC-A7C3-C83307EB28B5}"/>
              </ns1:ext>
            </ns1:extLst>
          </ns0:cNvPr>
          <ns0:cNvSpPr>
            <ns1:spLocks noGrp="1"/>
          </ns0:cNvSpPr>
          <ns0:nvPr/>
        </ns0:nvSpPr>
        <ns0:spPr>
          <ns1:xfrm>
            <ns1:off x="2505075" y="4371975"/>
            <ns1:ext cx="28575" cy="3810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43" name="trace:S06:content.auto.39">
            <ns1:extLst>
              <ns1:ext uri="{FF2B5EF4-FFF2-40B4-BE49-F238E27FC236}">
                <ns2:creationId id="{3AF6CC83-F33E-4911-B8D3-1674CFD3622C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4381500"/>
            <ns1:ext cx="123825" cy="0"/>
          </ns1:xfrm>
          <ns1:prstGeom prst="line">
            <ns1:avLst/>
          </ns1:prstGeom>
          <ns1:noFill/>
          <ns1:ln w="15240">
            <ns1:solidFill>
              <ns1:srgbClr val="0B1E34"/>
            </ns1:solidFill>
            <ns1:prstDash val="solid"/>
          </ns1:ln>
        </ns0:spPr>
      </ns0:sp>
      <ns0:sp>
        <ns0:nvSpPr>
          <ns0:cNvPr id="44" name="trace:S06:content.auto.40">
            <ns1:extLst>
              <ns1:ext uri="{FF2B5EF4-FFF2-40B4-BE49-F238E27FC236}">
                <ns2:creationId id="{F7341AA1-C098-43E5-A5E1-896D6A07D0EF}"/>
              </ns1:ext>
            </ns1:extLst>
          </ns0:cNvPr>
          <ns0:cNvSpPr>
            <ns1:spLocks noGrp="1"/>
          </ns0:cNvSpPr>
          <ns0:nvPr/>
        </ns0:nvSpPr>
        <ns0:spPr>
          <ns1:xfrm>
            <ns1:off x="3267075" y="4162425"/>
            <ns1:ext cx="209550" cy="19050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45" name="trace:S06:content.auto.41">
            <ns1:extLst>
              <ns1:ext uri="{FF2B5EF4-FFF2-40B4-BE49-F238E27FC236}">
                <ns2:creationId id="{CE4DC931-4DE7-4F1F-B168-98C0EB52AAF7}"/>
              </ns1:ext>
            </ns1:extLst>
          </ns0:cNvPr>
          <ns0:cNvSpPr>
            <ns1:spLocks noGrp="1"/>
          </ns0:cNvSpPr>
          <ns0:nvPr/>
        </ns0:nvSpPr>
        <ns0:spPr>
          <ns1:xfrm>
            <ns1:off x="4276725" y="1885950"/>
            <ns1:ext cx="3638550" cy="2762250"/>
          </ns1:xfrm>
          <ns1:custGeom>
            <ns1:pathLst>
              <ns1:path w="3638550" h="2762250">
                <ns1:moveTo>
                  <ns1:pt x="0" y="0"/>
                </ns1:moveTo>
                <ns1:lnTo>
                  <ns1:pt x="3333750" y="0"/>
                </ns1:lnTo>
                <ns1:lnTo>
                  <ns1:pt x="3638550" y="1381125"/>
                </ns1:lnTo>
                <ns1:lnTo>
                  <ns1:pt x="3333750" y="2762250"/>
                </ns1:lnTo>
                <ns1:lnTo>
                  <ns1:pt x="0" y="2762250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46" name="trace:S06:content.auto.42">
            <ns1:extLst>
              <ns1:ext uri="{FF2B5EF4-FFF2-40B4-BE49-F238E27FC236}">
                <ns2:creationId id="{C9CB2A70-7B86-439A-BC77-E5159D822482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2114550"/>
            <ns1:ext cx="76200" cy="5524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7" name="trace:S06:content.auto.43">
            <ns1:extLst>
              <ns1:ext uri="{FF2B5EF4-FFF2-40B4-BE49-F238E27FC236}">
                <ns2:creationId id="{E58C8624-4F53-49D5-9FEE-5FF7270B1009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2076450"/>
            <ns1:ext cx="11430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STEP 2</ns1:t>
            </ns1:r>
          </ns1:p>
        </ns0:txBody>
      </ns0:sp>
      <ns0:sp>
        <ns0:nvSpPr>
          <ns0:cNvPr id="48" name="trace:S06:title.primary.3">
            <ns1:extLst>
              <ns1:ext uri="{FF2B5EF4-FFF2-40B4-BE49-F238E27FC236}">
                <ns2:creationId id="{023A59BE-A8E8-458D-9EA7-92B2C1625FDB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2409825"/>
            <ns1:ext cx="27622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現場実装・運用設計</ns1:t>
            </ns1:r>
          </ns1:p>
        </ns0:txBody>
      </ns0:sp>
      <ns0:sp>
        <ns0:nvSpPr>
          <ns0:cNvPr id="49" name="trace:S06:content.auto.44">
            <ns1:extLst>
              <ns1:ext uri="{FF2B5EF4-FFF2-40B4-BE49-F238E27FC236}">
                <ns2:creationId id="{AD2EEB37-0282-4BC2-A8AB-8FC24A076EC3}"/>
              </ns1:ext>
            </ns1:extLst>
          </ns0:cNvPr>
          <ns0:cNvSpPr>
            <ns1:spLocks noGrp="1"/>
          </ns0:cNvSpPr>
          <ns0:nvPr/>
        </ns0:nvSpPr>
        <ns0:spPr>
          <ns1:xfrm>
            <ns1:off x="4610100" y="32194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0" name="trace:S06:content.auto.45">
            <ns1:extLst>
              <ns1:ext uri="{FF2B5EF4-FFF2-40B4-BE49-F238E27FC236}">
                <ns2:creationId id="{2108202E-950E-4AAD-9FF3-38843EAF6F9A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31432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確認フローと責任分界を整理する</ns1:t>
            </ns1:r>
          </ns1:p>
        </ns0:txBody>
      </ns0:sp>
      <ns0:sp>
        <ns0:nvSpPr>
          <ns0:cNvPr id="51" name="trace:S06:content.auto.46">
            <ns1:extLst>
              <ns1:ext uri="{FF2B5EF4-FFF2-40B4-BE49-F238E27FC236}">
                <ns2:creationId id="{0DB384A8-4E1A-475C-8BCE-074251854AE4}"/>
              </ns1:ext>
            </ns1:extLst>
          </ns0:cNvPr>
          <ns0:cNvSpPr>
            <ns1:spLocks noGrp="1"/>
          </ns0:cNvSpPr>
          <ns0:nvPr/>
        </ns0:nvSpPr>
        <ns0:spPr>
          <ns1:xfrm>
            <ns1:off x="4610100" y="3562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2" name="trace:S06:lead.2">
            <ns1:extLst>
              <ns1:ext uri="{FF2B5EF4-FFF2-40B4-BE49-F238E27FC236}">
                <ns2:creationId id="{F3054867-76F3-4DEB-9168-B02B6A7E408F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34861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未確認の実施条件は確定前として扱う</ns1:t>
            </ns1:r>
          </ns1:p>
        </ns0:txBody>
      </ns0:sp>
      <ns0:sp>
        <ns0:nvSpPr>
          <ns0:cNvPr id="53" name="trace:S06:content.auto.47">
            <ns1:extLst>
              <ns1:ext uri="{FF2B5EF4-FFF2-40B4-BE49-F238E27FC236}">
                <ns2:creationId id="{FCE3A427-BDFC-4322-B444-9A38612F0791}"/>
              </ns1:ext>
            </ns1:extLst>
          </ns0:cNvPr>
          <ns0:cNvSpPr>
            <ns1:spLocks noGrp="1"/>
          </ns0:cNvSpPr>
          <ns0:nvPr/>
        </ns0:nvSpPr>
        <ns0:spPr>
          <ns1:xfrm>
            <ns1:off x="4943475" y="3771900"/>
            <ns1:ext cx="876300" cy="8763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54" name="trace:S06:content.auto.48">
            <ns1:extLst>
              <ns1:ext uri="{FF2B5EF4-FFF2-40B4-BE49-F238E27FC236}">
                <ns2:creationId id="{1AF8E81B-E47D-4F33-B2AA-DCFCAA4FB27E}"/>
              </ns1:ext>
            </ns1:extLst>
          </ns0:cNvPr>
          <ns0:cNvSpPr>
            <ns1:spLocks noGrp="1"/>
          </ns0:cNvSpPr>
          <ns0:nvPr/>
        </ns0:nvSpPr>
        <ns0:spPr>
          <ns1:xfrm>
            <ns1:off x="5114925" y="4000500"/>
            <ns1:ext cx="533400" cy="342900"/>
          </ns1:xfrm>
          <ns1:prstGeom prst="roundRect">
            <ns1:avLst>
              <ns1:gd name="adj" fmla="val 22222"/>
            </ns1:avLst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5" name="trace:S06:content.auto.49">
            <ns1:extLst>
              <ns1:ext uri="{FF2B5EF4-FFF2-40B4-BE49-F238E27FC236}">
                <ns2:creationId id="{96FBE54F-B160-447B-9891-C30480419DBE}"/>
              </ns1:ext>
            </ns1:extLst>
          </ns0:cNvPr>
          <ns0:cNvSpPr>
            <ns1:spLocks noGrp="1"/>
          </ns0:cNvSpPr>
          <ns0:nvPr/>
        </ns0:nvSpPr>
        <ns0:spPr>
          <ns1:xfrm>
            <ns1:off x="5038725" y="4352925"/>
            <ns1:ext cx="685800" cy="571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6" name="trace:S06:content.auto.50">
            <ns1:extLst>
              <ns1:ext uri="{FF2B5EF4-FFF2-40B4-BE49-F238E27FC236}">
                <ns2:creationId id="{C564C255-5920-4461-AA0D-CF2A52811673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4124325"/>
            <ns1:ext cx="76200" cy="762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7" name="trace:S06:content.auto.51">
            <ns1:extLst>
              <ns1:ext uri="{FF2B5EF4-FFF2-40B4-BE49-F238E27FC236}">
                <ns2:creationId id="{E719871B-EBFA-484B-B0B5-8C232559C3E8}"/>
              </ns1:ext>
            </ns1:extLst>
          </ns0:cNvPr>
          <ns0:cNvSpPr>
            <ns1:spLocks noGrp="1"/>
          </ns0:cNvSpPr>
          <ns0:nvPr/>
        </ns0:nvSpPr>
        <ns0:spPr>
          <ns1:xfrm>
            <ns1:off x="5114925" y="3990975"/>
            <ns1:ext cx="381000" cy="3810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58" name="trace:S06:content.auto.52">
            <ns1:extLst>
              <ns1:ext uri="{FF2B5EF4-FFF2-40B4-BE49-F238E27FC236}">
                <ns2:creationId id="{FA36AF00-9444-460A-BAAE-466C26D0BF72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4114800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9" name="trace:S06:content.auto.53">
            <ns1:extLst>
              <ns1:ext uri="{FF2B5EF4-FFF2-40B4-BE49-F238E27FC236}">
                <ns2:creationId id="{F447AAA5-8EB1-481D-98A6-8809E4C9BAF5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391477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0" name="trace:S06:content.auto.54">
            <ns1:extLst>
              <ns1:ext uri="{FF2B5EF4-FFF2-40B4-BE49-F238E27FC236}">
                <ns2:creationId id="{4556436E-A352-4D57-B36E-C18721CDBA8F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408622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1" name="trace:S06:content.auto.55">
            <ns1:extLst>
              <ns1:ext uri="{FF2B5EF4-FFF2-40B4-BE49-F238E27FC236}">
                <ns2:creationId id="{9C49D96B-509F-499F-8020-E145A2F75BF6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425767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2" name="trace:S06:content.auto.56">
            <ns1:extLst>
              <ns1:ext uri="{FF2B5EF4-FFF2-40B4-BE49-F238E27FC236}">
                <ns2:creationId id="{839EF03B-70D1-49D7-BA54-B404DB92E6E0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442912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3" name="trace:S06:content.auto.57">
            <ns1:extLst>
              <ns1:ext uri="{FF2B5EF4-FFF2-40B4-BE49-F238E27FC236}">
                <ns2:creationId id="{CDD62E2A-6EB1-47E2-A6FB-72EE29082A41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4086225"/>
            <ns1:ext cx="381000" cy="3810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64" name="trace:S06:content.auto.58">
            <ns1:extLst>
              <ns1:ext uri="{FF2B5EF4-FFF2-40B4-BE49-F238E27FC236}">
                <ns2:creationId id="{32D77BE3-9129-4DBC-80C8-552A96DC484D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4210050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65" name="trace:S06:content.auto.59">
            <ns1:extLst>
              <ns1:ext uri="{FF2B5EF4-FFF2-40B4-BE49-F238E27FC236}">
                <ns2:creationId id="{34C0B73F-E131-4BA3-80D3-B9147DC481C8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401002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6" name="trace:S06:content.auto.60">
            <ns1:extLst>
              <ns1:ext uri="{FF2B5EF4-FFF2-40B4-BE49-F238E27FC236}">
                <ns2:creationId id="{07C844F5-B8A5-42B0-A00F-131D2B37F2AD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418147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7" name="trace:S06:content.auto.61">
            <ns1:extLst>
              <ns1:ext uri="{FF2B5EF4-FFF2-40B4-BE49-F238E27FC236}">
                <ns2:creationId id="{B78F1364-0E59-4E01-874D-1E0ECAFAD37F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435292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8" name="trace:S06:content.auto.62">
            <ns1:extLst>
              <ns1:ext uri="{FF2B5EF4-FFF2-40B4-BE49-F238E27FC236}">
                <ns2:creationId id="{1D087E4A-2F85-4C7B-B422-A8CE7764F928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4524375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9" name="trace:S06:content.auto.63">
            <ns1:extLst>
              <ns1:ext uri="{FF2B5EF4-FFF2-40B4-BE49-F238E27FC236}">
                <ns2:creationId id="{B2A4B018-8D17-44FB-A778-6E27862E290E}"/>
              </ns1:ext>
            </ns1:extLst>
          </ns0:cNvPr>
          <ns0:cNvSpPr>
            <ns1:spLocks noGrp="1"/>
          </ns0:cNvSpPr>
          <ns0:nvPr/>
        </ns0:nvSpPr>
        <ns0:spPr>
          <ns1:xfrm>
            <ns1:off x="6372225" y="4000500"/>
            <ns1:ext cx="304800" cy="419100"/>
          </ns1:xfrm>
          <ns1:prstGeom prst="roundRect">
            <ns1:avLst>
              <ns1:gd name="adj" fmla="val 25000"/>
            </ns1:avLst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70" name="trace:S06:content.auto.64">
            <ns1:extLst>
              <ns1:ext uri="{FF2B5EF4-FFF2-40B4-BE49-F238E27FC236}">
                <ns2:creationId id="{68B61191-4BDD-450A-A3C3-29DED1B1BFDB}"/>
              </ns1:ext>
            </ns1:extLst>
          </ns0:cNvPr>
          <ns0:cNvSpPr>
            <ns1:spLocks noGrp="1"/>
          </ns0:cNvSpPr>
          <ns0:nvPr/>
        </ns0:nvSpPr>
        <ns0:spPr>
          <ns1:xfrm>
            <ns1:off x="6438900" y="4133850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71" name="trace:S06:content.auto.65">
            <ns1:extLst>
              <ns1:ext uri="{FF2B5EF4-FFF2-40B4-BE49-F238E27FC236}">
                <ns2:creationId id="{0A8DDF0A-B684-4754-8931-8ED9209E510B}"/>
              </ns1:ext>
            </ns1:extLst>
          </ns0:cNvPr>
          <ns0:cNvSpPr>
            <ns1:spLocks noGrp="1"/>
          </ns0:cNvSpPr>
          <ns0:nvPr/>
        </ns0:nvSpPr>
        <ns0:spPr>
          <ns1:xfrm>
            <ns1:off x="6438900" y="4219575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72" name="trace:S06:content.auto.66">
            <ns1:extLst>
              <ns1:ext uri="{FF2B5EF4-FFF2-40B4-BE49-F238E27FC236}">
                <ns2:creationId id="{00BEA254-F7F2-498E-9D87-C68762FFE47D}"/>
              </ns1:ext>
            </ns1:extLst>
          </ns0:cNvPr>
          <ns0:cNvSpPr>
            <ns1:spLocks noGrp="1"/>
          </ns0:cNvSpPr>
          <ns0:nvPr/>
        </ns0:nvSpPr>
        <ns0:spPr>
          <ns1:xfrm>
            <ns1:off x="6438900" y="4305300"/>
            <ns1:ext cx="9525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73" name="trace:S06:content.auto.67">
            <ns1:extLst>
              <ns1:ext uri="{FF2B5EF4-FFF2-40B4-BE49-F238E27FC236}">
                <ns2:creationId id="{EDBF1386-74C7-40A9-9078-2FEBC213EFAB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4181475"/>
            <ns1:ext cx="47625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74" name="trace:S06:content.auto.68">
            <ns1:extLst>
              <ns1:ext uri="{FF2B5EF4-FFF2-40B4-BE49-F238E27FC236}">
                <ns2:creationId id="{E5FCC4ED-A6B2-4162-A0A7-94BD697E608A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4181475"/>
            <ns1:ext cx="0" cy="5715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75" name="trace:S06:content.auto.69">
            <ns1:extLst>
              <ns1:ext uri="{FF2B5EF4-FFF2-40B4-BE49-F238E27FC236}">
                <ns2:creationId id="{21B832B7-0743-4A8F-ABE7-D108D49D6A43}"/>
              </ns1:ext>
            </ns1:extLst>
          </ns0:cNvPr>
          <ns0:cNvSpPr>
            <ns1:spLocks noGrp="1"/>
          </ns0:cNvSpPr>
          <ns0:nvPr/>
        </ns0:nvSpPr>
        <ns0:spPr>
          <ns1:xfrm>
            <ns1:off x="6638925" y="4352925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76" name="trace:S06:content.auto.70">
            <ns1:extLst>
              <ns1:ext uri="{FF2B5EF4-FFF2-40B4-BE49-F238E27FC236}">
                <ns2:creationId id="{8808311D-B52E-4C16-B009-025715B544D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4419600"/>
            <ns1:ext cx="38100" cy="0"/>
          </ns1:xfrm>
          <ns1:prstGeom prst="line">
            <ns1:avLst/>
          </ns1:prstGeom>
          <ns1:noFill/>
          <ns1:ln w="14288">
            <ns1:solidFill>
              <ns1:srgbClr val="FFFFFF"/>
            </ns1:solidFill>
            <ns1:prstDash val="solid"/>
          </ns1:ln>
        </ns0:spPr>
      </ns0:sp>
      <ns0:sp>
        <ns0:nvSpPr>
          <ns0:cNvPr id="77" name="trace:S06:content.auto.71">
            <ns1:extLst>
              <ns1:ext uri="{FF2B5EF4-FFF2-40B4-BE49-F238E27FC236}">
                <ns2:creationId id="{ED18C8E6-9BF0-4153-8F64-4C941AF7583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4419600"/>
            <ns1:ext cx="0" cy="47625"/>
          </ns1:xfrm>
          <ns1:prstGeom prst="line">
            <ns1:avLst/>
          </ns1:prstGeom>
          <ns1:noFill/>
          <ns1:ln w="14288">
            <ns1:solidFill>
              <ns1:srgbClr val="FFFFFF"/>
            </ns1:solidFill>
            <ns1:prstDash val="solid"/>
          </ns1:ln>
        </ns0:spPr>
      </ns0:sp>
      <ns0:sp>
        <ns0:nvSpPr>
          <ns0:cNvPr id="78" name="trace:S06:content.auto.72">
            <ns1:extLst>
              <ns1:ext uri="{FF2B5EF4-FFF2-40B4-BE49-F238E27FC236}">
                <ns2:creationId id="{FCCF52EA-45DE-40AC-8F70-28EDEBFE08CF}"/>
              </ns1:ext>
            </ns1:extLst>
          </ns0:cNvPr>
          <ns0:cNvSpPr>
            <ns1:spLocks noGrp="1"/>
          </ns0:cNvSpPr>
          <ns0:nvPr/>
        </ns0:nvSpPr>
        <ns0:spPr>
          <ns1:xfrm>
            <ns1:off x="7181850" y="4162425"/>
            <ns1:ext cx="209550" cy="19050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79" name="trace:S06:content.auto.73">
            <ns1:extLst>
              <ns1:ext uri="{FF2B5EF4-FFF2-40B4-BE49-F238E27FC236}">
                <ns2:creationId id="{6BE9876E-8673-466C-8E39-E0A3DEEEC706}"/>
              </ns1:ext>
            </ns1:extLst>
          </ns0:cNvPr>
          <ns0:cNvSpPr>
            <ns1:spLocks noGrp="1"/>
          </ns0:cNvSpPr>
          <ns0:nvPr/>
        </ns0:nvSpPr>
        <ns0:spPr>
          <ns1:xfrm>
            <ns1:off x="8191500" y="1885950"/>
            <ns1:ext cx="3638550" cy="2762250"/>
          </ns1:xfrm>
          <ns1:custGeom>
            <ns1:pathLst>
              <ns1:path w="3638550" h="2762250">
                <ns1:moveTo>
                  <ns1:pt x="0" y="0"/>
                </ns1:moveTo>
                <ns1:lnTo>
                  <ns1:pt x="3333750" y="0"/>
                </ns1:lnTo>
                <ns1:lnTo>
                  <ns1:pt x="3638550" y="1381125"/>
                </ns1:lnTo>
                <ns1:lnTo>
                  <ns1:pt x="3333750" y="2762250"/>
                </ns1:lnTo>
                <ns1:lnTo>
                  <ns1:pt x="0" y="2762250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80" name="trace:S06:content.auto.74">
            <ns1:extLst>
              <ns1:ext uri="{FF2B5EF4-FFF2-40B4-BE49-F238E27FC236}">
                <ns2:creationId id="{659CD2D0-3FEC-4469-94DD-F9FE28FFB040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2114550"/>
            <ns1:ext cx="76200" cy="5524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1" name="trace:S06:content.auto.75">
            <ns1:extLst>
              <ns1:ext uri="{FF2B5EF4-FFF2-40B4-BE49-F238E27FC236}">
                <ns2:creationId id="{1D58AC51-3D9A-46FD-BF0B-C74594D61DAC}"/>
              </ns1:ext>
            </ns1:extLst>
          </ns0:cNvPr>
          <ns0:cNvSpPr>
            <ns1:spLocks noGrp="1"/>
          </ns0:cNvSpPr>
          <ns0:nvPr/>
        </ns0:nvSpPr>
        <ns0:spPr>
          <ns1:xfrm>
            <ns1:off x="8715375" y="2076450"/>
            <ns1:ext cx="11430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STEP 3</ns1:t>
            </ns1:r>
          </ns1:p>
        </ns0:txBody>
      </ns0:sp>
      <ns0:sp>
        <ns0:nvSpPr>
          <ns0:cNvPr id="82" name="trace:S06:content.auto.76">
            <ns1:extLst>
              <ns1:ext uri="{FF2B5EF4-FFF2-40B4-BE49-F238E27FC236}">
                <ns2:creationId id="{A56E6CEE-C176-43F3-A4E9-43BB58A5EE77}"/>
              </ns1:ext>
            </ns1:extLst>
          </ns0:cNvPr>
          <ns0:cNvSpPr>
            <ns1:spLocks noGrp="1"/>
          </ns0:cNvSpPr>
          <ns0:nvPr/>
        </ns0:nvSpPr>
        <ns0:spPr>
          <ns1:xfrm>
            <ns1:off x="8715375" y="2409825"/>
            <ns1:ext cx="27622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定着・横展開</ns1:t>
            </ns1:r>
          </ns1:p>
        </ns0:txBody>
      </ns0:sp>
      <ns0:sp>
        <ns0:nvSpPr>
          <ns0:cNvPr id="83" name="trace:S06:content.auto.77">
            <ns1:extLst>
              <ns1:ext uri="{FF2B5EF4-FFF2-40B4-BE49-F238E27FC236}">
                <ns2:creationId id="{8B4E42FA-2B71-4C01-B85A-F7651820A1B1}"/>
              </ns1:ext>
            </ns1:extLst>
          </ns0:cNvPr>
          <ns0:cNvSpPr>
            <ns1:spLocks noGrp="1"/>
          </ns0:cNvSpPr>
          <ns0:nvPr/>
        </ns0:nvSpPr>
        <ns0:spPr>
          <ns1:xfrm>
            <ns1:off x="8524875" y="32194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4" name="trace:S06:lead.3">
            <ns1:extLst>
              <ns1:ext uri="{FF2B5EF4-FFF2-40B4-BE49-F238E27FC236}">
                <ns2:creationId id="{5BCD7090-5AD1-42AB-B05C-EF577B9F1760}"/>
              </ns1:ext>
            </ns1:extLst>
          </ns0:cNvPr>
          <ns0:cNvSpPr>
            <ns1:spLocks noGrp="1"/>
          </ns0:cNvSpPr>
          <ns0:nvPr/>
        </ns0:nvSpPr>
        <ns0:spPr>
          <ns1:xfrm>
            <ns1:off x="8791575" y="31432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運用状況を確認し、次の対象範囲を整理する</ns1:t>
            </ns1:r>
          </ns1:p>
        </ns0:txBody>
      </ns0:sp>
      <ns0:sp>
        <ns0:nvSpPr>
          <ns0:cNvPr id="85" name="trace:S06:content.auto.78">
            <ns1:extLst>
              <ns1:ext uri="{FF2B5EF4-FFF2-40B4-BE49-F238E27FC236}">
                <ns2:creationId id="{3E24BC4F-752D-4CAC-9C73-561D28D56C68}"/>
              </ns1:ext>
            </ns1:extLst>
          </ns0:cNvPr>
          <ns0:cNvSpPr>
            <ns1:spLocks noGrp="1"/>
          </ns0:cNvSpPr>
          <ns0:nvPr/>
        </ns0:nvSpPr>
        <ns0:spPr>
          <ns1:xfrm>
            <ns1:off x="8524875" y="3562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6" name="trace:S06:lead.4">
            <ns1:extLst>
              <ns1:ext uri="{FF2B5EF4-FFF2-40B4-BE49-F238E27FC236}">
                <ns2:creationId id="{5A556982-A2DE-446E-B7A3-4838CC4D976F}"/>
              </ns1:ext>
            </ns1:extLst>
          </ns0:cNvPr>
          <ns0:cNvSpPr>
            <ns1:spLocks noGrp="1"/>
          </ns0:cNvSpPr>
          <ns0:nvPr/>
        </ns0:nvSpPr>
        <ns0:spPr>
          <ns1:xfrm>
            <ns1:off x="8791575" y="3486150"/>
            <ns1:ext cx="26384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横展開の条件と時期は確認後に確定する</ns1:t>
            </ns1:r>
          </ns1:p>
        </ns0:txBody>
      </ns0:sp>
      <ns0:sp>
        <ns0:nvSpPr>
          <ns0:cNvPr id="87" name="trace:S06:content.auto.79">
            <ns1:extLst>
              <ns1:ext uri="{FF2B5EF4-FFF2-40B4-BE49-F238E27FC236}">
                <ns2:creationId id="{0B8C6103-7E78-4CC3-855A-FC0EC7D736B8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771900"/>
            <ns1:ext cx="876300" cy="8763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88" name="trace:S06:content.auto.80">
            <ns1:extLst>
              <ns1:ext uri="{FF2B5EF4-FFF2-40B4-BE49-F238E27FC236}">
                <ns2:creationId id="{3B6B8083-6692-48BE-B630-6A0A3843A6F1}"/>
              </ns1:ext>
            </ns1:extLst>
          </ns0:cNvPr>
          <ns0:cNvSpPr>
            <ns1:spLocks noGrp="1"/>
          </ns0:cNvSpPr>
          <ns0:nvPr/>
        </ns0:nvSpPr>
        <ns0:spPr>
          <ns1:xfrm>
            <ns1:off x="9029700" y="3981450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89" name="trace:S06:content.auto.81">
            <ns1:extLst>
              <ns1:ext uri="{FF2B5EF4-FFF2-40B4-BE49-F238E27FC236}">
                <ns2:creationId id="{FA52D67A-01A6-42CD-BCC2-C8FD97FB84BC}"/>
              </ns1:ext>
            </ns1:extLst>
          </ns0:cNvPr>
          <ns0:cNvSpPr>
            <ns1:spLocks noGrp="1"/>
          </ns0:cNvSpPr>
          <ns0:nvPr/>
        </ns0:nvSpPr>
        <ns0:spPr>
          <ns1:xfrm>
            <ns1:off x="9029700" y="4067175"/>
            <ns1:ext cx="533400" cy="3619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90" name="trace:S06:content.auto.82">
            <ns1:extLst>
              <ns1:ext uri="{FF2B5EF4-FFF2-40B4-BE49-F238E27FC236}">
                <ns2:creationId id="{925ADDC4-7512-4FB9-8CF3-72F538A7DF90}"/>
              </ns1:ext>
            </ns1:extLst>
          </ns0:cNvPr>
          <ns0:cNvSpPr>
            <ns1:spLocks noGrp="1"/>
          </ns0:cNvSpPr>
          <ns0:nvPr/>
        </ns0:nvSpPr>
        <ns0:spPr>
          <ns1:xfrm>
            <ns1:off x="9029700" y="4343400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91" name="trace:S06:content.auto.83">
            <ns1:extLst>
              <ns1:ext uri="{FF2B5EF4-FFF2-40B4-BE49-F238E27FC236}">
                <ns2:creationId id="{4267AC18-10FD-469B-94E9-71ABB2BDCD94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4152900"/>
            <ns1:ext cx="95250" cy="2857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92" name="trace:S06:content.auto.84">
            <ns1:extLst>
              <ns1:ext uri="{FF2B5EF4-FFF2-40B4-BE49-F238E27FC236}">
                <ns2:creationId id="{7C4478D2-F950-4B2E-9A56-5ED1D5BC2728}"/>
              </ns1:ext>
            </ns1:extLst>
          </ns0:cNvPr>
          <ns0:cNvSpPr>
            <ns1:spLocks noGrp="1"/>
          </ns0:cNvSpPr>
          <ns0:nvPr/>
        </ns0:nvSpPr>
        <ns0:spPr>
          <ns1:xfrm>
            <ns1:off x="10267950" y="3981450"/>
            <ns1:ext cx="342900" cy="4572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93" name="trace:S06:content.auto.85">
            <ns1:extLst>
              <ns1:ext uri="{FF2B5EF4-FFF2-40B4-BE49-F238E27FC236}">
                <ns2:creationId id="{DB83D51D-FB8E-4650-97C2-94BCC988F2BC}"/>
              </ns1:ext>
            </ns1:extLst>
          </ns0:cNvPr>
          <ns0:cNvSpPr>
            <ns1:spLocks noGrp="1"/>
          </ns0:cNvSpPr>
          <ns0:nvPr/>
        </ns0:nvSpPr>
        <ns0:spPr>
          <ns1:xfrm>
            <ns1:off x="10353675" y="4086225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4" name="trace:S06:content.auto.86">
            <ns1:extLst>
              <ns1:ext uri="{FF2B5EF4-FFF2-40B4-BE49-F238E27FC236}">
                <ns2:creationId id="{D3E2D34F-45C6-4251-959B-8604D386D480}"/>
              </ns1:ext>
            </ns1:extLst>
          </ns0:cNvPr>
          <ns0:cNvSpPr>
            <ns1:spLocks noGrp="1"/>
          </ns0:cNvSpPr>
          <ns0:nvPr/>
        </ns0:nvSpPr>
        <ns0:spPr>
          <ns1:xfrm>
            <ns1:off x="10353675" y="4210050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5" name="trace:S06:content.auto.87">
            <ns1:extLst>
              <ns1:ext uri="{FF2B5EF4-FFF2-40B4-BE49-F238E27FC236}">
                <ns2:creationId id="{C2A2C6EF-B03E-4C1A-9817-B010A22CAEF1}"/>
              </ns1:ext>
            </ns1:extLst>
          </ns0:cNvPr>
          <ns0:cNvSpPr>
            <ns1:spLocks noGrp="1"/>
          </ns0:cNvSpPr>
          <ns0:nvPr/>
        </ns0:nvSpPr>
        <ns0:spPr>
          <ns1:xfrm>
            <ns1:off x="10353675" y="4333875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6" name="trace:S06:content.auto.88">
            <ns1:extLst>
              <ns1:ext uri="{FF2B5EF4-FFF2-40B4-BE49-F238E27FC236}">
                <ns2:creationId id="{54FB29F4-74E5-453E-8CAF-61C9BF46B3FB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4086225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7" name="trace:S06:content.auto.89">
            <ns1:extLst>
              <ns1:ext uri="{FF2B5EF4-FFF2-40B4-BE49-F238E27FC236}">
                <ns2:creationId id="{E0F8FD52-C217-4D9B-8B43-6F5D2AD7637B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4210050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8" name="trace:S06:content.auto.90">
            <ns1:extLst>
              <ns1:ext uri="{FF2B5EF4-FFF2-40B4-BE49-F238E27FC236}">
                <ns2:creationId id="{90C88CE1-AA5B-48BF-A58D-4E3D039E1FEC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4333875"/>
            <ns1:ext cx="57150" cy="571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9" name="trace:S06:content.auto.91">
            <ns1:extLst>
              <ns1:ext uri="{FF2B5EF4-FFF2-40B4-BE49-F238E27FC236}">
                <ns2:creationId id="{AF5DC600-5470-4634-8F55-CBCCAA53CBCA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3829050"/>
            <ns1:ext cx="209550" cy="2667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00" name="trace:S06:content.auto.92">
            <ns1:extLst>
              <ns1:ext uri="{FF2B5EF4-FFF2-40B4-BE49-F238E27FC236}">
                <ns2:creationId id="{4D778B60-E07D-43E8-AAC5-7BD1A0682549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38957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1" name="trace:S06:content.auto.93">
            <ns1:extLst>
              <ns1:ext uri="{FF2B5EF4-FFF2-40B4-BE49-F238E27FC236}">
                <ns2:creationId id="{B21E7222-A093-4742-B1CD-7AB7D58D11B1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39719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2" name="trace:S06:content.auto.94">
            <ns1:extLst>
              <ns1:ext uri="{FF2B5EF4-FFF2-40B4-BE49-F238E27FC236}">
                <ns2:creationId id="{3293955A-ACEC-4E97-8273-E5E78F5256A0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40481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3" name="trace:S06:content.auto.95">
            <ns1:extLst>
              <ns1:ext uri="{FF2B5EF4-FFF2-40B4-BE49-F238E27FC236}">
                <ns2:creationId id="{E524088B-B382-4EC4-8DC1-4A54C4AEFC37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38957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4" name="trace:S06:content.auto.96">
            <ns1:extLst>
              <ns1:ext uri="{FF2B5EF4-FFF2-40B4-BE49-F238E27FC236}">
                <ns2:creationId id="{467B253F-611A-42BB-9279-77D648E2612A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39719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5" name="trace:S06:content.auto.97">
            <ns1:extLst>
              <ns1:ext uri="{FF2B5EF4-FFF2-40B4-BE49-F238E27FC236}">
                <ns2:creationId id="{FE835244-DA18-4962-9BBC-67404E3593B4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40481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6" name="trace:S06:content.auto.98">
            <ns1:extLst>
              <ns1:ext uri="{FF2B5EF4-FFF2-40B4-BE49-F238E27FC236}">
                <ns2:creationId id="{6E476B44-5C1A-4D57-B696-80B88E921841}"/>
              </ns1:ext>
            </ns1:extLst>
          </ns0:cNvPr>
          <ns0:cNvSpPr>
            <ns1:spLocks noGrp="1"/>
          </ns0:cNvSpPr>
          <ns0:nvPr/>
        </ns0:nvSpPr>
        <ns0:spPr>
          <ns1:xfrm>
            <ns1:off x="10683240" y="411099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07" name="trace:S06:content.auto.99">
            <ns1:extLst>
              <ns1:ext uri="{FF2B5EF4-FFF2-40B4-BE49-F238E27FC236}">
                <ns2:creationId id="{81272139-B36B-4894-A7FE-979BD45F57FB}"/>
              </ns1:ext>
            </ns1:extLst>
          </ns0:cNvPr>
          <ns0:cNvSpPr>
            <ns1:spLocks noGrp="1"/>
          </ns0:cNvSpPr>
          <ns0:nvPr/>
        </ns0:nvSpPr>
        <ns0:spPr>
          <ns1:xfrm>
            <ns1:off x="10755630" y="406908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08" name="trace:S06:content.auto.100">
            <ns1:extLst>
              <ns1:ext uri="{FF2B5EF4-FFF2-40B4-BE49-F238E27FC236}">
                <ns2:creationId id="{3409E1A2-3D2D-4A0A-B571-55C781BE91B0}"/>
              </ns1:ext>
            </ns1:extLst>
          </ns0:cNvPr>
          <ns0:cNvSpPr>
            <ns1:spLocks noGrp="1"/>
          </ns0:cNvSpPr>
          <ns0:nvPr/>
        </ns0:nvSpPr>
        <ns0:spPr>
          <ns1:xfrm>
            <ns1:off x="10828020" y="402717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09" name="trace:S06:content.auto.101">
            <ns1:extLst>
              <ns1:ext uri="{FF2B5EF4-FFF2-40B4-BE49-F238E27FC236}">
                <ns2:creationId id="{4A47842D-C7E6-4290-BCF8-126205BD0F33}"/>
              </ns1:ext>
            </ns1:extLst>
          </ns0:cNvPr>
          <ns0:cNvSpPr>
            <ns1:spLocks noGrp="1"/>
          </ns0:cNvSpPr>
          <ns0:nvPr/>
        </ns0:nvSpPr>
        <ns0:spPr>
          <ns1:xfrm>
            <ns1:off x="10900410" y="398526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10" name="trace:S06:content.auto.102">
            <ns1:extLst>
              <ns1:ext uri="{FF2B5EF4-FFF2-40B4-BE49-F238E27FC236}">
                <ns2:creationId id="{5C14A05B-757F-422B-A4E5-29FA26EB3C91}"/>
              </ns1:ext>
            </ns1:extLst>
          </ns0:cNvPr>
          <ns0:cNvSpPr>
            <ns1:spLocks noGrp="1"/>
          </ns0:cNvSpPr>
          <ns0:nvPr/>
        </ns0:nvSpPr>
        <ns0:spPr>
          <ns1:xfrm>
            <ns1:off x="10944225" y="4095750"/>
            <ns1:ext cx="209550" cy="2667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11" name="trace:S06:content.auto.103">
            <ns1:extLst>
              <ns1:ext uri="{FF2B5EF4-FFF2-40B4-BE49-F238E27FC236}">
                <ns2:creationId id="{2C842772-7DCA-445A-88AA-8F6CEB9D98B4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41624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2" name="trace:S06:content.auto.104">
            <ns1:extLst>
              <ns1:ext uri="{FF2B5EF4-FFF2-40B4-BE49-F238E27FC236}">
                <ns2:creationId id="{2210444A-DF3F-4F25-8671-6D2E8176B400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42386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3" name="trace:S06:content.auto.105">
            <ns1:extLst>
              <ns1:ext uri="{FF2B5EF4-FFF2-40B4-BE49-F238E27FC236}">
                <ns2:creationId id="{7A0140DC-C4BD-4E02-AAF8-B5F8D215B783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43148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4" name="trace:S06:content.auto.106">
            <ns1:extLst>
              <ns1:ext uri="{FF2B5EF4-FFF2-40B4-BE49-F238E27FC236}">
                <ns2:creationId id="{370DAE0D-17C0-4F7D-8920-7F23FF57D486}"/>
              </ns1:ext>
            </ns1:extLst>
          </ns0:cNvPr>
          <ns0:cNvSpPr>
            <ns1:spLocks noGrp="1"/>
          </ns0:cNvSpPr>
          <ns0:nvPr/>
        </ns0:nvSpPr>
        <ns0:spPr>
          <ns1:xfrm>
            <ns1:off x="11068050" y="41624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5" name="trace:S06:content.auto.107">
            <ns1:extLst>
              <ns1:ext uri="{FF2B5EF4-FFF2-40B4-BE49-F238E27FC236}">
                <ns2:creationId id="{88D033B9-30C1-4CAA-82CA-2F4D83E6666C}"/>
              </ns1:ext>
            </ns1:extLst>
          </ns0:cNvPr>
          <ns0:cNvSpPr>
            <ns1:spLocks noGrp="1"/>
          </ns0:cNvSpPr>
          <ns0:nvPr/>
        </ns0:nvSpPr>
        <ns0:spPr>
          <ns1:xfrm>
            <ns1:off x="11068050" y="42386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6" name="trace:S06:content.auto.108">
            <ns1:extLst>
              <ns1:ext uri="{FF2B5EF4-FFF2-40B4-BE49-F238E27FC236}">
                <ns2:creationId id="{37B7DBE8-2C52-4EBC-BC86-3D002A9750C6}"/>
              </ns1:ext>
            </ns1:extLst>
          </ns0:cNvPr>
          <ns0:cNvSpPr>
            <ns1:spLocks noGrp="1"/>
          </ns0:cNvSpPr>
          <ns0:nvPr/>
        </ns0:nvSpPr>
        <ns0:spPr>
          <ns1:xfrm>
            <ns1:off x="11068050" y="43148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7" name="trace:S06:content.auto.109">
            <ns1:extLst>
              <ns1:ext uri="{FF2B5EF4-FFF2-40B4-BE49-F238E27FC236}">
                <ns2:creationId id="{619863F0-C548-4BC6-8891-93640E87826C}"/>
              </ns1:ext>
            </ns1:extLst>
          </ns0:cNvPr>
          <ns0:cNvSpPr>
            <ns1:spLocks noGrp="1"/>
          </ns0:cNvSpPr>
          <ns0:nvPr/>
        </ns0:nvSpPr>
        <ns0:spPr>
          <ns1:xfrm>
            <ns1:off x="10694670" y="419481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18" name="trace:S06:content.auto.110">
            <ns1:extLst>
              <ns1:ext uri="{FF2B5EF4-FFF2-40B4-BE49-F238E27FC236}">
                <ns2:creationId id="{CA2F92C9-7D9E-4B9F-A5A2-10ABE30C9975}"/>
              </ns1:ext>
            </ns1:extLst>
          </ns0:cNvPr>
          <ns0:cNvSpPr>
            <ns1:spLocks noGrp="1"/>
          </ns0:cNvSpPr>
          <ns0:nvPr/>
        </ns0:nvSpPr>
        <ns0:spPr>
          <ns1:xfrm>
            <ns1:off x="10778490" y="419862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19" name="trace:S06:content.auto.111">
            <ns1:extLst>
              <ns1:ext uri="{FF2B5EF4-FFF2-40B4-BE49-F238E27FC236}">
                <ns2:creationId id="{342DA41C-6F9D-4052-AAE6-66FCE3F0105A}"/>
              </ns1:ext>
            </ns1:extLst>
          </ns0:cNvPr>
          <ns0:cNvSpPr>
            <ns1:spLocks noGrp="1"/>
          </ns0:cNvSpPr>
          <ns0:nvPr/>
        </ns0:nvSpPr>
        <ns0:spPr>
          <ns1:xfrm>
            <ns1:off x="10862310" y="420243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20" name="trace:S06:content.auto.112">
            <ns1:extLst>
              <ns1:ext uri="{FF2B5EF4-FFF2-40B4-BE49-F238E27FC236}">
                <ns2:creationId id="{F391F922-C399-4C3E-9B26-EE821C148F55}"/>
              </ns1:ext>
            </ns1:extLst>
          </ns0:cNvPr>
          <ns0:cNvSpPr>
            <ns1:spLocks noGrp="1"/>
          </ns0:cNvSpPr>
          <ns0:nvPr/>
        </ns0:nvSpPr>
        <ns0:spPr>
          <ns1:xfrm>
            <ns1:off x="10946130" y="420624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21" name="trace:S06:content.auto.113">
            <ns1:extLst>
              <ns1:ext uri="{FF2B5EF4-FFF2-40B4-BE49-F238E27FC236}">
                <ns2:creationId id="{8D514F3E-B080-4318-B5D9-AD708044F06B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4362450"/>
            <ns1:ext cx="209550" cy="2667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22" name="trace:S06:content.auto.114">
            <ns1:extLst>
              <ns1:ext uri="{FF2B5EF4-FFF2-40B4-BE49-F238E27FC236}">
                <ns2:creationId id="{5DB6BA41-61A0-4FAB-8E94-96ACA0C0D0DC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44291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3" name="trace:S06:content.auto.115">
            <ns1:extLst>
              <ns1:ext uri="{FF2B5EF4-FFF2-40B4-BE49-F238E27FC236}">
                <ns2:creationId id="{A761E7AB-712A-42F5-AEB2-D2E8FC6A265F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45053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4" name="trace:S06:content.auto.116">
            <ns1:extLst>
              <ns1:ext uri="{FF2B5EF4-FFF2-40B4-BE49-F238E27FC236}">
                <ns2:creationId id="{EC7F5EF5-172C-4349-B09E-12D019377D6E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45815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5" name="trace:S06:content.auto.117">
            <ns1:extLst>
              <ns1:ext uri="{FF2B5EF4-FFF2-40B4-BE49-F238E27FC236}">
                <ns2:creationId id="{362F47F5-9D1F-4527-8E09-6989D6B11D2B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44291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6" name="trace:S06:content.auto.118">
            <ns1:extLst>
              <ns1:ext uri="{FF2B5EF4-FFF2-40B4-BE49-F238E27FC236}">
                <ns2:creationId id="{96BA5290-AFB0-4A71-80FD-1DB46D0F5263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45053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7" name="trace:S06:content.auto.119">
            <ns1:extLst>
              <ns1:ext uri="{FF2B5EF4-FFF2-40B4-BE49-F238E27FC236}">
                <ns2:creationId id="{540198DA-FACB-4FB4-B7D9-6678FD05967F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4581525"/>
            <ns1:ext cx="38100" cy="38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8" name="trace:S06:content.auto.120">
            <ns1:extLst>
              <ns1:ext uri="{FF2B5EF4-FFF2-40B4-BE49-F238E27FC236}">
                <ns2:creationId id="{634EE565-CCD8-4B3B-9EFB-8F34456D1E4B}"/>
              </ns1:ext>
            </ns1:extLst>
          </ns0:cNvPr>
          <ns0:cNvSpPr>
            <ns1:spLocks noGrp="1"/>
          </ns0:cNvSpPr>
          <ns0:nvPr/>
        </ns0:nvSpPr>
        <ns0:spPr>
          <ns1:xfrm>
            <ns1:off x="10683240" y="427863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29" name="trace:S06:content.auto.121">
            <ns1:extLst>
              <ns1:ext uri="{FF2B5EF4-FFF2-40B4-BE49-F238E27FC236}">
                <ns2:creationId id="{75F49AE3-73B8-456C-84D5-5F4D9131BE4E}"/>
              </ns1:ext>
            </ns1:extLst>
          </ns0:cNvPr>
          <ns0:cNvSpPr>
            <ns1:spLocks noGrp="1"/>
          </ns0:cNvSpPr>
          <ns0:nvPr/>
        </ns0:nvSpPr>
        <ns0:spPr>
          <ns1:xfrm>
            <ns1:off x="10755630" y="432816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30" name="trace:S06:content.auto.122">
            <ns1:extLst>
              <ns1:ext uri="{FF2B5EF4-FFF2-40B4-BE49-F238E27FC236}">
                <ns2:creationId id="{D162876B-2D20-425E-989A-34F021F904F6}"/>
              </ns1:ext>
            </ns1:extLst>
          </ns0:cNvPr>
          <ns0:cNvSpPr>
            <ns1:spLocks noGrp="1"/>
          </ns0:cNvSpPr>
          <ns0:nvPr/>
        </ns0:nvSpPr>
        <ns0:spPr>
          <ns1:xfrm>
            <ns1:off x="10828020" y="437769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31" name="trace:S06:content.auto.123">
            <ns1:extLst>
              <ns1:ext uri="{FF2B5EF4-FFF2-40B4-BE49-F238E27FC236}">
                <ns2:creationId id="{D577D363-D42F-47E6-98FF-E8DE0FD8936B}"/>
              </ns1:ext>
            </ns1:extLst>
          </ns0:cNvPr>
          <ns0:cNvSpPr>
            <ns1:spLocks noGrp="1"/>
          </ns0:cNvSpPr>
          <ns0:nvPr/>
        </ns0:nvSpPr>
        <ns0:spPr>
          <ns1:xfrm>
            <ns1:off x="10900410" y="4427220"/>
            <ns1:ext cx="38100" cy="3810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132" name="trace:S06:content.auto.124">
            <ns1:extLst>
              <ns1:ext uri="{FF2B5EF4-FFF2-40B4-BE49-F238E27FC236}">
                <ns2:creationId id="{5B40C3FB-C501-4CA4-B921-3F0AFC4B9640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4953000"/>
            <ns1:ext cx="11468100" cy="838200"/>
          </ns1:xfrm>
          <ns1:prstGeom prst="rect">
            <ns1:avLst/>
          </ns1:pr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133" name="trace:S06:content.auto.125">
            <ns1:extLst>
              <ns1:ext uri="{FF2B5EF4-FFF2-40B4-BE49-F238E27FC236}">
                <ns2:creationId id="{9EB046C0-D19A-45CF-824C-E53418F2D9A0}"/>
              </ns1:ext>
            </ns1:extLst>
          </ns0:cNvPr>
          <ns0:cNvSpPr>
            <ns1:spLocks noGrp="1"/>
          </ns0:cNvSpPr>
          <ns0:nvPr/>
        </ns0:nvSpPr>
        <ns0:spPr>
          <ns1:xfrm>
            <ns1:off x="2733675" y="4962525"/>
            <ns1:ext cx="819150" cy="8191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134" name="trace:S06:content.auto.126">
            <ns1:extLst>
              <ns1:ext uri="{FF2B5EF4-FFF2-40B4-BE49-F238E27FC236}">
                <ns2:creationId id="{E8FC566A-7E96-4320-8223-07690641C86C}"/>
              </ns1:ext>
            </ns1:extLst>
          </ns0:cNvPr>
          <ns0:cNvSpPr>
            <ns1:spLocks noGrp="1"/>
          </ns0:cNvSpPr>
          <ns0:nvPr/>
        </ns0:nvSpPr>
        <ns0:spPr>
          <ns1:xfrm>
            <ns1:off x="3028950" y="5219700"/>
            <ns1:ext cx="228600" cy="285750"/>
          </ns1:xfrm>
          <ns1:prstGeom prst="ellipse">
            <ns1:avLst/>
          </ns1:prstGeom>
          <ns1:noFill/>
          <ns1:ln w="28575">
            <ns1:solidFill>
              <ns1:srgbClr val="F01D2D"/>
            </ns1:solidFill>
            <ns1:prstDash val="solid"/>
          </ns1:ln>
        </ns0:spPr>
      </ns0:sp>
      <ns0:sp>
        <ns0:nvSpPr>
          <ns0:cNvPr id="135" name="trace:S06:content.auto.127">
            <ns1:extLst>
              <ns1:ext uri="{FF2B5EF4-FFF2-40B4-BE49-F238E27FC236}">
                <ns2:creationId id="{BAF9280E-3087-4D1B-B045-977F5B03233A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5524500"/>
            <ns1:ext cx="0" cy="0"/>
          </ns1:xfrm>
          <ns1:prstGeom prst="line">
            <ns1:avLst/>
          </ns1:prstGeom>
          <ns1:noFill/>
          <ns1:ln w="28575">
            <ns1:solidFill>
              <ns1:srgbClr val="F01D2D"/>
            </ns1:solidFill>
            <ns1:prstDash val="solid"/>
          </ns1:ln>
        </ns0:spPr>
      </ns0:sp>
      <ns0:sp>
        <ns0:nvSpPr>
          <ns0:cNvPr id="136" name="trace:S06:content.auto.128">
            <ns1:extLst>
              <ns1:ext uri="{FF2B5EF4-FFF2-40B4-BE49-F238E27FC236}">
                <ns2:creationId id="{2BC0E801-FD6D-4CCF-98C0-B3040EA9BD22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5200650"/>
            <ns1:ext cx="7620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137" name="trace:S06:content.auto.129">
            <ns1:extLst>
              <ns1:ext uri="{FF2B5EF4-FFF2-40B4-BE49-F238E27FC236}">
                <ns2:creationId id="{FBE964BF-86F7-48D7-B0E7-AD62EB330128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5200650"/>
            <ns1:ext cx="7620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138" name="trace:S06:content.auto.130">
            <ns1:extLst>
              <ns1:ext uri="{FF2B5EF4-FFF2-40B4-BE49-F238E27FC236}">
                <ns2:creationId id="{42D157B3-A7A8-44B2-9873-0B955A44417F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5219700"/>
            <ns1:ext cx="7239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650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確認できる範囲から小さく始め、運用条件を確認しながら次の範囲を定める</ns1:t>
            </ns1:r>
          </ns1:p>
        </ns0:txBody>
      </ns0:sp>
      <ns0:sp>
        <ns0:nvSpPr>
          <ns0:cNvPr id="139" name="trace:S06:content.auto.131">
            <ns1:extLst>
              <ns1:ext uri="{FF2B5EF4-FFF2-40B4-BE49-F238E27FC236}">
                <ns2:creationId id="{5A4A8394-3FD6-432A-A575-16A2B1A9E419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381750"/>
            <ns1:ext cx="11506200" cy="0"/>
          </ns1:xfrm>
          <ns1:prstGeom prst="line">
            <ns1:avLst/>
          </ns1:prstGeom>
          <ns1:noFill/>
          <ns1:ln w="13335">
            <ns1:solidFill>
              <ns1:srgbClr val="F01D2D"/>
            </ns1:solidFill>
            <ns1:prstDash val="solid"/>
          </ns1:ln>
        </ns0:spPr>
      </ns0:sp>
      <ns0:sp>
        <ns0:nvSpPr>
          <ns0:cNvPr id="140" name="trace:S06:content.auto.132">
            <ns1:extLst>
              <ns1:ext uri="{FF2B5EF4-FFF2-40B4-BE49-F238E27FC236}">
                <ns2:creationId id="{A3EB9385-5373-4A6D-B2F9-F095749D0B73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486525"/>
            <ns1:ext cx="4191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08</ns1:t>
            </ns1:r>
          </ns1:p>
        </ns0:txBody>
      </ns0:sp>
      <ns0:sp>
        <ns0:nvSpPr>
          <ns0:cNvPr id="141" name="trace:S06:footer.brand">
            <ns1:extLst>
              <ns1:ext uri="{FF2B5EF4-FFF2-40B4-BE49-F238E27FC236}">
                <ns2:creationId id="{96BC7205-0A3B-417F-B684-84E31E8A6339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448425"/>
            <ns1:ext cx="1238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42" name="trace:S06:footer.tagline.jp">
            <ns1:extLst>
              <ns1:ext uri="{FF2B5EF4-FFF2-40B4-BE49-F238E27FC236}">
                <ns2:creationId id="{D348F2E6-5A7D-458E-BC2C-3E3FD11A5C2A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41985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43" name="trace:S06:footer.tagline.en">
            <ns1:extLst>
              <ns1:ext uri="{FF2B5EF4-FFF2-40B4-BE49-F238E27FC236}">
                <ns2:creationId id="{3D157EC7-8649-4C20-8A15-D070DBFDFD39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55320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44" name="trace:S06:footer.brand.2">
            <ns1:extLst>
              <ns1:ext uri="{FF2B5EF4-FFF2-40B4-BE49-F238E27FC236}">
                <ns2:creationId id="{D6C01851-20CF-4EE6-8C55-89E402B24F00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648652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3066092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2026-09-27T22:13:25.4290000Z</dcterms:created>
  <dcterms:modified xsi:type="dcterms:W3CDTF">2026-09-27T22:13:25.4290000Z</dcterms:modified>
</coreProperties>
</file>