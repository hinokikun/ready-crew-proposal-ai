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9587763266459e" /><Relationship Type="http://schemas.openxmlformats.org/officeDocument/2006/relationships/extended-properties" Target="/docProps/app.xml" Id="R46ff082dec344813" /><Relationship Type="http://schemas.openxmlformats.org/officeDocument/2006/relationships/officeDocument" Target="/ppt/presentation.xml" Id="R3d9a16fe5df244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753246913e4678"/>
  </p:sldMasterIdLst>
  <p:notesMasterIdLst>
    <p:notesMasterId xmlns:r="http://schemas.openxmlformats.org/officeDocument/2006/relationships" r:id="R39f8d93c2b014b25"/>
  </p:notesMasterIdLst>
  <p:sldIdLst>
    <p:sldId xmlns:r="http://schemas.openxmlformats.org/officeDocument/2006/relationships" id="256" r:id="R311a85def3aa4a2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34d868e7474113" /><Relationship Type="http://schemas.openxmlformats.org/officeDocument/2006/relationships/slideMaster" Target="/ppt/slideMasters/slideMaster1.xml" Id="Rfb753246913e4678" /><Relationship Type="http://schemas.openxmlformats.org/officeDocument/2006/relationships/notesMaster" Target="/ppt/notesMasters/notesMaster1.xml" Id="R39f8d93c2b014b25" /><Relationship Type="http://schemas.openxmlformats.org/officeDocument/2006/relationships/presProps" Target="/ppt/presProps.xml" Id="Rb7f967405b8741eb" /><Relationship Type="http://schemas.openxmlformats.org/officeDocument/2006/relationships/tableStyles" Target="/ppt/tableStyles.xml" Id="Rbc9a837bc02542cb" /><Relationship Type="http://schemas.openxmlformats.org/officeDocument/2006/relationships/slide" Target="/ppt/slides/slide1.xml" Id="R311a85def3aa4a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b6ee65022140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1bc8c5456144dc" /><Relationship Type="http://schemas.openxmlformats.org/officeDocument/2006/relationships/notesMaster" Target="/ppt/notesMasters/notesMaster1.xml" Id="R2f276b36aedb4a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59f99400094f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1c541129504f88" /><Relationship Type="http://schemas.openxmlformats.org/officeDocument/2006/relationships/slideLayout" Target="/ppt/slideLayouts/slideLayout1.xml" Id="Rcaabac3cc15343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abac3cc15343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b3e31b1a6f4f67" /><Relationship Type="http://schemas.openxmlformats.org/officeDocument/2006/relationships/notesSlide" Target="/ppt/notesSlides/notesSlide1.xml" Id="R3a54677d58694115" 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60" name="trace:S04:content.auto">
            <ns1:extLst>
              <ns1:ext uri="{FF2B5EF4-FFF2-40B4-BE49-F238E27FC236}">
                <ns2:creationId id="{5961A001-F49C-4CD9-9EA9-C32E5E3A9F70}"/>
              </ns1:ext>
            </ns1:extLst>
          </ns0:cNvPr>
          <ns0:cNvSpPr>
            <ns1:spLocks noGrp="1"/>
          </ns0:cNvSpPr>
          <ns0:nvPr/>
        </ns0:nvSpPr>
        <ns0:spPr>
          <ns1:xfrm>
            <ns1:off x="342900" y="161925"/>
            <ns1:ext cx="3619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05000"/>
              </ns1:lnSpc>
              <ns1:buNone/>
              <ns1:defRPr sz="1200" b="1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1200" b="1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06</ns1:t>
            </ns1:r>
          </ns1:p>
        </ns0:txBody>
      </ns0:sp>
      <ns0:sp>
        <ns0:nvSpPr>
          <ns0:cNvPr id="2" name="trace:S04:content.auto.2">
            <ns1:extLst>
              <ns1:ext uri="{FF2B5EF4-FFF2-40B4-BE49-F238E27FC236}">
                <ns2:creationId id="{2E047C82-B67C-4AE1-B323-854A07A4088E}"/>
              </ns1:ext>
            </ns1:extLst>
          </ns0:cNvPr>
          <ns0:cNvSpPr>
            <ns1:spLocks noGrp="1"/>
          </ns0:cNvSpPr>
          <ns0:nvPr/>
        </ns0:nvSpPr>
        <ns0:spPr>
          <ns1:xfrm>
            <ns1:off x="876300" y="161925"/>
            <ns1:ext cx="16192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05000"/>
              </ns1:lnSpc>
              <ns1:buNone/>
              <ns1:defRPr sz="1200" b="1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1200" b="1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主要課題</ns1:t>
            </ns1:r>
          </ns1:p>
        </ns0:txBody>
      </ns0:sp>
      <ns0:sp>
        <ns0:nvSpPr>
          <ns0:cNvPr id="3" name="trace:S04:content.auto.3">
            <ns1:extLst>
              <ns1:ext uri="{FF2B5EF4-FFF2-40B4-BE49-F238E27FC236}">
                <ns2:creationId id="{B082EC3F-4048-4058-B26B-5CCAEDF3B66B}"/>
              </ns1:ext>
            </ns1:extLst>
          </ns0:cNvPr>
          <ns0:cNvSpPr>
            <ns1:spLocks noGrp="1"/>
          </ns0:cNvSpPr>
          <ns0:nvPr/>
        </ns0:nvSpPr>
        <ns0:spPr>
          <ns1:xfrm>
            <ns1:off x="1724025" y="276225"/>
            <ns1:ext cx="9229725" cy="0"/>
          </ns1:xfrm>
          <ns1:prstGeom prst="line">
            <ns1:avLst/>
          </ns1:prstGeom>
          <ns1:noFill/>
          <ns1:ln w="11430">
            <ns1:solidFill>
              <ns1:srgbClr val="0B1E34"/>
            </ns1:solidFill>
            <ns1:prstDash val="solid"/>
          </ns1:ln>
        </ns0:spPr>
      </ns0:sp>
      <ns0:sp>
        <ns0:nvSpPr>
          <ns0:cNvPr id="4" name="trace:S04:footer.date">
            <ns1:extLst>
              <ns1:ext uri="{FF2B5EF4-FFF2-40B4-BE49-F238E27FC236}">
                <ns2:creationId id="{E2E79E4B-58A4-41A2-A89A-DD860340734D}"/>
              </ns1:ext>
            </ns1:extLst>
          </ns0:cNvPr>
          <ns0:cNvSpPr>
            <ns1:spLocks noGrp="1"/>
          </ns0:cNvSpPr>
          <ns0:nvPr/>
        </ns0:nvSpPr>
        <ns0:spPr>
          <ns1:xfrm>
            <ns1:off x="10648950" y="161925"/>
            <ns1:ext cx="12001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05000"/>
              </ns1:lnSpc>
              <ns1:buNone/>
              <ns1:defRPr sz="900" b="0">
                <ns1:solidFill>
                  <ns1:srgbClr val="6E87A4"/>
                </ns1:solidFill>
                <ns1:latin typeface="Arial"/>
                <ns1:ea typeface="Arial"/>
                <ns1:cs typeface="Arial"/>
              </ns1:defRPr>
            </ns1:pPr>
            <ns1:r>
              <ns1:rPr sz="900" b="0">
                <ns1:solidFill>
                  <ns1:srgbClr val="6E87A4"/>
                </ns1:solidFill>
                <ns1:latin typeface="Arial"/>
                <ns1:ea typeface="Arial"/>
                <ns1:cs typeface="Arial"/>
              </ns1:rPr>
              <ns1:t>2026.08.26</ns1:t>
            </ns1:r>
          </ns1:p>
        </ns0:txBody>
      </ns0:sp>
      <ns0:sp>
        <ns0:nvSpPr>
          <ns0:cNvPr id="5" name="trace:S04:content.auto.4">
            <ns1:extLst>
              <ns1:ext uri="{FF2B5EF4-FFF2-40B4-BE49-F238E27FC236}">
                <ns2:creationId id="{4F4381CD-7CE2-443B-8CA4-AC18C0DF4D33}"/>
              </ns1:ext>
            </ns1:extLst>
          </ns0:cNvPr>
          <ns0:cNvSpPr>
            <ns1:spLocks noGrp="1"/>
          </ns0:cNvSpPr>
          <ns0:nvPr/>
        </ns0:nvSpPr>
        <ns0:spPr>
          <ns1:xfrm>
            <ns1:off x="342900" y="552450"/>
            <ns1:ext cx="6858000" cy="5334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05000"/>
              </ns1:lnSpc>
              <ns1:buNone/>
              <ns1:defRPr sz="3675" b="1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3675" b="1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主要課題</ns1:t>
            </ns1:r>
          </ns1:p>
        </ns0:txBody>
      </ns0:sp>
      <ns0:sp>
        <ns0:nvSpPr>
          <ns0:cNvPr id="6" name="trace:S04:content.auto.5">
            <ns1:extLst>
              <ns1:ext uri="{FF2B5EF4-FFF2-40B4-BE49-F238E27FC236}">
                <ns2:creationId id="{8821B356-AAD0-4A3B-BC7D-D988EA9D9792}"/>
              </ns1:ext>
            </ns1:extLst>
          </ns0:cNvPr>
          <ns0:cNvSpPr>
            <ns1:spLocks noGrp="1"/>
          </ns0:cNvSpPr>
          <ns0:nvPr/>
        </ns0:nvSpPr>
        <ns0:spPr>
          <ns1:xfrm>
            <ns1:off x="361950" y="1381125"/>
            <ns1:ext cx="11468100" cy="981075"/>
          </ns1:xfrm>
          <ns1:prstGeom prst="roundRect">
            <ns1:avLst>
              <ns1:gd name="adj" fmla="val 7767"/>
            </ns1:avLst>
          </ns1:prstGeom>
          <ns1:solidFill>
            <ns1:srgbClr val="F2F6FA"/>
          </ns1:solidFill>
          <ns1:ln w="0">
            <ns1:noFill/>
            <ns1:prstDash val="solid"/>
          </ns1:ln>
        </ns0:spPr>
      </ns0:sp>
      <ns0:sp>
        <ns0:nvSpPr>
          <ns0:cNvPr id="7" name="trace:S04:content.auto.6">
            <ns1:extLst>
              <ns1:ext uri="{FF2B5EF4-FFF2-40B4-BE49-F238E27FC236}">
                <ns2:creationId id="{152FEFB8-E148-448F-8CEE-CCEA6F65A975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1343025"/>
            <ns1:ext cx="1066800" cy="1066800"/>
          </ns1:xfrm>
          <ns1:prstGeom prst="ellipse">
            <ns1:avLst/>
          </ns1:prstGeom>
          <ns1:solidFill>
            <ns1:srgbClr val="E9F0F7"/>
          </ns1:solidFill>
          <ns1:ln w="0">
            <ns1:noFill/>
            <ns1:prstDash val="solid"/>
          </ns1:ln>
        </ns0:spPr>
      </ns0:sp>
      <ns0:sp>
        <ns0:nvSpPr>
          <ns0:cNvPr id="8" name="trace:S04:content.auto.7">
            <ns1:extLst>
              <ns1:ext uri="{FF2B5EF4-FFF2-40B4-BE49-F238E27FC236}">
                <ns2:creationId id="{E69F6FF3-4DE2-439B-B0E0-16DBE59150E7}"/>
              </ns1:ext>
            </ns1:extLst>
          </ns0:cNvPr>
          <ns0:cNvSpPr>
            <ns1:spLocks noGrp="1"/>
          </ns0:cNvSpPr>
          <ns0:nvPr/>
        </ns0:nvSpPr>
        <ns0:spPr>
          <ns1:xfrm>
            <ns1:off x="1143000" y="1666875"/>
            <ns1:ext cx="304800" cy="419100"/>
          </ns1:xfrm>
          <ns1:prstGeom prst="roundRect">
            <ns1:avLst>
              <ns1:gd name="adj" fmla="val 25000"/>
            </ns1:avLst>
          </ns1:prstGeom>
          <ns1:solidFill>
            <ns1:srgbClr val="FFFFFF"/>
          </ns1:solidFill>
          <ns1:ln w="19050">
            <ns1:solidFill>
              <ns1:srgbClr val="0B1E34"/>
            </ns1:solidFill>
            <ns1:prstDash val="solid"/>
          </ns1:ln>
        </ns0:spPr>
      </ns0:sp>
      <ns0:sp>
        <ns0:nvSpPr>
          <ns0:cNvPr id="9" name="trace:S04:content.auto.8">
            <ns1:extLst>
              <ns1:ext uri="{FF2B5EF4-FFF2-40B4-BE49-F238E27FC236}">
                <ns2:creationId id="{995142FF-4A82-4305-9782-9565EFC34BB2}"/>
              </ns1:ext>
            </ns1:extLst>
          </ns0:cNvPr>
          <ns0:cNvSpPr>
            <ns1:spLocks noGrp="1"/>
          </ns0:cNvSpPr>
          <ns0:nvPr/>
        </ns0:nvSpPr>
        <ns0:spPr>
          <ns1:xfrm>
            <ns1:off x="1209675" y="1800225"/>
            <ns1:ext cx="152400" cy="0"/>
          </ns1:xfrm>
          <ns1:prstGeom prst="line">
            <ns1:avLst/>
          </ns1:prstGeom>
          <ns1:noFill/>
          <ns1:ln w="19050">
            <ns1:solidFill>
              <ns1:srgbClr val="0B1E34"/>
            </ns1:solidFill>
            <ns1:prstDash val="solid"/>
          </ns1:ln>
        </ns0:spPr>
      </ns0:sp>
      <ns0:sp>
        <ns0:nvSpPr>
          <ns0:cNvPr id="10" name="trace:S04:content.auto.9">
            <ns1:extLst>
              <ns1:ext uri="{FF2B5EF4-FFF2-40B4-BE49-F238E27FC236}">
                <ns2:creationId id="{6E460FC2-C9BD-4163-9BE6-7856B2814D99}"/>
              </ns1:ext>
            </ns1:extLst>
          </ns0:cNvPr>
          <ns0:cNvSpPr>
            <ns1:spLocks noGrp="1"/>
          </ns0:cNvSpPr>
          <ns0:nvPr/>
        </ns0:nvSpPr>
        <ns0:spPr>
          <ns1:xfrm>
            <ns1:off x="1209675" y="1885950"/>
            <ns1:ext cx="152400" cy="0"/>
          </ns1:xfrm>
          <ns1:prstGeom prst="line">
            <ns1:avLst/>
          </ns1:prstGeom>
          <ns1:noFill/>
          <ns1:ln w="19050">
            <ns1:solidFill>
              <ns1:srgbClr val="0B1E34"/>
            </ns1:solidFill>
            <ns1:prstDash val="solid"/>
          </ns1:ln>
        </ns0:spPr>
      </ns0:sp>
      <ns0:sp>
        <ns0:nvSpPr>
          <ns0:cNvPr id="11" name="trace:S04:content.auto.10">
            <ns1:extLst>
              <ns1:ext uri="{FF2B5EF4-FFF2-40B4-BE49-F238E27FC236}">
                <ns2:creationId id="{0EA10036-D57C-4831-8C29-FF533DDD8771}"/>
              </ns1:ext>
            </ns1:extLst>
          </ns0:cNvPr>
          <ns0:cNvSpPr>
            <ns1:spLocks noGrp="1"/>
          </ns0:cNvSpPr>
          <ns0:nvPr/>
        </ns0:nvSpPr>
        <ns0:spPr>
          <ns1:xfrm>
            <ns1:off x="1209675" y="1971675"/>
            <ns1:ext cx="95250" cy="0"/>
          </ns1:xfrm>
          <ns1:prstGeom prst="line">
            <ns1:avLst/>
          </ns1:prstGeom>
          <ns1:noFill/>
          <ns1:ln w="19050">
            <ns1:solidFill>
              <ns1:srgbClr val="0B1E34"/>
            </ns1:solidFill>
            <ns1:prstDash val="solid"/>
          </ns1:ln>
        </ns0:spPr>
      </ns0:sp>
      <ns0:sp>
        <ns0:nvSpPr>
          <ns0:cNvPr id="12" name="trace:S04:content.auto.11">
            <ns1:extLst>
              <ns1:ext uri="{FF2B5EF4-FFF2-40B4-BE49-F238E27FC236}">
                <ns2:creationId id="{629AB39B-AD5E-4F0B-B488-01F846917966}"/>
              </ns1:ext>
            </ns1:extLst>
          </ns0:cNvPr>
          <ns0:cNvSpPr>
            <ns1:spLocks noGrp="1"/>
          </ns0:cNvSpPr>
          <ns0:nvPr/>
        </ns0:nvSpPr>
        <ns0:spPr>
          <ns1:xfrm>
            <ns1:off x="2266950" y="1552575"/>
            <ns1:ext cx="0" cy="0"/>
          </ns1:xfrm>
          <ns1:prstGeom prst="line">
            <ns1:avLst/>
          </ns1:prstGeom>
          <ns1:noFill/>
          <ns1:ln w="9525">
            <ns1:solidFill>
              <ns1:srgbClr val="B9C8D8"/>
            </ns1:solidFill>
            <ns1:prstDash val="solid"/>
          </ns1:ln>
        </ns0:spPr>
      </ns0:sp>
      <ns0:sp>
        <ns0:nvSpPr>
          <ns0:cNvPr id="13" name="trace:S04:content.auto.12">
            <ns1:extLst>
              <ns1:ext uri="{FF2B5EF4-FFF2-40B4-BE49-F238E27FC236}">
                <ns2:creationId id="{8A04627A-4015-4483-AA4C-3C228460E75D}"/>
              </ns1:ext>
            </ns1:extLst>
          </ns0:cNvPr>
          <ns0:cNvSpPr>
            <ns1:spLocks noGrp="1"/>
          </ns0:cNvSpPr>
          <ns0:nvPr/>
        </ns0:nvSpPr>
        <ns0:spPr>
          <ns1:xfrm>
            <ns1:off x="2667000" y="1552575"/>
            <ns1:ext cx="4953000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05000"/>
              </ns1:lnSpc>
              <ns1:buNone/>
              <ns1:defRPr sz="2175" b="1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2175" b="1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判断の標準化</ns1:t>
            </ns1:r>
          </ns1:p>
        </ns0:txBody>
      </ns0:sp>
      <ns0:sp>
        <ns0:nvSpPr>
          <ns0:cNvPr id="14" name="trace:S04:content.auto.13">
            <ns1:extLst>
              <ns1:ext uri="{FF2B5EF4-FFF2-40B4-BE49-F238E27FC236}">
                <ns2:creationId id="{A1207CDD-03BC-4906-8CDF-3C323888EB91}"/>
              </ns1:ext>
            </ns1:extLst>
          </ns0:cNvPr>
          <ns0:cNvSpPr>
            <ns1:spLocks noGrp="1"/>
          </ns0:cNvSpPr>
          <ns0:nvPr/>
        </ns0:nvSpPr>
        <ns0:spPr>
          <ns1:xfrm>
            <ns1:off x="2667000" y="2009775"/>
            <ns1:ext cx="114300" cy="114300"/>
          </ns1:xfrm>
          <ns1:prstGeom prst="ellipse">
            <ns1:avLst/>
          </ns1:prstGeom>
          <ns1:solidFill>
            <ns1:srgbClr val="F01D2D"/>
          </ns1:solidFill>
          <ns1:ln w="0">
            <ns1:noFill/>
            <ns1:prstDash val="solid"/>
          </ns1:ln>
        </ns0:spPr>
      </ns0:sp>
      <ns0:sp>
        <ns0:nvSpPr>
          <ns0:cNvPr id="15" name="trace:S04:title.primary">
            <ns1:extLst>
              <ns1:ext uri="{FF2B5EF4-FFF2-40B4-BE49-F238E27FC236}">
                <ns2:creationId id="{2EFE518E-9CC7-4D8E-B431-6AF889EEA8D3}"/>
              </ns1:ext>
            </ns1:extLst>
          </ns0:cNvPr>
          <ns0:cNvSpPr>
            <ns1:spLocks noGrp="1"/>
          </ns0:cNvSpPr>
          <ns0:nvPr/>
        </ns0:nvSpPr>
        <ns0:spPr>
          <ns1:xfrm>
            <ns1:off x="2933700" y="1933575"/>
            <ns1:ext cx="7924800" cy="4953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10000"/>
              </ns1:lnSpc>
              <ns1:buNone/>
              <ns1:defRPr sz="1275" b="0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判断基準と例外対応を整理し、</ns1:t>
            </ns1:r>
          </ns1:p>
          <ns1:p>
            <ns1:pPr>
              <ns1:lnSpc>
                <ns1:spcPct val="110000"/>
              </ns1:lnSpc>
              <ns1:buNone/>
              <ns1:defRPr sz="1275" b="0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確認できる根拠を揃えます</ns1:t>
            </ns1:r>
          </ns1:p>
        </ns0:txBody>
      </ns0:sp>
      <ns0:sp>
        <ns0:nvSpPr>
          <ns0:cNvPr id="16" name="trace:S04:content.auto.14">
            <ns1:extLst>
              <ns1:ext uri="{FF2B5EF4-FFF2-40B4-BE49-F238E27FC236}">
                <ns2:creationId id="{C94043B8-EF2B-4843-B14B-E2B6703C3ED6}"/>
              </ns1:ext>
            </ns1:extLst>
          </ns0:cNvPr>
          <ns0:cNvSpPr>
            <ns1:spLocks noGrp="1"/>
          </ns0:cNvSpPr>
          <ns0:nvPr/>
        </ns0:nvSpPr>
        <ns0:spPr>
          <ns1:xfrm>
            <ns1:off x="6477000" y="2009775"/>
            <ns1:ext cx="114300" cy="114300"/>
          </ns1:xfrm>
          <ns1:prstGeom prst="ellipse">
            <ns1:avLst/>
          </ns1:prstGeom>
          <ns1:solidFill>
            <ns1:srgbClr val="F01D2D"/>
          </ns1:solidFill>
          <ns1:ln w="0">
            <ns1:noFill/>
            <ns1:prstDash val="solid"/>
          </ns1:ln>
        </ns0:spPr>
      </ns0:sp>
      <ns0:sp>
        <ns0:nvSpPr>
          <ns0:cNvPr id="17" name="trace:S04:title.primary.2">
            <ns1:extLst>
              <ns1:ext uri="{FF2B5EF4-FFF2-40B4-BE49-F238E27FC236}">
                <ns2:creationId id="{69B258B3-14BC-4E77-8CB1-C3A641F09DE3}"/>
              </ns1:ext>
            </ns1:extLst>
          </ns0:cNvPr>
          <ns0:cNvSpPr>
            <ns1:spLocks noGrp="1"/>
          </ns0:cNvSpPr>
          <ns0:nvPr/>
        </ns0:nvSpPr>
        <ns0:spPr>
          <ns1:xfrm>
            <ns1:off x="6743700" y="1933575"/>
            <ns1:ext cx="4114800" cy="4953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10000"/>
              </ns1:lnSpc>
              <ns1:buNone/>
              <ns1:defRPr sz="1275" b="0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担当者間で異なる判断条件は、</ns1:t>
            </ns1:r>
          </ns1:p>
          <ns1:p>
            <ns1:pPr>
              <ns1:lnSpc>
                <ns1:spcPct val="110000"/>
              </ns1:lnSpc>
              <ns1:buNone/>
              <ns1:defRPr sz="1275" b="0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確認済み情報に基づき整理します</ns1:t>
            </ns1:r>
          </ns1:p>
        </ns0:txBody>
      </ns0:sp>
      <ns0:sp>
        <ns0:nvSpPr>
          <ns0:cNvPr id="18" name="trace:S04:content.auto.15">
            <ns1:extLst>
              <ns1:ext uri="{FF2B5EF4-FFF2-40B4-BE49-F238E27FC236}">
                <ns2:creationId id="{2A87FCC3-8DC2-46B9-A451-FB365521E3FE}"/>
              </ns1:ext>
            </ns1:extLst>
          </ns0:cNvPr>
          <ns0:cNvSpPr>
            <ns1:spLocks noGrp="1"/>
          </ns0:cNvSpPr>
          <ns0:nvPr/>
        </ns0:nvSpPr>
        <ns0:spPr>
          <ns1:xfrm>
            <ns1:off x="361950" y="2505075"/>
            <ns1:ext cx="11468100" cy="981075"/>
          </ns1:xfrm>
          <ns1:prstGeom prst="roundRect">
            <ns1:avLst>
              <ns1:gd name="adj" fmla="val 7767"/>
            </ns1:avLst>
          </ns1:prstGeom>
          <ns1:solidFill>
            <ns1:srgbClr val="F2F6FA"/>
          </ns1:solidFill>
          <ns1:ln w="0">
            <ns1:noFill/>
            <ns1:prstDash val="solid"/>
          </ns1:ln>
        </ns0:spPr>
      </ns0:sp>
      <ns0:sp>
        <ns0:nvSpPr>
          <ns0:cNvPr id="19" name="trace:S04:content.auto.16">
            <ns1:extLst>
              <ns1:ext uri="{FF2B5EF4-FFF2-40B4-BE49-F238E27FC236}">
                <ns2:creationId id="{7ED4B6A9-0E20-402A-8ED8-0F1095CB10FD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2466975"/>
            <ns1:ext cx="1066800" cy="1066800"/>
          </ns1:xfrm>
          <ns1:prstGeom prst="ellipse">
            <ns1:avLst/>
          </ns1:prstGeom>
          <ns1:solidFill>
            <ns1:srgbClr val="E9F0F7"/>
          </ns1:solidFill>
          <ns1:ln w="0">
            <ns1:noFill/>
            <ns1:prstDash val="solid"/>
          </ns1:ln>
        </ns0:spPr>
      </ns0:sp>
      <ns0:sp>
        <ns0:nvSpPr>
          <ns0:cNvPr id="20" name="trace:S04:content.auto.17">
            <ns1:extLst>
              <ns1:ext uri="{FF2B5EF4-FFF2-40B4-BE49-F238E27FC236}">
                <ns2:creationId id="{B292A4A3-2FE7-418B-8AD4-786FF27AF4F0}"/>
              </ns1:ext>
            </ns1:extLst>
          </ns0:cNvPr>
          <ns0:cNvSpPr>
            <ns1:spLocks noGrp="1"/>
          </ns0:cNvSpPr>
          <ns0:nvPr/>
        </ns0:nvSpPr>
        <ns0:spPr>
          <ns1:xfrm>
            <ns1:off x="1085850" y="2790825"/>
            <ns1:ext cx="419100" cy="419100"/>
          </ns1:xfrm>
          <ns1:prstGeom prst="ellipse">
            <ns1:avLst/>
          </ns1:prstGeom>
          <ns1:solidFill>
            <ns1:srgbClr val="FFFFFF"/>
          </ns1:solidFill>
          <ns1:ln w="28575">
            <ns1:solidFill>
              <ns1:srgbClr val="0B1E34"/>
            </ns1:solidFill>
            <ns1:prstDash val="solid"/>
          </ns1:ln>
        </ns0:spPr>
      </ns0:sp>
      <ns0:sp>
        <ns0:nvSpPr>
          <ns0:cNvPr id="21" name="trace:S04:content.auto.18">
            <ns1:extLst>
              <ns1:ext uri="{FF2B5EF4-FFF2-40B4-BE49-F238E27FC236}">
                <ns2:creationId id="{EE704F3C-AFC9-48CC-92A5-74EB9B4CECFB}"/>
              </ns1:ext>
            </ns1:extLst>
          </ns0:cNvPr>
          <ns0:cNvSpPr>
            <ns1:spLocks noGrp="1"/>
          </ns0:cNvSpPr>
          <ns0:nvPr/>
        </ns0:nvSpPr>
        <ns0:spPr>
          <ns1:xfrm>
            <ns1:off x="1295400" y="3000375"/>
            <ns1:ext cx="0" cy="0"/>
          </ns1:xfrm>
          <ns1:prstGeom prst="line">
            <ns1:avLst/>
          </ns1:prstGeom>
          <ns1:noFill/>
          <ns1:ln w="28575">
            <ns1:solidFill>
              <ns1:srgbClr val="F01D2D"/>
            </ns1:solidFill>
            <ns1:prstDash val="solid"/>
          </ns1:ln>
        </ns0:spPr>
      </ns0:sp>
      <ns0:sp>
        <ns0:nvSpPr>
          <ns0:cNvPr id="22" name="trace:S04:content.auto.19">
            <ns1:extLst>
              <ns1:ext uri="{FF2B5EF4-FFF2-40B4-BE49-F238E27FC236}">
                <ns2:creationId id="{384ADC2C-98BC-44DC-96AB-15B248435165}"/>
              </ns1:ext>
            </ns1:extLst>
          </ns0:cNvPr>
          <ns0:cNvSpPr>
            <ns1:spLocks noGrp="1"/>
          </ns0:cNvSpPr>
          <ns0:nvPr/>
        </ns0:nvSpPr>
        <ns0:spPr>
          <ns1:xfrm>
            <ns1:off x="1295400" y="3000375"/>
            <ns1:ext cx="133350" cy="0"/>
          </ns1:xfrm>
          <ns1:prstGeom prst="line">
            <ns1:avLst/>
          </ns1:prstGeom>
          <ns1:noFill/>
          <ns1:ln w="28575">
            <ns1:solidFill>
              <ns1:srgbClr val="F01D2D"/>
            </ns1:solidFill>
            <ns1:prstDash val="solid"/>
          </ns1:ln>
        </ns0:spPr>
      </ns0:sp>
      <ns0:sp>
        <ns0:nvSpPr>
          <ns0:cNvPr id="23" name="trace:S04:content.auto.20">
            <ns1:extLst>
              <ns1:ext uri="{FF2B5EF4-FFF2-40B4-BE49-F238E27FC236}">
                <ns2:creationId id="{80CB684D-E742-4E02-A34E-20584D7E7394}"/>
              </ns1:ext>
            </ns1:extLst>
          </ns0:cNvPr>
          <ns0:cNvSpPr>
            <ns1:spLocks noGrp="1"/>
          </ns0:cNvSpPr>
          <ns0:nvPr/>
        </ns0:nvSpPr>
        <ns0:spPr>
          <ns1:xfrm>
            <ns1:off x="1066800" y="3248025"/>
            <ns1:ext cx="104775" cy="190500"/>
          </ns1:xfrm>
          <ns1:prstGeom prst="rect">
            <ns1:avLst/>
          </ns1:prstGeom>
          <ns1:solidFill>
            <ns1:srgbClr val="0B1E34"/>
          </ns1:solidFill>
          <ns1:ln w="0">
            <ns1:noFill/>
            <ns1:prstDash val="solid"/>
          </ns1:ln>
        </ns0:spPr>
      </ns0:sp>
      <ns0:sp>
        <ns0:nvSpPr>
          <ns0:cNvPr id="24" name="trace:S04:content.auto.21">
            <ns1:extLst>
              <ns1:ext uri="{FF2B5EF4-FFF2-40B4-BE49-F238E27FC236}">
                <ns2:creationId id="{7D688DA4-D0DC-4BD1-854A-8EC2626FCBA7}"/>
              </ns1:ext>
            </ns1:extLst>
          </ns0:cNvPr>
          <ns0:cNvSpPr>
            <ns1:spLocks noGrp="1"/>
          </ns0:cNvSpPr>
          <ns0:nvPr/>
        </ns0:nvSpPr>
        <ns0:spPr>
          <ns1:xfrm>
            <ns1:off x="1238250" y="3152775"/>
            <ns1:ext cx="104775" cy="285750"/>
          </ns1:xfrm>
          <ns1:prstGeom prst="rect">
            <ns1:avLst/>
          </ns1:prstGeom>
          <ns1:solidFill>
            <ns1:srgbClr val="0B1E34"/>
          </ns1:solidFill>
          <ns1:ln w="0">
            <ns1:noFill/>
            <ns1:prstDash val="solid"/>
          </ns1:ln>
        </ns0:spPr>
      </ns0:sp>
      <ns0:sp>
        <ns0:nvSpPr>
          <ns0:cNvPr id="25" name="trace:S04:content.auto.22">
            <ns1:extLst>
              <ns1:ext uri="{FF2B5EF4-FFF2-40B4-BE49-F238E27FC236}">
                <ns2:creationId id="{EA6A455A-202B-4CA6-B085-D0F1E6472F89}"/>
              </ns1:ext>
            </ns1:extLst>
          </ns0:cNvPr>
          <ns0:cNvSpPr>
            <ns1:spLocks noGrp="1"/>
          </ns0:cNvSpPr>
          <ns0:nvPr/>
        </ns0:nvSpPr>
        <ns0:spPr>
          <ns1:xfrm>
            <ns1:off x="1409700" y="3038475"/>
            <ns1:ext cx="104775" cy="400050"/>
          </ns1:xfrm>
          <ns1:prstGeom prst="rect">
            <ns1:avLst/>
          </ns1:prstGeom>
          <ns1:solidFill>
            <ns1:srgbClr val="F01D2D"/>
          </ns1:solidFill>
          <ns1:ln w="0">
            <ns1:noFill/>
            <ns1:prstDash val="solid"/>
          </ns1:ln>
        </ns0:spPr>
      </ns0:sp>
      <ns0:sp>
        <ns0:nvSpPr>
          <ns0:cNvPr id="26" name="trace:S04:content.auto.23">
            <ns1:extLst>
              <ns1:ext uri="{FF2B5EF4-FFF2-40B4-BE49-F238E27FC236}">
                <ns2:creationId id="{000286F4-1AFB-4EF5-AD73-27BE1F3D1561}"/>
              </ns1:ext>
            </ns1:extLst>
          </ns0:cNvPr>
          <ns0:cNvSpPr>
            <ns1:spLocks noGrp="1"/>
          </ns0:cNvSpPr>
          <ns0:nvPr/>
        </ns0:nvSpPr>
        <ns0:spPr>
          <ns1:xfrm>
            <ns1:off x="2266950" y="2676525"/>
            <ns1:ext cx="0" cy="0"/>
          </ns1:xfrm>
          <ns1:prstGeom prst="line">
            <ns1:avLst/>
          </ns1:prstGeom>
          <ns1:noFill/>
          <ns1:ln w="9525">
            <ns1:solidFill>
              <ns1:srgbClr val="B9C8D8"/>
            </ns1:solidFill>
            <ns1:prstDash val="solid"/>
          </ns1:ln>
        </ns0:spPr>
      </ns0:sp>
      <ns0:sp>
        <ns0:nvSpPr>
          <ns0:cNvPr id="27" name="trace:S04:title.primary.3">
            <ns1:extLst>
              <ns1:ext uri="{FF2B5EF4-FFF2-40B4-BE49-F238E27FC236}">
                <ns2:creationId id="{F096CDD0-1964-45E6-8420-02AED9466A08}"/>
              </ns1:ext>
            </ns1:extLst>
          </ns0:cNvPr>
          <ns0:cNvSpPr>
            <ns1:spLocks noGrp="1"/>
          </ns0:cNvSpPr>
          <ns0:nvPr/>
        </ns0:nvSpPr>
        <ns0:spPr>
          <ns1:xfrm>
            <ns1:off x="2667000" y="2676525"/>
            <ns1:ext cx="4953000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05000"/>
              </ns1:lnSpc>
              <ns1:buNone/>
              <ns1:defRPr sz="2175" b="1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2175" b="1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業務負荷の削減</ns1:t>
            </ns1:r>
          </ns1:p>
        </ns0:txBody>
      </ns0:sp>
      <ns0:sp>
        <ns0:nvSpPr>
          <ns0:cNvPr id="28" name="trace:S04:content.auto.24">
            <ns1:extLst>
              <ns1:ext uri="{FF2B5EF4-FFF2-40B4-BE49-F238E27FC236}">
                <ns2:creationId id="{C2B3DA36-0A9C-4417-9C3B-2CC082C0D2F4}"/>
              </ns1:ext>
            </ns1:extLst>
          </ns0:cNvPr>
          <ns0:cNvSpPr>
            <ns1:spLocks noGrp="1"/>
          </ns0:cNvSpPr>
          <ns0:nvPr/>
        </ns0:nvSpPr>
        <ns0:spPr>
          <ns1:xfrm>
            <ns1:off x="2667000" y="3133725"/>
            <ns1:ext cx="114300" cy="114300"/>
          </ns1:xfrm>
          <ns1:prstGeom prst="ellipse">
            <ns1:avLst/>
          </ns1:prstGeom>
          <ns1:solidFill>
            <ns1:srgbClr val="F01D2D"/>
          </ns1:solidFill>
          <ns1:ln w="0">
            <ns1:noFill/>
            <ns1:prstDash val="solid"/>
          </ns1:ln>
        </ns0:spPr>
      </ns0:sp>
      <ns0:sp>
        <ns0:nvSpPr>
          <ns0:cNvPr id="29" name="trace:S04:lead">
            <ns1:extLst>
              <ns1:ext uri="{FF2B5EF4-FFF2-40B4-BE49-F238E27FC236}">
                <ns2:creationId id="{8C4FC5EB-B309-4DEE-9165-DDE9C6B0E085}"/>
              </ns1:ext>
            </ns1:extLst>
          </ns0:cNvPr>
          <ns0:cNvSpPr>
            <ns1:spLocks noGrp="1"/>
          </ns0:cNvSpPr>
          <ns0:nvPr/>
        </ns0:nvSpPr>
        <ns0:spPr>
          <ns1:xfrm>
            <ns1:off x="2933700" y="3057525"/>
            <ns1:ext cx="7924800" cy="4953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10000"/>
              </ns1:lnSpc>
              <ns1:buNone/>
              <ns1:defRPr sz="1275" b="0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入力・確認・照合作業のつながりを</ns1:t>
            </ns1:r>
          </ns1:p>
          <ns1:p>
            <ns1:pPr>
              <ns1:lnSpc>
                <ns1:spcPct val="110000"/>
              </ns1:lnSpc>
              <ns1:buNone/>
              <ns1:defRPr sz="1275" b="0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整理します</ns1:t>
            </ns1:r>
          </ns1:p>
        </ns0:txBody>
      </ns0:sp>
      <ns0:sp>
        <ns0:nvSpPr>
          <ns0:cNvPr id="30" name="trace:S04:content.auto.25">
            <ns1:extLst>
              <ns1:ext uri="{FF2B5EF4-FFF2-40B4-BE49-F238E27FC236}">
                <ns2:creationId id="{641D6C4B-D7CF-4C9E-B518-2A88C45D25DA}"/>
              </ns1:ext>
            </ns1:extLst>
          </ns0:cNvPr>
          <ns0:cNvSpPr>
            <ns1:spLocks noGrp="1"/>
          </ns0:cNvSpPr>
          <ns0:nvPr/>
        </ns0:nvSpPr>
        <ns0:spPr>
          <ns1:xfrm>
            <ns1:off x="6477000" y="3133725"/>
            <ns1:ext cx="114300" cy="114300"/>
          </ns1:xfrm>
          <ns1:prstGeom prst="ellipse">
            <ns1:avLst/>
          </ns1:prstGeom>
          <ns1:solidFill>
            <ns1:srgbClr val="F01D2D"/>
          </ns1:solidFill>
          <ns1:ln w="0">
            <ns1:noFill/>
            <ns1:prstDash val="solid"/>
          </ns1:ln>
        </ns0:spPr>
      </ns0:sp>
      <ns0:sp>
        <ns0:nvSpPr>
          <ns0:cNvPr id="31" name="trace:S04:lead.2">
            <ns1:extLst>
              <ns1:ext uri="{FF2B5EF4-FFF2-40B4-BE49-F238E27FC236}">
                <ns2:creationId id="{E76F71A8-9403-4873-9F04-E00963FF527F}"/>
              </ns1:ext>
            </ns1:extLst>
          </ns0:cNvPr>
          <ns0:cNvSpPr>
            <ns1:spLocks noGrp="1"/>
          </ns0:cNvSpPr>
          <ns0:nvPr/>
        </ns0:nvSpPr>
        <ns0:spPr>
          <ns1:xfrm>
            <ns1:off x="6743700" y="3057525"/>
            <ns1:ext cx="4114800" cy="4953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10000"/>
              </ns1:lnSpc>
              <ns1:buNone/>
              <ns1:defRPr sz="1275" b="0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作業時間と優先順位は確認済みの</ns1:t>
            </ns1:r>
          </ns1:p>
          <ns1:p>
            <ns1:pPr>
              <ns1:lnSpc>
                <ns1:spcPct val="110000"/>
              </ns1:lnSpc>
              <ns1:buNone/>
              <ns1:defRPr sz="1275" b="0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実態に基づき確定します</ns1:t>
            </ns1:r>
          </ns1:p>
        </ns0:txBody>
      </ns0:sp>
      <ns0:sp>
        <ns0:nvSpPr>
          <ns0:cNvPr id="32" name="trace:S04:content.auto.26">
            <ns1:extLst>
              <ns1:ext uri="{FF2B5EF4-FFF2-40B4-BE49-F238E27FC236}">
                <ns2:creationId id="{1080427D-004F-4D0D-A88D-D12A551F61B1}"/>
              </ns1:ext>
            </ns1:extLst>
          </ns0:cNvPr>
          <ns0:cNvSpPr>
            <ns1:spLocks noGrp="1"/>
          </ns0:cNvSpPr>
          <ns0:nvPr/>
        </ns0:nvSpPr>
        <ns0:spPr>
          <ns1:xfrm>
            <ns1:off x="361950" y="3629025"/>
            <ns1:ext cx="11468100" cy="981075"/>
          </ns1:xfrm>
          <ns1:prstGeom prst="roundRect">
            <ns1:avLst>
              <ns1:gd name="adj" fmla="val 7767"/>
            </ns1:avLst>
          </ns1:prstGeom>
          <ns1:solidFill>
            <ns1:srgbClr val="FFF1F2"/>
          </ns1:solidFill>
          <ns1:ln w="0">
            <ns1:noFill/>
            <ns1:prstDash val="solid"/>
          </ns1:ln>
        </ns0:spPr>
      </ns0:sp>
      <ns0:sp>
        <ns0:nvSpPr>
          <ns0:cNvPr id="33" name="trace:S04:content.auto.27">
            <ns1:extLst>
              <ns1:ext uri="{FF2B5EF4-FFF2-40B4-BE49-F238E27FC236}">
                <ns2:creationId id="{2ECE5B13-CB44-454A-AD20-0DDD0B38C4EE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3590925"/>
            <ns1:ext cx="1066800" cy="1066800"/>
          </ns1:xfrm>
          <ns1:prstGeom prst="ellipse">
            <ns1:avLst/>
          </ns1:prstGeom>
          <ns1:solidFill>
            <ns1:srgbClr val="E9F0F7"/>
          </ns1:solidFill>
          <ns1:ln w="0">
            <ns1:noFill/>
            <ns1:prstDash val="solid"/>
          </ns1:ln>
        </ns0:spPr>
      </ns0:sp>
      <ns0:sp>
        <ns0:nvSpPr>
          <ns0:cNvPr id="34" name="trace:S04:content.auto.28">
            <ns1:extLst>
              <ns1:ext uri="{FF2B5EF4-FFF2-40B4-BE49-F238E27FC236}">
                <ns2:creationId id="{A41220B4-357D-470E-9E33-59E3E5C82BF6}"/>
              </ns1:ext>
            </ns1:extLst>
          </ns0:cNvPr>
          <ns0:cNvSpPr>
            <ns1:spLocks noGrp="1"/>
          </ns0:cNvSpPr>
          <ns0:nvPr/>
        </ns0:nvSpPr>
        <ns0:spPr>
          <ns1:xfrm>
            <ns1:off x="1028700" y="3895725"/>
            <ns1:ext cx="533400" cy="171450"/>
          </ns1:xfrm>
          <ns1:prstGeom prst="ellipse">
            <ns1:avLst/>
          </ns1:prstGeom>
          <ns1:solidFill>
            <ns1:srgbClr val="0B1E34"/>
          </ns1:solidFill>
          <ns1:ln w="0">
            <ns1:noFill/>
            <ns1:prstDash val="solid"/>
          </ns1:ln>
        </ns0:spPr>
      </ns0:sp>
      <ns0:sp>
        <ns0:nvSpPr>
          <ns0:cNvPr id="35" name="trace:S04:content.auto.29">
            <ns1:extLst>
              <ns1:ext uri="{FF2B5EF4-FFF2-40B4-BE49-F238E27FC236}">
                <ns2:creationId id="{E6905597-33DD-4606-B63F-47EE2E0AF452}"/>
              </ns1:ext>
            </ns1:extLst>
          </ns0:cNvPr>
          <ns0:cNvSpPr>
            <ns1:spLocks noGrp="1"/>
          </ns0:cNvSpPr>
          <ns0:nvPr/>
        </ns0:nvSpPr>
        <ns0:spPr>
          <ns1:xfrm>
            <ns1:off x="1028700" y="3981450"/>
            <ns1:ext cx="533400" cy="361950"/>
          </ns1:xfrm>
          <ns1:prstGeom prst="rect">
            <ns1:avLst/>
          </ns1:prstGeom>
          <ns1:solidFill>
            <ns1:srgbClr val="0B1E34"/>
          </ns1:solidFill>
          <ns1:ln w="0">
            <ns1:noFill/>
            <ns1:prstDash val="solid"/>
          </ns1:ln>
        </ns0:spPr>
      </ns0:sp>
      <ns0:sp>
        <ns0:nvSpPr>
          <ns0:cNvPr id="36" name="trace:S04:content.auto.30">
            <ns1:extLst>
              <ns1:ext uri="{FF2B5EF4-FFF2-40B4-BE49-F238E27FC236}">
                <ns2:creationId id="{071DA537-2E06-47EE-B274-A1C51A3AB402}"/>
              </ns1:ext>
            </ns1:extLst>
          </ns0:cNvPr>
          <ns0:cNvSpPr>
            <ns1:spLocks noGrp="1"/>
          </ns0:cNvSpPr>
          <ns0:nvPr/>
        </ns0:nvSpPr>
        <ns0:spPr>
          <ns1:xfrm>
            <ns1:off x="1028700" y="4257675"/>
            <ns1:ext cx="533400" cy="171450"/>
          </ns1:xfrm>
          <ns1:prstGeom prst="ellipse">
            <ns1:avLst/>
          </ns1:prstGeom>
          <ns1:solidFill>
            <ns1:srgbClr val="0B1E34"/>
          </ns1:solidFill>
          <ns1:ln w="0">
            <ns1:noFill/>
            <ns1:prstDash val="solid"/>
          </ns1:ln>
        </ns0:spPr>
      </ns0:sp>
      <ns0:sp>
        <ns0:nvSpPr>
          <ns0:cNvPr id="37" name="trace:S04:content.auto.31">
            <ns1:extLst>
              <ns1:ext uri="{FF2B5EF4-FFF2-40B4-BE49-F238E27FC236}">
                <ns2:creationId id="{0D7792AC-C8E9-486F-ACB7-E321DBC80961}"/>
              </ns1:ext>
            </ns1:extLst>
          </ns0:cNvPr>
          <ns0:cNvSpPr>
            <ns1:spLocks noGrp="1"/>
          </ns0:cNvSpPr>
          <ns0:nvPr/>
        </ns0:nvSpPr>
        <ns0:spPr>
          <ns1:xfrm>
            <ns1:off x="1619250" y="4067175"/>
            <ns1:ext cx="95250" cy="285750"/>
          </ns1:xfrm>
          <ns1:prstGeom prst="rect">
            <ns1:avLst/>
          </ns1:prstGeom>
          <ns1:solidFill>
            <ns1:srgbClr val="F01D2D"/>
          </ns1:solidFill>
          <ns1:ln w="0">
            <ns1:noFill/>
            <ns1:prstDash val="solid"/>
          </ns1:ln>
        </ns0:spPr>
      </ns0:sp>
      <ns0:sp>
        <ns0:nvSpPr>
          <ns0:cNvPr id="38" name="trace:S04:content.auto.32">
            <ns1:extLst>
              <ns1:ext uri="{FF2B5EF4-FFF2-40B4-BE49-F238E27FC236}">
                <ns2:creationId id="{694C17F0-2E95-4B1F-BD8A-AC3C053F2EEE}"/>
              </ns1:ext>
            </ns1:extLst>
          </ns0:cNvPr>
          <ns0:cNvSpPr>
            <ns1:spLocks noGrp="1"/>
          </ns0:cNvSpPr>
          <ns0:nvPr/>
        </ns0:nvSpPr>
        <ns0:spPr>
          <ns1:xfrm>
            <ns1:off x="2266950" y="3800475"/>
            <ns1:ext cx="0" cy="0"/>
          </ns1:xfrm>
          <ns1:prstGeom prst="line">
            <ns1:avLst/>
          </ns1:prstGeom>
          <ns1:noFill/>
          <ns1:ln w="9525">
            <ns1:solidFill>
              <ns1:srgbClr val="B9C8D8"/>
            </ns1:solidFill>
            <ns1:prstDash val="solid"/>
          </ns1:ln>
        </ns0:spPr>
      </ns0:sp>
      <ns0:sp>
        <ns0:nvSpPr>
          <ns0:cNvPr id="39" name="trace:S04:content.auto.33">
            <ns1:extLst>
              <ns1:ext uri="{FF2B5EF4-FFF2-40B4-BE49-F238E27FC236}">
                <ns2:creationId id="{F39F41FE-D3A0-4ABC-89AE-9A9E75DEAA4B}"/>
              </ns1:ext>
            </ns1:extLst>
          </ns0:cNvPr>
          <ns0:cNvSpPr>
            <ns1:spLocks noGrp="1"/>
          </ns0:cNvSpPr>
          <ns0:nvPr/>
        </ns0:nvSpPr>
        <ns0:spPr>
          <ns1:xfrm>
            <ns1:off x="2667000" y="3800475"/>
            <ns1:ext cx="4953000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05000"/>
              </ns1:lnSpc>
              <ns1:buNone/>
              <ns1:defRPr sz="2175" b="1">
                <ns1:solidFill>
                  <ns1:srgbClr val="F01D2D"/>
                </ns1:solidFill>
                <ns1:latin typeface="Arial"/>
                <ns1:ea typeface="Arial"/>
                <ns1:cs typeface="Arial"/>
              </ns1:defRPr>
            </ns1:pPr>
            <ns1:r>
              <ns1:rPr sz="2175" b="1">
                <ns1:solidFill>
                  <ns1:srgbClr val="F01D2D"/>
                </ns1:solidFill>
                <ns1:latin typeface="Arial"/>
                <ns1:ea typeface="Arial"/>
                <ns1:cs typeface="Arial"/>
              </ns1:rPr>
              <ns1:t>データ活用基盤の整備</ns1:t>
            </ns1:r>
          </ns1:p>
        </ns0:txBody>
      </ns0:sp>
      <ns0:sp>
        <ns0:nvSpPr>
          <ns0:cNvPr id="40" name="trace:S04:content.auto.34">
            <ns1:extLst>
              <ns1:ext uri="{FF2B5EF4-FFF2-40B4-BE49-F238E27FC236}">
                <ns2:creationId id="{B45C51E9-7322-4935-AE5F-4E3DFB7B4146}"/>
              </ns1:ext>
            </ns1:extLst>
          </ns0:cNvPr>
          <ns0:cNvSpPr>
            <ns1:spLocks noGrp="1"/>
          </ns0:cNvSpPr>
          <ns0:nvPr/>
        </ns0:nvSpPr>
        <ns0:spPr>
          <ns1:xfrm>
            <ns1:off x="2667000" y="4257675"/>
            <ns1:ext cx="114300" cy="114300"/>
          </ns1:xfrm>
          <ns1:prstGeom prst="ellipse">
            <ns1:avLst/>
          </ns1:prstGeom>
          <ns1:solidFill>
            <ns1:srgbClr val="F01D2D"/>
          </ns1:solidFill>
          <ns1:ln w="0">
            <ns1:noFill/>
            <ns1:prstDash val="solid"/>
          </ns1:ln>
        </ns0:spPr>
      </ns0:sp>
      <ns0:sp>
        <ns0:nvSpPr>
          <ns0:cNvPr id="41" name="trace:S04:content.auto.35">
            <ns1:extLst>
              <ns1:ext uri="{FF2B5EF4-FFF2-40B4-BE49-F238E27FC236}">
                <ns2:creationId id="{1AD43BD2-333C-4484-B0D8-397A12DFD366}"/>
              </ns1:ext>
            </ns1:extLst>
          </ns0:cNvPr>
          <ns0:cNvSpPr>
            <ns1:spLocks noGrp="1"/>
          </ns0:cNvSpPr>
          <ns0:nvPr/>
        </ns0:nvSpPr>
        <ns0:spPr>
          <ns1:xfrm>
            <ns1:off x="2933700" y="4181475"/>
            <ns1:ext cx="7924800" cy="4953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10000"/>
              </ns1:lnSpc>
              <ns1:buNone/>
              <ns1:defRPr sz="1275" b="0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画像・品目・判断・履歴の管理単位を</ns1:t>
            </ns1:r>
          </ns1:p>
          <ns1:p>
            <ns1:pPr>
              <ns1:lnSpc>
                <ns1:spcPct val="110000"/>
              </ns1:lnSpc>
              <ns1:buNone/>
              <ns1:defRPr sz="1275" b="0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整理します</ns1:t>
            </ns1:r>
          </ns1:p>
        </ns0:txBody>
      </ns0:sp>
      <ns0:sp>
        <ns0:nvSpPr>
          <ns0:cNvPr id="42" name="trace:S04:content.auto.36">
            <ns1:extLst>
              <ns1:ext uri="{FF2B5EF4-FFF2-40B4-BE49-F238E27FC236}">
                <ns2:creationId id="{8D519777-6FCD-4079-8EAD-EFDFF4D0E7D2}"/>
              </ns1:ext>
            </ns1:extLst>
          </ns0:cNvPr>
          <ns0:cNvSpPr>
            <ns1:spLocks noGrp="1"/>
          </ns0:cNvSpPr>
          <ns0:nvPr/>
        </ns0:nvSpPr>
        <ns0:spPr>
          <ns1:xfrm>
            <ns1:off x="6477000" y="4257675"/>
            <ns1:ext cx="114300" cy="114300"/>
          </ns1:xfrm>
          <ns1:prstGeom prst="ellipse">
            <ns1:avLst/>
          </ns1:prstGeom>
          <ns1:solidFill>
            <ns1:srgbClr val="F01D2D"/>
          </ns1:solidFill>
          <ns1:ln w="0">
            <ns1:noFill/>
            <ns1:prstDash val="solid"/>
          </ns1:ln>
        </ns0:spPr>
      </ns0:sp>
      <ns0:sp>
        <ns0:nvSpPr>
          <ns0:cNvPr id="43" name="trace:S04:content.auto.37">
            <ns1:extLst>
              <ns1:ext uri="{FF2B5EF4-FFF2-40B4-BE49-F238E27FC236}">
                <ns2:creationId id="{23E2815A-3E39-47B2-9D9E-42FB9B75EBB4}"/>
              </ns1:ext>
            </ns1:extLst>
          </ns0:cNvPr>
          <ns0:cNvSpPr>
            <ns1:spLocks noGrp="1"/>
          </ns0:cNvSpPr>
          <ns0:nvPr/>
        </ns0:nvSpPr>
        <ns0:spPr>
          <ns1:xfrm>
            <ns1:off x="6743700" y="4181475"/>
            <ns1:ext cx="4114800" cy="4953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10000"/>
              </ns1:lnSpc>
              <ns1:buNone/>
              <ns1:defRPr sz="1275" b="0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分析・再利用に必要な条件は</ns1:t>
            </ns1:r>
          </ns1:p>
          <ns1:p>
            <ns1:pPr>
              <ns1:lnSpc>
                <ns1:spcPct val="110000"/>
              </ns1:lnSpc>
              <ns1:buNone/>
              <ns1:defRPr sz="1275" b="0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確認後に確定します</ns1:t>
            </ns1:r>
          </ns1:p>
        </ns0:txBody>
      </ns0:sp>
      <ns0:sp>
        <ns0:nvSpPr>
          <ns0:cNvPr id="44" name="trace:S04:content.auto.38">
            <ns1:extLst>
              <ns1:ext uri="{FF2B5EF4-FFF2-40B4-BE49-F238E27FC236}">
                <ns2:creationId id="{D4F91EC9-AD05-4D18-AEB0-F889E099C81F}"/>
              </ns1:ext>
            </ns1:extLst>
          </ns0:cNvPr>
          <ns0:cNvSpPr>
            <ns1:spLocks noGrp="1"/>
          </ns0:cNvSpPr>
          <ns0:nvPr/>
        </ns0:nvSpPr>
        <ns0:spPr>
          <ns1:xfrm>
            <ns1:off x="361950" y="4791075"/>
            <ns1:ext cx="11468100" cy="552450"/>
          </ns1:xfrm>
          <ns1:prstGeom prst="rect">
            <ns1:avLst/>
          </ns1:prstGeom>
          <ns1:solidFill>
            <ns1:srgbClr val="FFF1F2"/>
          </ns1:solidFill>
          <ns1:ln w="0">
            <ns1:noFill/>
            <ns1:prstDash val="solid"/>
          </ns1:ln>
        </ns0:spPr>
      </ns0:sp>
      <ns0:sp>
        <ns0:nvSpPr>
          <ns0:cNvPr id="45" name="trace:S04:content.auto.39">
            <ns1:extLst>
              <ns1:ext uri="{FF2B5EF4-FFF2-40B4-BE49-F238E27FC236}">
                <ns2:creationId id="{1C354E52-5596-4EB1-B216-E2BFA14F88DB}"/>
              </ns1:ext>
            </ns1:extLst>
          </ns0:cNvPr>
          <ns0:cNvSpPr>
            <ns1:spLocks noGrp="1"/>
          </ns0:cNvSpPr>
          <ns0:nvPr/>
        </ns0:nvSpPr>
        <ns0:spPr>
          <ns1:xfrm>
            <ns1:off x="361950" y="4791075"/>
            <ns1:ext cx="76200" cy="552450"/>
          </ns1:xfrm>
          <ns1:prstGeom prst="rect">
            <ns1:avLst/>
          </ns1:prstGeom>
          <ns1:solidFill>
            <ns1:srgbClr val="F01D2D"/>
          </ns1:solidFill>
          <ns1:ln w="0">
            <ns1:noFill/>
            <ns1:prstDash val="solid"/>
          </ns1:ln>
        </ns0:spPr>
      </ns0:sp>
      <ns0:sp>
        <ns0:nvSpPr>
          <ns0:cNvPr id="46" name="trace:S04:content.auto.40">
            <ns1:extLst>
              <ns1:ext uri="{FF2B5EF4-FFF2-40B4-BE49-F238E27FC236}">
                <ns2:creationId id="{3D8FB55F-33E7-4AFD-870D-1792D338D285}"/>
              </ns1:ext>
            </ns1:extLst>
          </ns0:cNvPr>
          <ns0:cNvSpPr>
            <ns1:spLocks noGrp="1"/>
          </ns0:cNvSpPr>
          <ns0:nvPr/>
        </ns0:nvSpPr>
        <ns0:spPr>
          <ns1:xfrm>
            <ns1:off x="2514600" y="4800600"/>
            <ns1:ext cx="533400" cy="533400"/>
          </ns1:xfrm>
          <ns1:prstGeom prst="ellipse">
            <ns1:avLst/>
          </ns1:prstGeom>
          <ns1:solidFill>
            <ns1:srgbClr val="E9F0F7"/>
          </ns1:solidFill>
          <ns1:ln w="0">
            <ns1:noFill/>
            <ns1:prstDash val="solid"/>
          </ns1:ln>
        </ns0:spPr>
      </ns0:sp>
      <ns0:sp>
        <ns0:nvSpPr>
          <ns0:cNvPr id="47" name="trace:S04:content.auto.41">
            <ns1:extLst>
              <ns1:ext uri="{FF2B5EF4-FFF2-40B4-BE49-F238E27FC236}">
                <ns2:creationId id="{E0B0B6A5-95B9-44B3-B2A6-2CB388D264D3}"/>
              </ns1:ext>
            </ns1:extLst>
          </ns0:cNvPr>
          <ns0:cNvSpPr>
            <ns1:spLocks noGrp="1"/>
          </ns0:cNvSpPr>
          <ns0:nvPr/>
        </ns0:nvSpPr>
        <ns0:spPr>
          <ns1:xfrm>
            <ns1:off x="2590800" y="4876800"/>
            <ns1:ext cx="381000" cy="381000"/>
          </ns1:xfrm>
          <ns1:prstGeom prst="ellipse">
            <ns1:avLst/>
          </ns1:prstGeom>
          <ns1:solidFill>
            <ns1:srgbClr val="FFFFFF"/>
          </ns1:solidFill>
          <ns1:ln w="28575">
            <ns1:solidFill>
              <ns1:srgbClr val="0B1E34"/>
            </ns1:solidFill>
            <ns1:prstDash val="solid"/>
          </ns1:ln>
        </ns0:spPr>
      </ns0:sp>
      <ns0:sp>
        <ns0:nvSpPr>
          <ns0:cNvPr id="48" name="trace:S04:content.auto.42">
            <ns1:extLst>
              <ns1:ext uri="{FF2B5EF4-FFF2-40B4-BE49-F238E27FC236}">
                <ns2:creationId id="{F65D0FF0-46B9-48A0-89EF-40D69F3D8771}"/>
              </ns1:ext>
            </ns1:extLst>
          </ns0:cNvPr>
          <ns0:cNvSpPr>
            <ns1:spLocks noGrp="1"/>
          </ns0:cNvSpPr>
          <ns0:nvPr/>
        </ns0:nvSpPr>
        <ns0:spPr>
          <ns1:xfrm>
            <ns1:off x="2714625" y="5000625"/>
            <ns1:ext cx="133350" cy="133350"/>
          </ns1:xfrm>
          <ns1:prstGeom prst="ellipse">
            <ns1:avLst/>
          </ns1:prstGeom>
          <ns1:solidFill>
            <ns1:srgbClr val="F01D2D"/>
          </ns1:solidFill>
          <ns1:ln w="0">
            <ns1:noFill/>
            <ns1:prstDash val="solid"/>
          </ns1:ln>
        </ns0:spPr>
      </ns0:sp>
      <ns0:sp>
        <ns0:nvSpPr>
          <ns0:cNvPr id="49" name="trace:S04:content.auto.43">
            <ns1:extLst>
              <ns1:ext uri="{FF2B5EF4-FFF2-40B4-BE49-F238E27FC236}">
                <ns2:creationId id="{5EDDEC22-7F88-43DF-AEBF-7591E73796AC}"/>
              </ns1:ext>
            </ns1:extLst>
          </ns0:cNvPr>
          <ns0:cNvSpPr>
            <ns1:spLocks noGrp="1"/>
          </ns0:cNvSpPr>
          <ns0:nvPr/>
        </ns0:nvSpPr>
        <ns0:spPr>
          <ns1:xfrm>
            <ns1:off x="2743200" y="4800600"/>
            <ns1:ext cx="76200" cy="95250"/>
          </ns1:xfrm>
          <ns1:prstGeom prst="rect">
            <ns1:avLst/>
          </ns1:prstGeom>
          <ns1:solidFill>
            <ns1:srgbClr val="0B1E34"/>
          </ns1:solidFill>
          <ns1:ln w="0">
            <ns1:noFill/>
            <ns1:prstDash val="solid"/>
          </ns1:ln>
        </ns0:spPr>
      </ns0:sp>
      <ns0:sp>
        <ns0:nvSpPr>
          <ns0:cNvPr id="50" name="trace:S04:content.auto.44">
            <ns1:extLst>
              <ns1:ext uri="{FF2B5EF4-FFF2-40B4-BE49-F238E27FC236}">
                <ns2:creationId id="{DD543F34-2046-407F-8AA4-38A6BBCDA5FF}"/>
              </ns1:ext>
            </ns1:extLst>
          </ns0:cNvPr>
          <ns0:cNvSpPr>
            <ns1:spLocks noGrp="1"/>
          </ns0:cNvSpPr>
          <ns0:nvPr/>
        </ns0:nvSpPr>
        <ns0:spPr>
          <ns1:xfrm>
            <ns1:off x="2743200" y="4972050"/>
            <ns1:ext cx="76200" cy="95250"/>
          </ns1:xfrm>
          <ns1:prstGeom prst="rect">
            <ns1:avLst/>
          </ns1:prstGeom>
          <ns1:solidFill>
            <ns1:srgbClr val="0B1E34"/>
          </ns1:solidFill>
          <ns1:ln w="0">
            <ns1:noFill/>
            <ns1:prstDash val="solid"/>
          </ns1:ln>
        </ns0:spPr>
      </ns0:sp>
      <ns0:sp>
        <ns0:nvSpPr>
          <ns0:cNvPr id="51" name="trace:S04:content.auto.45">
            <ns1:extLst>
              <ns1:ext uri="{FF2B5EF4-FFF2-40B4-BE49-F238E27FC236}">
                <ns2:creationId id="{EE1F63DD-EC41-4BA0-B8BC-62D849194E13}"/>
              </ns1:ext>
            </ns1:extLst>
          </ns0:cNvPr>
          <ns0:cNvSpPr>
            <ns1:spLocks noGrp="1"/>
          </ns0:cNvSpPr>
          <ns0:nvPr/>
        </ns0:nvSpPr>
        <ns0:spPr>
          <ns1:xfrm>
            <ns1:off x="2743200" y="5143500"/>
            <ns1:ext cx="76200" cy="95250"/>
          </ns1:xfrm>
          <ns1:prstGeom prst="rect">
            <ns1:avLst/>
          </ns1:prstGeom>
          <ns1:solidFill>
            <ns1:srgbClr val="0B1E34"/>
          </ns1:solidFill>
          <ns1:ln w="0">
            <ns1:noFill/>
            <ns1:prstDash val="solid"/>
          </ns1:ln>
        </ns0:spPr>
      </ns0:sp>
      <ns0:sp>
        <ns0:nvSpPr>
          <ns0:cNvPr id="52" name="trace:S04:content.auto.46">
            <ns1:extLst>
              <ns1:ext uri="{FF2B5EF4-FFF2-40B4-BE49-F238E27FC236}">
                <ns2:creationId id="{DBE85509-5CEB-4022-B1B7-F52D93BE1D2A}"/>
              </ns1:ext>
            </ns1:extLst>
          </ns0:cNvPr>
          <ns0:cNvSpPr>
            <ns1:spLocks noGrp="1"/>
          </ns0:cNvSpPr>
          <ns0:nvPr/>
        </ns0:nvSpPr>
        <ns0:spPr>
          <ns1:xfrm>
            <ns1:off x="2743200" y="5314950"/>
            <ns1:ext cx="76200" cy="95250"/>
          </ns1:xfrm>
          <ns1:prstGeom prst="rect">
            <ns1:avLst/>
          </ns1:prstGeom>
          <ns1:solidFill>
            <ns1:srgbClr val="0B1E34"/>
          </ns1:solidFill>
          <ns1:ln w="0">
            <ns1:noFill/>
            <ns1:prstDash val="solid"/>
          </ns1:ln>
        </ns0:spPr>
      </ns0:sp>
      <ns0:sp>
        <ns0:nvSpPr>
          <ns0:cNvPr id="53" name="trace:S04:content.auto.47">
            <ns1:extLst>
              <ns1:ext uri="{FF2B5EF4-FFF2-40B4-BE49-F238E27FC236}">
                <ns2:creationId id="{9A74845D-1C2F-408B-866B-FFFD3E90693E}"/>
              </ns1:ext>
            </ns1:extLst>
          </ns0:cNvPr>
          <ns0:cNvSpPr>
            <ns1:spLocks noGrp="1"/>
          </ns0:cNvSpPr>
          <ns0:nvPr/>
        </ns0:nvSpPr>
        <ns0:spPr>
          <ns1:xfrm>
            <ns1:off x="3257550" y="4933950"/>
            <ns1:ext cx="8286750" cy="304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05000"/>
              </ns1:lnSpc>
              <ns1:buNone/>
              <ns1:defRPr sz="1575" b="1">
                <ns1:solidFill>
                  <ns1:srgbClr val="F01D2D"/>
                </ns1:solidFill>
                <ns1:latin typeface="Arial"/>
                <ns1:ea typeface="Arial"/>
                <ns1:cs typeface="Arial"/>
              </ns1:defRPr>
            </ns1:pPr>
            <ns1:r>
              <ns1:rPr sz="1575" b="1">
                <ns1:solidFill>
                  <ns1:srgbClr val="F01D2D"/>
                </ns1:solidFill>
                <ns1:latin typeface="Arial"/>
                <ns1:ea typeface="Arial"/>
                <ns1:cs typeface="Arial"/>
              </ns1:rPr>
              <ns1:t>判断基準・作業負荷・データの扱いを整理し、</ns1:t>
            </ns1:r>
          </ns1:p>
          <ns1:p>
            <ns1:pPr>
              <ns1:lnSpc>
                <ns1:spcPct val="105000"/>
              </ns1:lnSpc>
              <ns1:buNone/>
              <ns1:defRPr sz="1575" b="1">
                <ns1:solidFill>
                  <ns1:srgbClr val="F01D2D"/>
                </ns1:solidFill>
                <ns1:latin typeface="Arial"/>
                <ns1:ea typeface="Arial"/>
                <ns1:cs typeface="Arial"/>
              </ns1:defRPr>
            </ns1:pPr>
            <ns1:r>
              <ns1:rPr sz="1575" b="1">
                <ns1:solidFill>
                  <ns1:srgbClr val="F01D2D"/>
                </ns1:solidFill>
                <ns1:latin typeface="Arial"/>
                <ns1:ea typeface="Arial"/>
                <ns1:cs typeface="Arial"/>
              </ns1:rPr>
              <ns1:t>確認できる範囲から優先課題を定めます</ns1:t>
            </ns1:r>
          </ns1:p>
        </ns0:txBody>
      </ns0:sp>
      <ns0:sp>
        <ns0:nvSpPr>
          <ns0:cNvPr id="54" name="trace:S04:content.auto.48">
            <ns1:extLst>
              <ns1:ext uri="{FF2B5EF4-FFF2-40B4-BE49-F238E27FC236}">
                <ns2:creationId id="{2775E2F8-5B71-4980-8B5E-CBAAF338A238}"/>
              </ns1:ext>
            </ns1:extLst>
          </ns0:cNvPr>
          <ns0:cNvSpPr>
            <ns1:spLocks noGrp="1"/>
          </ns0:cNvSpPr>
          <ns0:nvPr/>
        </ns0:nvSpPr>
        <ns0:spPr>
          <ns1:xfrm>
            <ns1:off x="342900" y="6381750"/>
            <ns1:ext cx="11506200" cy="0"/>
          </ns1:xfrm>
          <ns1:prstGeom prst="line">
            <ns1:avLst/>
          </ns1:prstGeom>
          <ns1:noFill/>
          <ns1:ln w="13335">
            <ns1:solidFill>
              <ns1:srgbClr val="F01D2D"/>
            </ns1:solidFill>
            <ns1:prstDash val="solid"/>
          </ns1:ln>
        </ns0:spPr>
      </ns0:sp>
      <ns0:sp>
        <ns0:nvSpPr>
          <ns0:cNvPr id="55" name="trace:S04:content.auto.49">
            <ns1:extLst>
              <ns1:ext uri="{FF2B5EF4-FFF2-40B4-BE49-F238E27FC236}">
                <ns2:creationId id="{8775A733-CEA1-4604-8675-E35B88D670F2}"/>
              </ns1:ext>
            </ns1:extLst>
          </ns0:cNvPr>
          <ns0:cNvSpPr>
            <ns1:spLocks noGrp="1"/>
          </ns0:cNvSpPr>
          <ns0:nvPr/>
        </ns0:nvSpPr>
        <ns0:spPr>
          <ns1:xfrm>
            <ns1:off x="342900" y="6486525"/>
            <ns1:ext cx="41910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05000"/>
              </ns1:lnSpc>
              <ns1:buNone/>
              <ns1:defRPr sz="1200" b="1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1200" b="1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06</ns1:t>
            </ns1:r>
          </ns1:p>
        </ns0:txBody>
      </ns0:sp>
      <ns0:sp>
        <ns0:nvSpPr>
          <ns0:cNvPr id="56" name="trace:S04:footer.brand">
            <ns1:extLst>
              <ns1:ext uri="{FF2B5EF4-FFF2-40B4-BE49-F238E27FC236}">
                <ns2:creationId id="{857A222D-9F66-4DF9-865C-F84F65DEDF82}"/>
              </ns1:ext>
            </ns1:extLst>
          </ns0:cNvPr>
          <ns0:cNvSpPr>
            <ns1:spLocks noGrp="1"/>
          </ns0:cNvSpPr>
          <ns0:nvPr/>
        </ns0:nvSpPr>
        <ns0:spPr>
          <ns1:xfrm>
            <ns1:off x="1000125" y="6448425"/>
            <ns1:ext cx="1238250" cy="2476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05000"/>
              </ns1:lnSpc>
              <ns1:buNone/>
              <ns1:defRPr sz="1350" b="1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提案クエスト</ns1:t>
            </ns1:r>
          </ns1:p>
        </ns0:txBody>
      </ns0:sp>
      <ns0:sp>
        <ns0:nvSpPr>
          <ns0:cNvPr id="57" name="trace:S04:footer.tagline.jp">
            <ns1:extLst>
              <ns1:ext uri="{FF2B5EF4-FFF2-40B4-BE49-F238E27FC236}">
                <ns2:creationId id="{30CAB760-2812-4EB7-ABAB-47B79D0BC1B6}"/>
              </ns1:ext>
            </ns1:extLst>
          </ns0:cNvPr>
          <ns0:cNvSpPr>
            <ns1:spLocks noGrp="1"/>
          </ns0:cNvSpPr>
          <ns0:nvPr/>
        </ns0:nvSpPr>
        <ns0:spPr>
          <ns1:xfrm>
            <ns1:off x="2047875" y="6419850"/>
            <ns1:ext cx="2857500" cy="1524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05000"/>
              </ns1:lnSpc>
              <ns1:buNone/>
              <ns1:defRPr sz="750" b="0">
                <ns1:solidFill>
                  <ns1:srgbClr val="61758B"/>
                </ns1:solidFill>
                <ns1:latin typeface="Arial"/>
                <ns1:ea typeface="Arial"/>
                <ns1:cs typeface="Arial"/>
              </ns1:defRPr>
            </ns1:pPr>
            <ns1:r>
              <ns1:rPr sz="750" b="0">
                <ns1:solidFill>
                  <ns1:srgbClr val="61758B"/>
                </ns1:solidFill>
                <ns1:latin typeface="Arial"/>
                <ns1:ea typeface="Arial"/>
                <ns1:cs typeface="Arial"/>
              </ns1:rPr>
              <ns1:t>人とテクノロジーで、より良い社会をつくる</ns1:t>
            </ns1:r>
          </ns1:p>
        </ns0:txBody>
      </ns0:sp>
      <ns0:sp>
        <ns0:nvSpPr>
          <ns0:cNvPr id="58" name="trace:S04:footer.tagline.en">
            <ns1:extLst>
              <ns1:ext uri="{FF2B5EF4-FFF2-40B4-BE49-F238E27FC236}">
                <ns2:creationId id="{BCB19792-CE67-49B7-8CA7-32EA7978988F}"/>
              </ns1:ext>
            </ns1:extLst>
          </ns0:cNvPr>
          <ns0:cNvSpPr>
            <ns1:spLocks noGrp="1"/>
          </ns0:cNvSpPr>
          <ns0:nvPr/>
        </ns0:nvSpPr>
        <ns0:spPr>
          <ns1:xfrm>
            <ns1:off x="2047875" y="6553200"/>
            <ns1:ext cx="2857500" cy="1524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05000"/>
              </ns1:lnSpc>
              <ns1:buNone/>
              <ns1:defRPr sz="750" b="0">
                <ns1:solidFill>
                  <ns1:srgbClr val="61758B"/>
                </ns1:solidFill>
                <ns1:latin typeface="Arial"/>
                <ns1:ea typeface="Arial"/>
                <ns1:cs typeface="Arial"/>
              </ns1:defRPr>
            </ns1:pPr>
            <ns1:r>
              <ns1:rPr sz="750" b="0">
                <ns1:solidFill>
                  <ns1:srgbClr val="61758B"/>
                </ns1:solidFill>
                <ns1:latin typeface="Arial"/>
                <ns1:ea typeface="Arial"/>
                <ns1:cs typeface="Arial"/>
              </ns1:rPr>
              <ns1:t>Think Together, Create the Next.</ns1:t>
            </ns1:r>
          </ns1:p>
        </ns0:txBody>
      </ns0:sp>
      <ns0:sp>
        <ns0:nvSpPr>
          <ns0:cNvPr id="59" name="trace:S04:footer.brand.2">
            <ns1:extLst>
              <ns1:ext uri="{FF2B5EF4-FFF2-40B4-BE49-F238E27FC236}">
                <ns2:creationId id="{15FCF560-CBF4-4CA6-BD3F-D49961AF00CC}"/>
              </ns1:ext>
            </ns1:extLst>
          </ns0:cNvPr>
          <ns0:cNvSpPr>
            <ns1:spLocks noGrp="1"/>
          </ns0:cNvSpPr>
          <ns0:nvPr/>
        </ns0:nvSpPr>
        <ns0:spPr>
          <ns1:xfrm>
            <ns1:off x="8629650" y="6486525"/>
            <ns1:ext cx="32385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05000"/>
              </ns1:lnSpc>
              <ns1:buNone/>
              <ns1:defRPr sz="750" b="0">
                <ns1:solidFill>
                  <ns1:srgbClr val="6E87A4"/>
                </ns1:solidFill>
                <ns1:latin typeface="Arial"/>
                <ns1:ea typeface="Arial"/>
                <ns1:cs typeface="Arial"/>
              </ns1:defRPr>
            </ns1:pPr>
            <ns1:r>
              <ns1:rPr sz="750" b="0">
                <ns1:solidFill>
                  <ns1:srgbClr val="6E87A4"/>
                </ns1:solidFill>
                <ns1:latin typeface="Arial"/>
                <ns1:ea typeface="Arial"/>
                <ns1:cs typeface="Arial"/>
              </ns1:rPr>
              <ns1:t>© 2026 提案クエスト All Rights Reserved.</ns1:t>
            </ns1:r>
          </ns1:p>
        </ns0:txBody>
      </ns0:sp>
    </ns0:spTree>
    <ns0:extLst>
      <ns0:ext uri="{BB962C8B-B14F-4D97-AF65-F5344CB8AC3E}">
        <ns3:creationId val="1588007186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2026-09-27T22:13:24.8310000Z</dcterms:created>
  <dcterms:modified xsi:type="dcterms:W3CDTF">2026-09-27T22:13:24.8310000Z</dcterms:modified>
</coreProperties>
</file>