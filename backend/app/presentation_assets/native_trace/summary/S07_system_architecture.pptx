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55fae9fd91c4db2" /><Relationship Type="http://schemas.openxmlformats.org/officeDocument/2006/relationships/extended-properties" Target="/docProps/app.xml" Id="Rd19660aee31e46cf" /><Relationship Type="http://schemas.openxmlformats.org/officeDocument/2006/relationships/officeDocument" Target="/ppt/presentation.xml" Id="R64a5a21ae63f4c4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ca4a0dc0c194dee"/>
  </p:sldMasterIdLst>
  <p:notesMasterIdLst>
    <p:notesMasterId xmlns:r="http://schemas.openxmlformats.org/officeDocument/2006/relationships" r:id="Rfce1a4171a5444df"/>
  </p:notesMasterIdLst>
  <p:sldIdLst>
    <p:sldId xmlns:r="http://schemas.openxmlformats.org/officeDocument/2006/relationships" id="256" r:id="Ra8c17b6ee8ee4191"/>
  </p:sldIdLst>
  <p:sldSz cx="15925800" cy="89630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f0d3edf6acb4c63" /><Relationship Type="http://schemas.openxmlformats.org/officeDocument/2006/relationships/slideMaster" Target="/ppt/slideMasters/slideMaster1.xml" Id="Rfca4a0dc0c194dee" /><Relationship Type="http://schemas.openxmlformats.org/officeDocument/2006/relationships/notesMaster" Target="/ppt/notesMasters/notesMaster1.xml" Id="Rfce1a4171a5444df" /><Relationship Type="http://schemas.openxmlformats.org/officeDocument/2006/relationships/presProps" Target="/ppt/presProps.xml" Id="R6b9bed7181434d94" /><Relationship Type="http://schemas.openxmlformats.org/officeDocument/2006/relationships/tableStyles" Target="/ppt/tableStyles.xml" Id="R575e44f206ec4b08" /><Relationship Type="http://schemas.openxmlformats.org/officeDocument/2006/relationships/slide" Target="/ppt/slides/slide1.xml" Id="Ra8c17b6ee8ee41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ac4dbdd44bd438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5f02d8a10b546d2" /><Relationship Type="http://schemas.openxmlformats.org/officeDocument/2006/relationships/notesMaster" Target="/ppt/notesMasters/notesMaster1.xml" Id="R95ebac61b81949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S07 replacement Native Trace built from the approved Canonical source. Sample labels and values are trace-only; no production evidence is implied.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8b6c4c993a423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2d33ba45991473f" /><Relationship Type="http://schemas.openxmlformats.org/officeDocument/2006/relationships/slideLayout" Target="/ppt/slideLayouts/slideLayout1.xml" Id="Re6312a7e13584f3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6312a7e13584f3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a7e682231142c0" /><Relationship Type="http://schemas.openxmlformats.org/officeDocument/2006/relationships/image" Target="/ppt/media/image.png" Id="Rf739e4e5d6a04564" /><Relationship Type="http://schemas.openxmlformats.org/officeDocument/2006/relationships/notesSlide" Target="/ppt/notesSlides/notesSlide1.xml" Id="R2da2b1b5020d43bf" /></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202" name="trace:S07:content.auto">
            <ns1:extLst>
              <ns1:ext uri="{FF2B5EF4-FFF2-40B4-BE49-F238E27FC236}">
                <ns2:creationId id="{0877A400-30A2-4DCE-9DDA-468B4294241D}"/>
              </ns1:ext>
            </ns1:extLst>
          </ns0:cNvPr>
          <ns0:cNvSpPr>
            <ns1:spLocks noGrp="1"/>
          </ns0:cNvSpPr>
          <ns0:nvPr/>
        </ns0:nvSpPr>
        <ns0:spPr>
          <ns1:xfrm>
            <ns1:off x="285750" y="266700"/>
            <ns1:ext cx="76200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buNone/>
              <ns1:defRPr sz="1425" b="1">
                <ns1:solidFill>
                  <ns1:srgbClr val="12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425" b="1">
                <ns1:solidFill>
                  <ns1:srgbClr val="121820"/>
                </ns1:solidFill>
                <ns1:latin typeface="Yu Gothic"/>
                <ns1:ea typeface="Yu Gothic"/>
                <ns1:cs typeface="Yu Gothic"/>
              </ns1:rPr>
              <ns1:t>S07</ns1:t>
            </ns1:r>
          </ns1:p>
        </ns0:txBody>
      </ns0:sp>
      <ns0:sp>
        <ns0:nvSpPr>
          <ns0:cNvPr id="2" name="trace:S07:title.primary">
            <ns1:extLst>
              <ns1:ext uri="{FF2B5EF4-FFF2-40B4-BE49-F238E27FC236}">
                <ns2:creationId id="{87D1CE37-3D0B-4EAD-AB58-CD31FEDC7AFE}"/>
              </ns1:ext>
            </ns1:extLst>
          </ns0:cNvPr>
          <ns0:cNvSpPr>
            <ns1:spLocks noGrp="1"/>
          </ns0:cNvSpPr>
          <ns0:nvPr/>
        </ns0:nvSpPr>
        <ns0:spPr>
          <ns1:xfrm>
            <ns1:off x="857250" y="257175"/>
            <ns1:ext cx="2857500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buNone/>
              <ns1:defRPr sz="1425" b="1">
                <ns1:solidFill>
                  <ns1:srgbClr val="12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425" b="1">
                <ns1:solidFill>
                  <ns1:srgbClr val="121820"/>
                </ns1:solidFill>
                <ns1:latin typeface="Yu Gothic"/>
                <ns1:ea typeface="Yu Gothic"/>
                <ns1:cs typeface="Yu Gothic"/>
              </ns1:rPr>
              <ns1:t>システム構成と情報連携</ns1:t>
            </ns1:r>
          </ns1:p>
        </ns0:txBody>
      </ns0:sp>
      <ns0:sp>
        <ns0:nvSpPr>
          <ns0:cNvPr id="3" name="trace:S07:header.brand">
            <ns1:extLst>
              <ns1:ext uri="{FF2B5EF4-FFF2-40B4-BE49-F238E27FC236}">
                <ns2:creationId id="{78734A0F-177F-4F55-9552-ECC75C3472E7}"/>
              </ns1:ext>
            </ns1:extLst>
          </ns0:cNvPr>
          <ns0:cNvSpPr>
            <ns1:spLocks noGrp="1"/>
          </ns0:cNvSpPr>
          <ns0:nvPr/>
        </ns0:nvSpPr>
        <ns0:spPr>
          <ns1:xfrm>
            <ns1:off x="10172700" y="257175"/>
            <ns1:ext cx="1952625" cy="3048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r>
              <ns1:rPr sz="2100" b="1">
                <ns1:solidFill>
                  <ns1:srgbClr val="E31B23"/>
                </ns1:solidFill>
                <ns1:latin typeface="Yu Gothic"/>
                <ns1:ea typeface="Yu Gothic"/>
                <ns1:cs typeface="Yu Gothic"/>
              </ns1:rPr>
              <ns1:t>提案</ns1:t>
            </ns1:r>
            <ns1:r>
              <ns1:rPr sz="2100" b="1">
                <ns1:solidFill>
                  <ns1:srgbClr val="121820"/>
                </ns1:solidFill>
                <ns1:latin typeface="Yu Gothic"/>
                <ns1:ea typeface="Yu Gothic"/>
                <ns1:cs typeface="Yu Gothic"/>
              </ns1:rPr>
              <ns1:t>クエスト</ns1:t>
            </ns1:r>
          </ns1:p>
        </ns0:txBody>
      </ns0:sp>
      <ns0:sp>
        <ns0:nvSpPr>
          <ns0:cNvPr id="5" name="trace:S07:header.tagline">
            <ns1:extLst>
              <ns1:ext uri="{FF2B5EF4-FFF2-40B4-BE49-F238E27FC236}">
                <ns2:creationId id="{2094A7FD-FC7C-4BAA-96A1-8104CBCBDDE2}"/>
              </ns1:ext>
            </ns1:extLst>
          </ns0:cNvPr>
          <ns0:cNvSpPr>
            <ns1:spLocks noGrp="1"/>
          </ns0:cNvSpPr>
          <ns0:nvPr/>
        </ns0:nvSpPr>
        <ns0:spPr>
          <ns1:xfrm>
            <ns1:off x="10172700" y="590550"/>
            <ns1:ext cx="2333625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buNone/>
              <ns1:defRPr sz="825">
                <ns1:solidFill>
                  <ns1:srgbClr val="E31B23"/>
                </ns1:solidFill>
                <ns1:latin typeface="Yu Gothic"/>
                <ns1:ea typeface="Yu Gothic"/>
                <ns1:cs typeface="Yu Gothic"/>
              </ns1:defRPr>
            </ns1:pPr>
            <ns1:r>
              <ns1:rPr sz="825">
                <ns1:solidFill>
                  <ns1:srgbClr val="E31B23"/>
                </ns1:solidFill>
                <ns1:latin typeface="Yu Gothic"/>
                <ns1:ea typeface="Yu Gothic"/>
                <ns1:cs typeface="Yu Gothic"/>
              </ns1:rPr>
              <ns1:t>AIで、提案をもっと速く、もっと強く。</ns1:t>
            </ns1:r>
          </ns1:p>
        </ns0:txBody>
      </ns0:sp>
      <ns0:sp>
        <ns0:nvSpPr>
          <ns0:cNvPr id="6" name="trace:S07:header.message">
            <ns1:extLst>
              <ns1:ext uri="{FF2B5EF4-FFF2-40B4-BE49-F238E27FC236}">
                <ns2:creationId id="{ABF27491-41C6-4DEE-A02C-6AB8B3405290}"/>
              </ns1:ext>
            </ns1:extLst>
          </ns0:cNvPr>
          <ns0:cNvSpPr>
            <ns1:spLocks noGrp="1"/>
          </ns0:cNvSpPr>
          <ns0:nvPr/>
        </ns0:nvSpPr>
        <ns0:spPr>
          <ns1:xfrm>
            <ns1:off x="14097000" y="361950"/>
            <ns1:ext cx="1447800" cy="4572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 algn="ctr">
              <ns1:buNone/>
              <ns1:defRPr sz="900" b="1">
                <ns1:solidFill>
                  <ns1:srgbClr val="12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900" b="1">
                <ns1:solidFill>
                  <ns1:srgbClr val="121820"/>
                </ns1:solidFill>
                <ns1:latin typeface="Yu Gothic"/>
                <ns1:ea typeface="Yu Gothic"/>
                <ns1:cs typeface="Yu Gothic"/>
              </ns1:rPr>
              <ns1:t>THINK TOGETHER,</ns1:t>
            </ns1:r>
          </ns1:p>
          <ns1:p>
            <ns1:pPr algn="ctr">
              <ns1:buNone/>
              <ns1:defRPr sz="900" b="1">
                <ns1:solidFill>
                  <ns1:srgbClr val="12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900" b="1">
                <ns1:solidFill>
                  <ns1:srgbClr val="121820"/>
                </ns1:solidFill>
                <ns1:latin typeface="Yu Gothic"/>
                <ns1:ea typeface="Yu Gothic"/>
                <ns1:cs typeface="Yu Gothic"/>
              </ns1:rPr>
              <ns1:t>CREATE THE NEXT.</ns1:t>
            </ns1:r>
          </ns1:p>
        </ns0:txBody>
      </ns0:sp>
      <ns0:sp>
        <ns0:nvSpPr>
          <ns0:cNvPr id="7" name="trace:S07:content.auto.2">
            <ns1:extLst>
              <ns1:ext uri="{FF2B5EF4-FFF2-40B4-BE49-F238E27FC236}">
                <ns2:creationId id="{CF477401-604B-404D-BE1F-F5E5CD081950}"/>
              </ns1:ext>
            </ns1:extLst>
          </ns0:cNvPr>
          <ns0:cNvSpPr>
            <ns1:spLocks noGrp="1"/>
          </ns0:cNvSpPr>
          <ns0:nvPr/>
        </ns0:nvSpPr>
        <ns0:spPr>
          <ns1:xfrm>
            <ns1:off x="14077950" y="847725"/>
            <ns1:ext cx="1476375" cy="19050"/>
          </ns1:xfrm>
          <ns1:prstGeom prst="rect">
            <ns1:avLst/>
          </ns1:prstGeom>
          <ns1:solidFill>
            <ns1:srgbClr val="121820"/>
          </ns1:solidFill>
          <ns1:ln w="0">
            <ns1:noFill/>
            <ns1:prstDash val="solid"/>
          </ns1:ln>
        </ns0:spPr>
      </ns0:sp>
      <ns0:sp>
        <ns0:nvSpPr>
          <ns0:cNvPr id="8" name="trace:S07:content.auto.3">
            <ns1:extLst>
              <ns1:ext uri="{FF2B5EF4-FFF2-40B4-BE49-F238E27FC236}">
                <ns2:creationId id="{14BF519F-F6C9-452E-B3CB-BB59D759331E}"/>
              </ns1:ext>
            </ns1:extLst>
          </ns0:cNvPr>
          <ns0:cNvSpPr>
            <ns1:spLocks noGrp="1"/>
          </ns0:cNvSpPr>
          <ns0:nvPr/>
        </ns0:nvSpPr>
        <ns0:spPr>
          <ns1:xfrm>
            <ns1:off x="14077950" y="847725"/>
            <ns1:ext cx="400050" cy="19050"/>
          </ns1:xfrm>
          <ns1:prstGeom prst="rect">
            <ns1:avLst/>
          </ns1:prstGeom>
          <ns1:solidFill>
            <ns1:srgbClr val="E31B23"/>
          </ns1:solidFill>
          <ns1:ln w="0">
            <ns1:noFill/>
            <ns1:prstDash val="solid"/>
          </ns1:ln>
        </ns0:spPr>
      </ns0:sp>
      <ns0:sp>
        <ns0:nvSpPr>
          <ns0:cNvPr id="9" name="trace:S07:title.primary.2">
            <ns1:extLst>
              <ns1:ext uri="{FF2B5EF4-FFF2-40B4-BE49-F238E27FC236}">
                <ns2:creationId id="{E0A1051D-C3FA-43D4-BA46-71C2A5A80CEC}"/>
              </ns1:ext>
            </ns1:extLst>
          </ns0:cNvPr>
          <ns0:cNvSpPr>
            <ns1:spLocks noGrp="1"/>
          </ns0:cNvSpPr>
          <ns0:nvPr/>
        </ns0:nvSpPr>
        <ns0:spPr>
          <ns1:xfrm>
            <ns1:off x="628650" y="723900"/>
            <ns1:ext cx="8191500" cy="4286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buNone/>
              <ns1:defRPr sz="2550" b="1">
                <ns1:solidFill>
                  <ns1:srgbClr val="12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2550" b="1">
                <ns1:solidFill>
                  <ns1:srgbClr val="121820"/>
                </ns1:solidFill>
                <ns1:latin typeface="Yu Gothic"/>
                <ns1:ea typeface="Yu Gothic"/>
                <ns1:cs typeface="Yu Gothic"/>
              </ns1:rPr>
              <ns1:t>既存環境と連携し、段階的に導入できる</ns1:t>
            </ns1:r>
          </ns1:p>
        </ns0:txBody>
      </ns0:sp>
      <ns0:sp>
        <ns0:nvSpPr>
          <ns0:cNvPr id="10" name="trace:S07:title.primary.3">
            <ns1:extLst>
              <ns1:ext uri="{FF2B5EF4-FFF2-40B4-BE49-F238E27FC236}">
                <ns2:creationId id="{B3A9DA79-982B-4167-A106-E6F6499AFBFA}"/>
              </ns1:ext>
            </ns1:extLst>
          </ns0:cNvPr>
          <ns0:cNvSpPr>
            <ns1:spLocks noGrp="1"/>
          </ns0:cNvSpPr>
          <ns0:nvPr/>
        </ns0:nvSpPr>
        <ns0:spPr>
          <ns1:xfrm>
            <ns1:off x="628650" y="1209675"/>
            <ns1:ext cx="5334000" cy="4762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buNone/>
              <ns1:defRPr sz="2550" b="1">
                <ns1:solidFill>
                  <ns1:srgbClr val="E31B23"/>
                </ns1:solidFill>
                <ns1:latin typeface="Yu Gothic"/>
                <ns1:ea typeface="Yu Gothic"/>
                <ns1:cs typeface="Yu Gothic"/>
              </ns1:defRPr>
            </ns1:pPr>
            <ns1:r>
              <ns1:rPr sz="2850" b="1">
                <ns1:solidFill>
                  <ns1:srgbClr val="E31B23"/>
                </ns1:solidFill>
                <ns1:latin typeface="Yu Gothic"/>
                <ns1:ea typeface="Yu Gothic"/>
                <ns1:cs typeface="Yu Gothic"/>
              </ns1:rPr>
              <ns1:t>シンプルで拡張性の高い</ns1:t>
            </ns1:r>
          </ns1:p>
        </ns0:txBody>
      </ns0:sp>
      <ns0:sp>
        <ns0:nvSpPr>
          <ns0:cNvPr id="11" name="trace:S07:content.auto.4">
            <ns1:extLst>
              <ns1:ext uri="{FF2B5EF4-FFF2-40B4-BE49-F238E27FC236}">
                <ns2:creationId id="{1CA6D556-32D2-47BF-8333-E6432A8E9108}"/>
              </ns1:ext>
            </ns1:extLst>
          </ns0:cNvPr>
          <ns0:cNvSpPr>
            <ns1:spLocks noGrp="1"/>
          </ns0:cNvSpPr>
          <ns0:nvPr/>
        </ns0:nvSpPr>
        <ns0:spPr>
          <ns1:xfrm>
            <ns1:off x="4762500" y="1209675"/>
            <ns1:ext cx="4381500" cy="4762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buNone/>
              <ns1:defRPr sz="2550" b="1">
                <ns1:solidFill>
                  <ns1:srgbClr val="12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2850" b="1">
                <ns1:solidFill>
                  <ns1:srgbClr val="121820"/>
                </ns1:solidFill>
                <ns1:latin typeface="Yu Gothic"/>
                <ns1:ea typeface="Yu Gothic"/>
                <ns1:cs typeface="Yu Gothic"/>
              </ns1:rPr>
              <ns1:t>システム構成</ns1:t>
            </ns1:r>
          </ns1:p>
        </ns0:txBody>
      </ns0:sp>
      <ns0:sp>
        <ns0:nvSpPr>
          <ns0:cNvPr id="12" name="trace:S07:title.primary.4">
            <ns1:extLst>
              <ns1:ext uri="{FF2B5EF4-FFF2-40B4-BE49-F238E27FC236}">
                <ns2:creationId id="{68EA8A0A-25DE-4A54-9DC5-3B596EE99DA3}"/>
              </ns1:ext>
            </ns1:extLst>
          </ns0:cNvPr>
          <ns0:cNvSpPr>
            <ns1:spLocks noGrp="1"/>
          </ns0:cNvSpPr>
          <ns0:nvPr/>
        </ns0:nvSpPr>
        <ns0:spPr>
          <ns1:xfrm>
            <ns1:off x="628650" y="1809750"/>
            <ns1:ext cx="10096500" cy="5143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lnSpc>
                <ns1:spcPct val="115000"/>
              </ns1:lnSpc>
              <ns1:buNone/>
              <ns1:defRPr sz="1275">
                <ns1:solidFill>
                  <ns1:srgbClr val="5D6A76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275">
                <ns1:solidFill>
                  <ns1:srgbClr val="5D6A76"/>
                </ns1:solidFill>
                <ns1:latin typeface="Yu Gothic"/>
                <ns1:ea typeface="Yu Gothic"/>
                <ns1:cs typeface="Yu Gothic"/>
              </ns1:rPr>
              <ns1:t>既存の業務システム・データと連携し、セキュアな環境でAIを活用。</ns1:t>
            </ns1:r>
          </ns1:p>
          <ns1:p>
            <ns1:pPr>
              <ns1:lnSpc>
                <ns1:spcPct val="115000"/>
              </ns1:lnSpc>
              <ns1:buNone/>
              <ns1:defRPr sz="1275">
                <ns1:solidFill>
                  <ns1:srgbClr val="5D6A76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275">
                <ns1:solidFill>
                  <ns1:srgbClr val="5D6A76"/>
                </ns1:solidFill>
                <ns1:latin typeface="Yu Gothic"/>
                <ns1:ea typeface="Yu Gothic"/>
                <ns1:cs typeface="Yu Gothic"/>
              </ns1:rPr>
              <ns1:t>スモールスタートから段階的に拡張できる、柔軟で実現性の高い構成です。</ns1:t>
            </ns1:r>
          </ns1:p>
        </ns0:txBody>
      </ns0:sp>
      <ns0:sp>
        <ns0:nvSpPr>
          <ns0:cNvPr id="13" name="trace:S07:content.auto.5">
            <ns1:extLst>
              <ns1:ext uri="{FF2B5EF4-FFF2-40B4-BE49-F238E27FC236}">
                <ns2:creationId id="{C4162409-1276-4555-81CA-AA99EC0AF4C7}"/>
              </ns1:ext>
            </ns1:extLst>
          </ns0:cNvPr>
          <ns0:cNvSpPr>
            <ns1:spLocks noGrp="1"/>
          </ns0:cNvSpPr>
          <ns0:nvPr/>
        </ns0:nvSpPr>
        <ns0:spPr>
          <ns1:xfrm>
            <ns1:off x="11953875" y="0"/>
            <ns1:ext cx="3971925" cy="8963025"/>
          </ns1:xfrm>
          <ns1:prstGeom prst="rect">
            <ns1:avLst/>
          </ns1:prstGeom>
          <ns1:solidFill>
            <ns1:srgbClr val="F8FBFC"/>
          </ns1:solidFill>
          <ns1:ln w="0">
            <ns1:noFill/>
            <ns1:prstDash val="solid"/>
          </ns1:ln>
        </ns0:spPr>
      </ns0:sp>
      <ns0:sp>
        <ns0:nvSpPr>
          <ns0:cNvPr id="14" name="trace:S07:content.auto.6">
            <ns1:extLst>
              <ns1:ext uri="{FF2B5EF4-FFF2-40B4-BE49-F238E27FC236}">
                <ns2:creationId id="{8FC492D9-9DB2-4F5F-887F-A4461C3A40E3}"/>
              </ns1:ext>
            </ns1:extLst>
          </ns0:cNvPr>
          <ns0:cNvSpPr>
            <ns1:spLocks noGrp="1"/>
          </ns0:cNvSpPr>
          <ns0:nvPr/>
        </ns0:nvSpPr>
        <ns0:spPr>
          <ns1:xfrm>
            <ns1:off x="11601450" y="0"/>
            <ns1:ext cx="1809750" cy="4095750"/>
          </ns1:xfrm>
          <ns1:custGeom>
            <ns1:pathLst>
              <ns1:path w="1809750" h="4095750">
                <ns1:moveTo>
                  <ns1:pt x="857250" y="0"/>
                </ns1:moveTo>
                <ns1:lnTo>
                  <ns1:pt x="1619250" y="0"/>
                </ns1:lnTo>
                <ns1:lnTo>
                  <ns1:pt x="762000" y="4095750"/>
                </ns1:lnTo>
                <ns1:lnTo>
                  <ns1:pt x="0" y="4095750"/>
                </ns1:lnTo>
                <ns1:close/>
              </ns1:path>
            </ns1:pathLst>
          </ns1:custGeom>
          <ns1:solidFill>
            <ns1:srgbClr val="E31B23"/>
          </ns1:solidFill>
          <ns1:ln w="0">
            <ns1:noFill/>
            <ns1:prstDash val="solid"/>
          </ns1:ln>
        </ns0:spPr>
      </ns0:sp>
      <ns0:sp>
        <ns0:nvSpPr>
          <ns0:cNvPr id="15" name="trace:S07:content.auto.7">
            <ns1:extLst>
              <ns1:ext uri="{FF2B5EF4-FFF2-40B4-BE49-F238E27FC236}">
                <ns2:creationId id="{BBBCC86A-18E7-4B09-A54B-4E3FFE033F8A}"/>
              </ns1:ext>
            </ns1:extLst>
          </ns0:cNvPr>
          <ns0:cNvSpPr>
            <ns1:spLocks noGrp="1"/>
          </ns0:cNvSpPr>
          <ns0:nvPr/>
        </ns0:nvSpPr>
        <ns0:spPr>
          <ns1:xfrm>
            <ns1:off x="12430125" y="0"/>
            <ns1:ext cx="1381125" cy="6953250"/>
          </ns1:xfrm>
          <ns1:custGeom>
            <ns1:pathLst>
              <ns1:path w="1381125" h="6953250">
                <ns1:moveTo>
                  <ns1:pt x="666750" y="0"/>
                </ns1:moveTo>
                <ns1:lnTo>
                  <ns1:pt x="1066800" y="0"/>
                </ns1:lnTo>
                <ns1:lnTo>
                  <ns1:pt x="400050" y="6953250"/>
                </ns1:lnTo>
                <ns1:lnTo>
                  <ns1:pt x="0" y="6953250"/>
                </ns1:lnTo>
                <ns1:close/>
              </ns1:path>
            </ns1:pathLst>
          </ns1:custGeom>
          <ns1:solidFill>
            <ns1:srgbClr val="B9D3EA"/>
          </ns1:solidFill>
          <ns1:ln w="0">
            <ns1:noFill/>
            <ns1:prstDash val="solid"/>
          </ns1:ln>
        </ns0:spPr>
      </ns0:sp>
      <ns0:sp>
        <ns0:nvSpPr>
          <ns0:cNvPr id="16" name="trace:S07:content.auto.8">
            <ns1:extLst>
              <ns1:ext uri="{FF2B5EF4-FFF2-40B4-BE49-F238E27FC236}">
                <ns2:creationId id="{2B2D3B32-41F5-47EB-A867-2DDF3CA13BAC}"/>
              </ns1:ext>
            </ns1:extLst>
          </ns0:cNvPr>
          <ns0:cNvSpPr>
            <ns1:spLocks noGrp="1"/>
          </ns0:cNvSpPr>
          <ns0:nvPr/>
        </ns0:nvSpPr>
        <ns0:spPr>
          <ns1:xfrm>
            <ns1:off x="13858875" y="0"/>
            <ns1:ext cx="2066925" cy="6858000"/>
          </ns1:xfrm>
          <ns1:prstGeom prst="rect">
            <ns1:avLst/>
          </ns1:prstGeom>
          <ns1:solidFill>
            <ns1:srgbClr val="DDEAF4"/>
          </ns1:solidFill>
          <ns1:ln w="0">
            <ns1:noFill/>
            <ns1:prstDash val="solid"/>
          </ns1:ln>
        </ns0:spPr>
      </ns0:sp>
      <ns0:sp>
        <ns0:nvSpPr>
          <ns0:cNvPr id="17" name="trace:S07:content.auto.9">
            <ns1:extLst>
              <ns1:ext uri="{FF2B5EF4-FFF2-40B4-BE49-F238E27FC236}">
                <ns2:creationId id="{A7920490-F9FF-434E-A19F-688E19B69E67}"/>
              </ns1:ext>
            </ns1:extLst>
          </ns0:cNvPr>
          <ns0:cNvSpPr>
            <ns1:spLocks noGrp="1"/>
          </ns0:cNvSpPr>
          <ns0:nvPr/>
        </ns0:nvSpPr>
        <ns0:spPr>
          <ns1:xfrm>
            <ns1:off x="14239875" y="1047750"/>
            <ns1:ext cx="1428750" cy="1428750"/>
          </ns1:xfrm>
          <ns1:prstGeom prst="ellipse">
            <ns1:avLst/>
          </ns1:prstGeom>
          <ns1:solidFill>
            <ns1:srgbClr val="FCE5B5"/>
          </ns1:solidFill>
          <ns1:ln w="0">
            <ns1:noFill/>
            <ns1:prstDash val="solid"/>
          </ns1:ln>
        </ns0:spPr>
      </ns0:sp>
      <ns0:sp>
        <ns0:nvSpPr>
          <ns0:cNvPr id="18" name="trace:S07:content.auto.10">
            <ns1:extLst>
              <ns1:ext uri="{FF2B5EF4-FFF2-40B4-BE49-F238E27FC236}">
                <ns2:creationId id="{3DF9A100-2BF8-413A-A299-8871CBE37900}"/>
              </ns1:ext>
            </ns1:extLst>
          </ns0:cNvPr>
          <ns0:cNvSpPr>
            <ns1:spLocks noGrp="1"/>
          </ns0:cNvSpPr>
          <ns0:nvPr/>
        </ns0:nvSpPr>
        <ns0:spPr>
          <ns1:xfrm>
            <ns1:off x="13982700" y="2838450"/>
            <ns1:ext cx="400050" cy="2905125"/>
          </ns1:xfrm>
          <ns1:prstGeom prst="rect">
            <ns1:avLst/>
          </ns1:prstGeom>
          <ns1:solidFill>
            <ns1:srgbClr val="6B879E"/>
          </ns1:solidFill>
          <ns1:ln w="0">
            <ns1:noFill/>
            <ns1:prstDash val="solid"/>
          </ns1:ln>
        </ns0:spPr>
      </ns0:sp>
      <ns0:sp>
        <ns0:nvSpPr>
          <ns0:cNvPr id="19" name="trace:S07:content.auto.11">
            <ns1:extLst>
              <ns1:ext uri="{FF2B5EF4-FFF2-40B4-BE49-F238E27FC236}">
                <ns2:creationId id="{5336F5EF-FBEC-420D-8535-4D496283F990}"/>
              </ns1:ext>
            </ns1:extLst>
          </ns0:cNvPr>
          <ns0:cNvSpPr>
            <ns1:spLocks noGrp="1"/>
          </ns0:cNvSpPr>
          <ns0:nvPr/>
        </ns0:nvSpPr>
        <ns0:spPr>
          <ns1:xfrm>
            <ns1:off x="14458950" y="2266950"/>
            <ns1:ext cx="523875" cy="3476625"/>
          </ns1:xfrm>
          <ns1:prstGeom prst="rect">
            <ns1:avLst/>
          </ns1:prstGeom>
          <ns1:solidFill>
            <ns1:srgbClr val="54758E"/>
          </ns1:solidFill>
          <ns1:ln w="0">
            <ns1:noFill/>
            <ns1:prstDash val="solid"/>
          </ns1:ln>
        </ns0:spPr>
      </ns0:sp>
      <ns0:sp>
        <ns0:nvSpPr>
          <ns0:cNvPr id="20" name="trace:S07:content.auto.12">
            <ns1:extLst>
              <ns1:ext uri="{FF2B5EF4-FFF2-40B4-BE49-F238E27FC236}">
                <ns2:creationId id="{D1D79FF5-7A01-43D7-9FCD-1E4D1F734E29}"/>
              </ns1:ext>
            </ns1:extLst>
          </ns0:cNvPr>
          <ns0:cNvSpPr>
            <ns1:spLocks noGrp="1"/>
          </ns0:cNvSpPr>
          <ns0:nvPr/>
        </ns0:nvSpPr>
        <ns0:spPr>
          <ns1:xfrm>
            <ns1:off x="15030450" y="1809750"/>
            <ns1:ext cx="371475" cy="3933825"/>
          </ns1:xfrm>
          <ns1:prstGeom prst="rect">
            <ns1:avLst/>
          </ns1:prstGeom>
          <ns1:solidFill>
            <ns1:srgbClr val="3F617A"/>
          </ns1:solidFill>
          <ns1:ln w="0">
            <ns1:noFill/>
            <ns1:prstDash val="solid"/>
          </ns1:ln>
        </ns0:spPr>
      </ns0:sp>
      <ns0:sp>
        <ns0:nvSpPr>
          <ns0:cNvPr id="21" name="trace:S07:content.auto.13">
            <ns1:extLst>
              <ns1:ext uri="{FF2B5EF4-FFF2-40B4-BE49-F238E27FC236}">
                <ns2:creationId id="{A2086427-39E6-45F8-8AE8-68EC3706D8C8}"/>
              </ns1:ext>
            </ns1:extLst>
          </ns0:cNvPr>
          <ns0:cNvSpPr>
            <ns1:spLocks noGrp="1"/>
          </ns0:cNvSpPr>
          <ns0:nvPr/>
        </ns0:nvSpPr>
        <ns0:spPr>
          <ns1:xfrm>
            <ns1:off x="15430500" y="2990850"/>
            <ns1:ext cx="323850" cy="2752725"/>
          </ns1:xfrm>
          <ns1:prstGeom prst="rect">
            <ns1:avLst/>
          </ns1:prstGeom>
          <ns1:solidFill>
            <ns1:srgbClr val="7A94A8"/>
          </ns1:solidFill>
          <ns1:ln w="0">
            <ns1:noFill/>
            <ns1:prstDash val="solid"/>
          </ns1:ln>
        </ns0:spPr>
      </ns0:sp>
      <ns0:sp>
        <ns0:nvSpPr>
          <ns0:cNvPr id="22" name="trace:S07:content.auto.14">
            <ns1:extLst>
              <ns1:ext uri="{FF2B5EF4-FFF2-40B4-BE49-F238E27FC236}">
                <ns2:creationId id="{28026F24-5097-4DE4-AFD8-21A262F909B8}"/>
              </ns1:ext>
            </ns1:extLst>
          </ns0:cNvPr>
          <ns0:cNvSpPr>
            <ns1:spLocks noGrp="1"/>
          </ns0:cNvSpPr>
          <ns0:nvPr/>
        </ns0:nvSpPr>
        <ns0:spPr>
          <ns1:xfrm>
            <ns1:off x="14068425" y="3048000"/>
            <ns1:ext cx="95250" cy="76200"/>
          </ns1:xfrm>
          <ns1:prstGeom prst="rect">
            <ns1:avLst/>
          </ns1:prstGeom>
          <ns1:solidFill>
            <ns1:srgbClr val="C4D6E2"/>
          </ns1:solidFill>
          <ns1:ln w="0">
            <ns1:noFill/>
            <ns1:prstDash val="solid"/>
          </ns1:ln>
        </ns0:spPr>
      </ns0:sp>
      <ns0:sp>
        <ns0:nvSpPr>
          <ns0:cNvPr id="23" name="trace:S07:content.auto.15">
            <ns1:extLst>
              <ns1:ext uri="{FF2B5EF4-FFF2-40B4-BE49-F238E27FC236}">
                <ns2:creationId id="{17E8B27B-F709-48B7-A00B-EAEAA5FABA69}"/>
              </ns1:ext>
            </ns1:extLst>
          </ns0:cNvPr>
          <ns0:cNvSpPr>
            <ns1:spLocks noGrp="1"/>
          </ns0:cNvSpPr>
          <ns0:nvPr/>
        </ns0:nvSpPr>
        <ns0:spPr>
          <ns1:xfrm>
            <ns1:off x="14068425" y="3324225"/>
            <ns1:ext cx="95250" cy="76200"/>
          </ns1:xfrm>
          <ns1:prstGeom prst="rect">
            <ns1:avLst/>
          </ns1:prstGeom>
          <ns1:solidFill>
            <ns1:srgbClr val="C4D6E2"/>
          </ns1:solidFill>
          <ns1:ln w="0">
            <ns1:noFill/>
            <ns1:prstDash val="solid"/>
          </ns1:ln>
        </ns0:spPr>
      </ns0:sp>
      <ns0:sp>
        <ns0:nvSpPr>
          <ns0:cNvPr id="24" name="trace:S07:content.auto.16">
            <ns1:extLst>
              <ns1:ext uri="{FF2B5EF4-FFF2-40B4-BE49-F238E27FC236}">
                <ns2:creationId id="{285C510E-255E-4032-9B14-15265B425877}"/>
              </ns1:ext>
            </ns1:extLst>
          </ns0:cNvPr>
          <ns0:cNvSpPr>
            <ns1:spLocks noGrp="1"/>
          </ns0:cNvSpPr>
          <ns0:nvPr/>
        </ns0:nvSpPr>
        <ns0:spPr>
          <ns1:xfrm>
            <ns1:off x="14068425" y="3600450"/>
            <ns1:ext cx="95250" cy="76200"/>
          </ns1:xfrm>
          <ns1:prstGeom prst="rect">
            <ns1:avLst/>
          </ns1:prstGeom>
          <ns1:solidFill>
            <ns1:srgbClr val="C4D6E2"/>
          </ns1:solidFill>
          <ns1:ln w="0">
            <ns1:noFill/>
            <ns1:prstDash val="solid"/>
          </ns1:ln>
        </ns0:spPr>
      </ns0:sp>
      <ns0:sp>
        <ns0:nvSpPr>
          <ns0:cNvPr id="25" name="trace:S07:content.auto.17">
            <ns1:extLst>
              <ns1:ext uri="{FF2B5EF4-FFF2-40B4-BE49-F238E27FC236}">
                <ns2:creationId id="{2EAC1099-ABE5-4076-98CA-5D465DBB1966}"/>
              </ns1:ext>
            </ns1:extLst>
          </ns0:cNvPr>
          <ns0:cNvSpPr>
            <ns1:spLocks noGrp="1"/>
          </ns0:cNvSpPr>
          <ns0:nvPr/>
        </ns0:nvSpPr>
        <ns0:spPr>
          <ns1:xfrm>
            <ns1:off x="14573250" y="2571750"/>
            <ns1:ext cx="114300" cy="76200"/>
          </ns1:xfrm>
          <ns1:prstGeom prst="rect">
            <ns1:avLst/>
          </ns1:prstGeom>
          <ns1:solidFill>
            <ns1:srgbClr val="C4D6E2"/>
          </ns1:solidFill>
          <ns1:ln w="0">
            <ns1:noFill/>
            <ns1:prstDash val="solid"/>
          </ns1:ln>
        </ns0:spPr>
      </ns0:sp>
      <ns0:sp>
        <ns0:nvSpPr>
          <ns0:cNvPr id="26" name="trace:S07:content.auto.18">
            <ns1:extLst>
              <ns1:ext uri="{FF2B5EF4-FFF2-40B4-BE49-F238E27FC236}">
                <ns2:creationId id="{2461C15D-8C2A-40BB-A839-636ADE0C96A3}"/>
              </ns1:ext>
            </ns1:extLst>
          </ns0:cNvPr>
          <ns0:cNvSpPr>
            <ns1:spLocks noGrp="1"/>
          </ns0:cNvSpPr>
          <ns0:nvPr/>
        </ns0:nvSpPr>
        <ns0:spPr>
          <ns1:xfrm>
            <ns1:off x="14792325" y="2571750"/>
            <ns1:ext cx="114300" cy="76200"/>
          </ns1:xfrm>
          <ns1:prstGeom prst="rect">
            <ns1:avLst/>
          </ns1:prstGeom>
          <ns1:solidFill>
            <ns1:srgbClr val="C4D6E2"/>
          </ns1:solidFill>
          <ns1:ln w="0">
            <ns1:noFill/>
            <ns1:prstDash val="solid"/>
          </ns1:ln>
        </ns0:spPr>
      </ns0:sp>
      <ns0:sp>
        <ns0:nvSpPr>
          <ns0:cNvPr id="27" name="trace:S07:content.auto.19">
            <ns1:extLst>
              <ns1:ext uri="{FF2B5EF4-FFF2-40B4-BE49-F238E27FC236}">
                <ns2:creationId id="{3EEDAFCB-1165-4FC7-AFC9-4ECF1F5438EC}"/>
              </ns1:ext>
            </ns1:extLst>
          </ns0:cNvPr>
          <ns0:cNvSpPr>
            <ns1:spLocks noGrp="1"/>
          </ns0:cNvSpPr>
          <ns0:nvPr/>
        </ns0:nvSpPr>
        <ns0:spPr>
          <ns1:xfrm>
            <ns1:off x="14573250" y="2876550"/>
            <ns1:ext cx="114300" cy="76200"/>
          </ns1:xfrm>
          <ns1:prstGeom prst="rect">
            <ns1:avLst/>
          </ns1:prstGeom>
          <ns1:solidFill>
            <ns1:srgbClr val="C4D6E2"/>
          </ns1:solidFill>
          <ns1:ln w="0">
            <ns1:noFill/>
            <ns1:prstDash val="solid"/>
          </ns1:ln>
        </ns0:spPr>
      </ns0:sp>
      <ns0:sp>
        <ns0:nvSpPr>
          <ns0:cNvPr id="28" name="trace:S07:content.auto.20">
            <ns1:extLst>
              <ns1:ext uri="{FF2B5EF4-FFF2-40B4-BE49-F238E27FC236}">
                <ns2:creationId id="{DD0AB40D-941D-452C-AA15-8696645C6BD6}"/>
              </ns1:ext>
            </ns1:extLst>
          </ns0:cNvPr>
          <ns0:cNvSpPr>
            <ns1:spLocks noGrp="1"/>
          </ns0:cNvSpPr>
          <ns0:nvPr/>
        </ns0:nvSpPr>
        <ns0:spPr>
          <ns1:xfrm>
            <ns1:off x="14792325" y="2876550"/>
            <ns1:ext cx="114300" cy="76200"/>
          </ns1:xfrm>
          <ns1:prstGeom prst="rect">
            <ns1:avLst/>
          </ns1:prstGeom>
          <ns1:solidFill>
            <ns1:srgbClr val="C4D6E2"/>
          </ns1:solidFill>
          <ns1:ln w="0">
            <ns1:noFill/>
            <ns1:prstDash val="solid"/>
          </ns1:ln>
        </ns0:spPr>
      </ns0:sp>
      <ns0:sp>
        <ns0:nvSpPr>
          <ns0:cNvPr id="29" name="trace:S07:content.auto.21">
            <ns1:extLst>
              <ns1:ext uri="{FF2B5EF4-FFF2-40B4-BE49-F238E27FC236}">
                <ns2:creationId id="{55238BD3-2243-4859-A458-A29B4D8842AF}"/>
              </ns1:ext>
            </ns1:extLst>
          </ns0:cNvPr>
          <ns0:cNvSpPr>
            <ns1:spLocks noGrp="1"/>
          </ns0:cNvSpPr>
          <ns0:nvPr/>
        </ns0:nvSpPr>
        <ns0:spPr>
          <ns1:xfrm>
            <ns1:off x="15144750" y="2143125"/>
            <ns1:ext cx="85725" cy="76200"/>
          </ns1:xfrm>
          <ns1:prstGeom prst="rect">
            <ns1:avLst/>
          </ns1:prstGeom>
          <ns1:solidFill>
            <ns1:srgbClr val="C4D6E2"/>
          </ns1:solidFill>
          <ns1:ln w="0">
            <ns1:noFill/>
            <ns1:prstDash val="solid"/>
          </ns1:ln>
        </ns0:spPr>
      </ns0:sp>
      <ns0:sp>
        <ns0:nvSpPr>
          <ns0:cNvPr id="30" name="trace:S07:content.auto.22">
            <ns1:extLst>
              <ns1:ext uri="{FF2B5EF4-FFF2-40B4-BE49-F238E27FC236}">
                <ns2:creationId id="{09D8383B-B8A9-44FE-B215-F24A8CD2FF8D}"/>
              </ns1:ext>
            </ns1:extLst>
          </ns0:cNvPr>
          <ns0:cNvSpPr>
            <ns1:spLocks noGrp="1"/>
          </ns0:cNvSpPr>
          <ns0:nvPr/>
        </ns0:nvSpPr>
        <ns0:spPr>
          <ns1:xfrm>
            <ns1:off x="15287625" y="2143125"/>
            <ns1:ext cx="85725" cy="76200"/>
          </ns1:xfrm>
          <ns1:prstGeom prst="rect">
            <ns1:avLst/>
          </ns1:prstGeom>
          <ns1:solidFill>
            <ns1:srgbClr val="C4D6E2"/>
          </ns1:solidFill>
          <ns1:ln w="0">
            <ns1:noFill/>
            <ns1:prstDash val="solid"/>
          </ns1:ln>
        </ns0:spPr>
      </ns0:sp>
      <ns0:sp>
        <ns0:nvSpPr>
          <ns0:cNvPr id="31" name="trace:S07:content.auto.23">
            <ns1:extLst>
              <ns1:ext uri="{FF2B5EF4-FFF2-40B4-BE49-F238E27FC236}">
                <ns2:creationId id="{77721F8D-CEE7-43B5-960F-A61DB54C3068}"/>
              </ns1:ext>
            </ns1:extLst>
          </ns0:cNvPr>
          <ns0:cNvSpPr>
            <ns1:spLocks noGrp="1"/>
          </ns0:cNvSpPr>
          <ns0:nvPr/>
        </ns0:nvSpPr>
        <ns0:spPr>
          <ns1:xfrm>
            <ns1:off x="15144750" y="2457450"/>
            <ns1:ext cx="85725" cy="76200"/>
          </ns1:xfrm>
          <ns1:prstGeom prst="rect">
            <ns1:avLst/>
          </ns1:prstGeom>
          <ns1:solidFill>
            <ns1:srgbClr val="C4D6E2"/>
          </ns1:solidFill>
          <ns1:ln w="0">
            <ns1:noFill/>
            <ns1:prstDash val="solid"/>
          </ns1:ln>
        </ns0:spPr>
      </ns0:sp>
      <ns0:sp>
        <ns0:nvSpPr>
          <ns0:cNvPr id="32" name="trace:S07:content.auto.24">
            <ns1:extLst>
              <ns1:ext uri="{FF2B5EF4-FFF2-40B4-BE49-F238E27FC236}">
                <ns2:creationId id="{82766854-AB2D-4358-907B-3270C6D0C65D}"/>
              </ns1:ext>
            </ns1:extLst>
          </ns0:cNvPr>
          <ns0:cNvSpPr>
            <ns1:spLocks noGrp="1"/>
          </ns0:cNvSpPr>
          <ns0:nvPr/>
        </ns0:nvSpPr>
        <ns0:spPr>
          <ns1:xfrm>
            <ns1:off x="15287625" y="2457450"/>
            <ns1:ext cx="85725" cy="76200"/>
          </ns1:xfrm>
          <ns1:prstGeom prst="rect">
            <ns1:avLst/>
          </ns1:prstGeom>
          <ns1:solidFill>
            <ns1:srgbClr val="C4D6E2"/>
          </ns1:solidFill>
          <ns1:ln w="0">
            <ns1:noFill/>
            <ns1:prstDash val="solid"/>
          </ns1:ln>
        </ns0:spPr>
      </ns0:sp>
      <ns0:sp>
        <ns0:nvSpPr>
          <ns0:cNvPr id="33" name="trace:S07:content.auto.25">
            <ns1:extLst>
              <ns1:ext uri="{FF2B5EF4-FFF2-40B4-BE49-F238E27FC236}">
                <ns2:creationId id="{ABC149FA-427A-4ABB-804B-97C284EA8EF2}"/>
              </ns1:ext>
            </ns1:extLst>
          </ns0:cNvPr>
          <ns0:cNvSpPr>
            <ns1:spLocks noGrp="1"/>
          </ns0:cNvSpPr>
          <ns0:nvPr/>
        </ns0:nvSpPr>
        <ns0:spPr>
          <ns1:xfrm>
            <ns1:off x="15525750" y="3295650"/>
            <ns1:ext cx="95250" cy="76200"/>
          </ns1:xfrm>
          <ns1:prstGeom prst="rect">
            <ns1:avLst/>
          </ns1:prstGeom>
          <ns1:solidFill>
            <ns1:srgbClr val="C4D6E2"/>
          </ns1:solidFill>
          <ns1:ln w="0">
            <ns1:noFill/>
            <ns1:prstDash val="solid"/>
          </ns1:ln>
        </ns0:spPr>
      </ns0:sp>
      <ns0:sp>
        <ns0:nvSpPr>
          <ns0:cNvPr id="34" name="trace:S07:content.auto.26">
            <ns1:extLst>
              <ns1:ext uri="{FF2B5EF4-FFF2-40B4-BE49-F238E27FC236}">
                <ns2:creationId id="{44FFD57A-D2D3-4615-97DF-136A759219F5}"/>
              </ns1:ext>
            </ns1:extLst>
          </ns0:cNvPr>
          <ns0:cNvSpPr>
            <ns1:spLocks noGrp="1"/>
          </ns0:cNvSpPr>
          <ns0:nvPr/>
        </ns0:nvSpPr>
        <ns0:spPr>
          <ns1:xfrm>
            <ns1:off x="15525750" y="3581400"/>
            <ns1:ext cx="95250" cy="76200"/>
          </ns1:xfrm>
          <ns1:prstGeom prst="rect">
            <ns1:avLst/>
          </ns1:prstGeom>
          <ns1:solidFill>
            <ns1:srgbClr val="C4D6E2"/>
          </ns1:solidFill>
          <ns1:ln w="0">
            <ns1:noFill/>
            <ns1:prstDash val="solid"/>
          </ns1:ln>
        </ns0:spPr>
      </ns0:sp>
      <ns0:sp>
        <ns0:nvSpPr>
          <ns0:cNvPr id="35" name="trace:S07:content.auto.27">
            <ns1:extLst>
              <ns1:ext uri="{FF2B5EF4-FFF2-40B4-BE49-F238E27FC236}">
                <ns2:creationId id="{6F4251AB-5AB7-41E1-8551-4A2CA2C2AFEB}"/>
              </ns1:ext>
            </ns1:extLst>
          </ns0:cNvPr>
          <ns0:cNvSpPr>
            <ns1:spLocks noGrp="1"/>
          </ns0:cNvSpPr>
          <ns0:nvPr/>
        </ns0:nvSpPr>
        <ns0:spPr>
          <ns1:xfrm>
            <ns1:off x="13887450" y="5476875"/>
            <ns1:ext cx="1952625" cy="323850"/>
          </ns1:xfrm>
          <ns1:custGeom>
            <ns1:pathLst>
              <ns1:path w="1952625" h="323850">
                <ns1:moveTo>
                  <ns1:pt x="0" y="171450"/>
                </ns1:moveTo>
                <ns1:lnTo>
                  <ns1:pt x="1905000" y="0"/>
                </ns1:lnTo>
                <ns1:lnTo>
                  <ns1:pt x="1952625" y="152400"/>
                </ns1:lnTo>
                <ns1:lnTo>
                  <ns1:pt x="57150" y="323850"/>
                </ns1:lnTo>
                <ns1:close/>
              </ns1:path>
            </ns1:pathLst>
          </ns1:custGeom>
          <ns1:solidFill>
            <ns1:srgbClr val="A97D5D"/>
          </ns1:solidFill>
          <ns1:ln w="0">
            <ns1:noFill/>
            <ns1:prstDash val="solid"/>
          </ns1:ln>
        </ns0:spPr>
      </ns0:sp>
      <ns0:sp>
        <ns0:nvSpPr>
          <ns0:cNvPr id="36" name="trace:S07:content.auto.28">
            <ns1:extLst>
              <ns1:ext uri="{FF2B5EF4-FFF2-40B4-BE49-F238E27FC236}">
                <ns2:creationId id="{88B1337D-AE2F-479F-A3D6-25422B3EF50D}"/>
              </ns1:ext>
            </ns1:extLst>
          </ns0:cNvPr>
          <ns0:cNvSpPr>
            <ns1:spLocks noGrp="1"/>
          </ns0:cNvSpPr>
          <ns0:nvPr/>
        </ns0:nvSpPr>
        <ns0:spPr>
          <ns1:xfrm>
            <ns1:off x="14649450" y="4829175"/>
            <ns1:ext cx="933450" cy="600075"/>
          </ns1:xfrm>
          <ns1:prstGeom prst="rect">
            <ns1:avLst/>
          </ns1:prstGeom>
          <ns1:solidFill>
            <ns1:srgbClr val="192531"/>
          </ns1:solidFill>
          <ns1:ln w="0">
            <ns1:noFill/>
            <ns1:prstDash val="solid"/>
          </ns1:ln>
        </ns0:spPr>
      </ns0:sp>
      <ns0:sp>
        <ns0:nvSpPr>
          <ns0:cNvPr id="37" name="trace:S07:content.auto.29">
            <ns1:extLst>
              <ns1:ext uri="{FF2B5EF4-FFF2-40B4-BE49-F238E27FC236}">
                <ns2:creationId id="{C4621580-68E2-48CD-86B5-9ADEA24BE619}"/>
              </ns1:ext>
            </ns1:extLst>
          </ns0:cNvPr>
          <ns0:cNvSpPr>
            <ns1:spLocks noGrp="1"/>
          </ns0:cNvSpPr>
          <ns0:nvPr/>
        </ns0:nvSpPr>
        <ns0:spPr>
          <ns1:xfrm>
            <ns1:off x="14592300" y="5400675"/>
            <ns1:ext cx="1047750" cy="133350"/>
          </ns1:xfrm>
          <ns1:custGeom>
            <ns1:pathLst>
              <ns1:path w="1047750" h="133350">
                <ns1:moveTo>
                  <ns1:pt x="0" y="0"/>
                </ns1:moveTo>
                <ns1:lnTo>
                  <ns1:pt x="1047750" y="0"/>
                </ns1:lnTo>
                <ns1:lnTo>
                  <ns1:pt x="923925" y="133350"/>
                </ns1:lnTo>
                <ns1:lnTo>
                  <ns1:pt x="133350" y="133350"/>
                </ns1:lnTo>
                <ns1:close/>
              </ns1:path>
            </ns1:pathLst>
          </ns1:custGeom>
          <ns1:solidFill>
            <ns1:srgbClr val="283C4D"/>
          </ns1:solidFill>
          <ns1:ln w="0">
            <ns1:noFill/>
            <ns1:prstDash val="solid"/>
          </ns1:ln>
        </ns0:spPr>
      </ns0:sp>
      <ns0:sp>
        <ns0:nvSpPr>
          <ns0:cNvPr id="38" name="trace:S07:content.auto.30">
            <ns1:extLst>
              <ns1:ext uri="{FF2B5EF4-FFF2-40B4-BE49-F238E27FC236}">
                <ns2:creationId id="{ADCCC066-8048-4B6A-910E-F304665673C5}"/>
              </ns1:ext>
            </ns1:extLst>
          </ns0:cNvPr>
          <ns0:cNvSpPr>
            <ns1:spLocks noGrp="1"/>
          </ns0:cNvSpPr>
          <ns0:nvPr/>
        </ns0:nvSpPr>
        <ns0:spPr>
          <ns1:xfrm>
            <ns1:off x="12115800" y="4019550"/>
            <ns1:ext cx="3228975" cy="2676525"/>
          </ns1:xfrm>
          <ns1:prstGeom prst="rect">
            <ns1:avLst/>
          </ns1:prstGeom>
          <ns1:solidFill>
            <ns1:srgbClr val="FFFFFF"/>
          </ns1:solidFill>
          <ns1:ln w="9525">
            <ns1:solidFill>
              <ns1:srgbClr val="E1E6E9"/>
            </ns1:solidFill>
            <ns1:prstDash val="solid"/>
          </ns1:ln>
        </ns0:spPr>
      </ns0:sp>
      <ns0:sp>
        <ns0:nvSpPr>
          <ns0:cNvPr id="39" name="trace:S07:content.auto.31">
            <ns1:extLst>
              <ns1:ext uri="{FF2B5EF4-FFF2-40B4-BE49-F238E27FC236}">
                <ns2:creationId id="{E01DCBD4-415E-4CB6-BFC5-339996A7B79F}"/>
              </ns1:ext>
            </ns1:extLst>
          </ns0:cNvPr>
          <ns0:cNvSpPr>
            <ns1:spLocks noGrp="1"/>
          </ns0:cNvSpPr>
          <ns0:nvPr/>
        </ns0:nvSpPr>
        <ns0:spPr>
          <ns1:xfrm>
            <ns1:off x="12363450" y="4286250"/>
            <ns1:ext cx="438150" cy="47625"/>
          </ns1:xfrm>
          <ns1:prstGeom prst="rect">
            <ns1:avLst/>
          </ns1:prstGeom>
          <ns1:solidFill>
            <ns1:srgbClr val="E31B23"/>
          </ns1:solidFill>
          <ns1:ln w="0">
            <ns1:noFill/>
            <ns1:prstDash val="solid"/>
          </ns1:ln>
        </ns0:spPr>
      </ns0:sp>
      <ns0:sp>
        <ns0:nvSpPr>
          <ns0:cNvPr id="40" name="trace:S07:lead">
            <ns1:extLst>
              <ns1:ext uri="{FF2B5EF4-FFF2-40B4-BE49-F238E27FC236}">
                <ns2:creationId id="{7D635FFF-25A1-49B8-8718-81EBB205561B}"/>
              </ns1:ext>
            </ns1:extLst>
          </ns0:cNvPr>
          <ns0:cNvSpPr>
            <ns1:spLocks noGrp="1"/>
          </ns0:cNvSpPr>
          <ns0:nvPr/>
        </ns0:nvSpPr>
        <ns0:spPr>
          <ns1:xfrm>
            <ns1:off x="12363450" y="4524375"/>
            <ns1:ext cx="2857500" cy="7620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r>
              <ns1:rPr sz="1950" b="1">
                <ns1:solidFill>
                  <ns1:srgbClr val="121820"/>
                </ns1:solidFill>
                <ns1:latin typeface="Yu Gothic"/>
                <ns1:ea typeface="Yu Gothic"/>
                <ns1:cs typeface="Yu Gothic"/>
              </ns1:rPr>
              <ns1:t>既存の資産を活かし</ns1:t>
            </ns1:r>
          </ns1:p>
          <ns1:p>
            <ns1:r>
              <ns1:rPr sz="1950" b="1">
                <ns1:solidFill>
                  <ns1:srgbClr val="E31B23"/>
                </ns1:solidFill>
                <ns1:latin typeface="Yu Gothic"/>
                <ns1:ea typeface="Yu Gothic"/>
                <ns1:cs typeface="Yu Gothic"/>
              </ns1:rPr>
              <ns1:t>より大きな成果</ns1:t>
            </ns1:r>
            <ns1:r>
              <ns1:rPr sz="1950" b="1">
                <ns1:solidFill>
                  <ns1:srgbClr val="121820"/>
                </ns1:solidFill>
                <ns1:latin typeface="Yu Gothic"/>
                <ns1:ea typeface="Yu Gothic"/>
                <ns1:cs typeface="Yu Gothic"/>
              </ns1:rPr>
              <ns1:t>へ。</ns1:t>
            </ns1:r>
          </ns1:p>
        </ns0:txBody>
      </ns0:sp>
      <ns0:sp>
        <ns0:nvSpPr>
          <ns0:cNvPr id="43" name="trace:S07:content.auto.32">
            <ns1:extLst>
              <ns1:ext uri="{FF2B5EF4-FFF2-40B4-BE49-F238E27FC236}">
                <ns2:creationId id="{7DA62E0D-BA3E-402B-9A63-6F17C5B138B0}"/>
              </ns1:ext>
            </ns1:extLst>
          </ns0:cNvPr>
          <ns0:cNvSpPr>
            <ns1:spLocks noGrp="1"/>
          </ns0:cNvSpPr>
          <ns0:nvPr/>
        </ns0:nvSpPr>
        <ns0:spPr>
          <ns1:xfrm>
            <ns1:off x="12334875" y="5524500"/>
            <ns1:ext cx="2857500" cy="990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lnSpc>
                <ns1:spcPct val="120000"/>
              </ns1:lnSpc>
              <ns1:buNone/>
              <ns1:defRPr sz="1050">
                <ns1:solidFill>
                  <ns1:srgbClr val="5D6A76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050">
                <ns1:solidFill>
                  <ns1:srgbClr val="5D6A76"/>
                </ns1:solidFill>
                <ns1:latin typeface="Yu Gothic"/>
                <ns1:ea typeface="Yu Gothic"/>
                <ns1:cs typeface="Yu Gothic"/>
              </ns1:rPr>
              <ns1:t>今あるデータ・仕組みとつなぎ、</ns1:t>
            </ns1:r>
          </ns1:p>
          <ns1:p>
            <ns1:pPr>
              <ns1:lnSpc>
                <ns1:spcPct val="120000"/>
              </ns1:lnSpc>
              <ns1:buNone/>
              <ns1:defRPr sz="1050">
                <ns1:solidFill>
                  <ns1:srgbClr val="5D6A76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050">
                <ns1:solidFill>
                  <ns1:srgbClr val="5D6A76"/>
                </ns1:solidFill>
                <ns1:latin typeface="Yu Gothic"/>
                <ns1:ea typeface="Yu Gothic"/>
                <ns1:cs typeface="Yu Gothic"/>
              </ns1:rPr>
              <ns1:t>AIで提案業務を進化させます。</ns1:t>
            </ns1:r>
          </ns1:p>
          <ns1:p>
            <ns1:pPr>
              <ns1:lnSpc>
                <ns1:spcPct val="120000"/>
              </ns1:lnSpc>
              <ns1:buNone/>
              <ns1:defRPr sz="1050">
                <ns1:solidFill>
                  <ns1:srgbClr val="5D6A76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050">
                <ns1:solidFill>
                  <ns1:srgbClr val="5D6A76"/>
                </ns1:solidFill>
                <ns1:latin typeface="Yu Gothic"/>
                <ns1:ea typeface="Yu Gothic"/>
                <ns1:cs typeface="Yu Gothic"/>
              </ns1:rPr>
              <ns1:t>まずは特定部門からスモールスタートし、</ns1:t>
            </ns1:r>
          </ns1:p>
          <ns1:p>
            <ns1:pPr>
              <ns1:lnSpc>
                <ns1:spcPct val="120000"/>
              </ns1:lnSpc>
              <ns1:buNone/>
              <ns1:defRPr sz="1050">
                <ns1:solidFill>
                  <ns1:srgbClr val="5D6A76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050">
                <ns1:solidFill>
                  <ns1:srgbClr val="5D6A76"/>
                </ns1:solidFill>
                <ns1:latin typeface="Yu Gothic"/>
                <ns1:ea typeface="Yu Gothic"/>
                <ns1:cs typeface="Yu Gothic"/>
              </ns1:rPr>
              <ns1:t>効果を見ながら全社へと拡張していきます。</ns1:t>
            </ns1:r>
          </ns1:p>
        </ns0:txBody>
      </ns0:sp>
      <ns0:sp>
        <ns0:nvSpPr>
          <ns0:cNvPr id="44" name="trace:S07:content.auto.33">
            <ns1:extLst>
              <ns1:ext uri="{FF2B5EF4-FFF2-40B4-BE49-F238E27FC236}">
                <ns2:creationId id="{0454ACDD-32C5-479C-BBEF-142775B7A98F}"/>
              </ns1:ext>
            </ns1:extLst>
          </ns0:cNvPr>
          <ns0:cNvSpPr>
            <ns1:spLocks noGrp="1"/>
          </ns0:cNvSpPr>
          <ns0:nvPr/>
        </ns0:nvSpPr>
        <ns0:spPr>
          <ns1:xfrm>
            <ns1:off x="361950" y="2600325"/>
            <ns1:ext cx="2590800" cy="3810000"/>
          </ns1:xfrm>
          <ns1:prstGeom prst="rect">
            <ns1:avLst/>
          </ns1:prstGeom>
          <ns1:solidFill>
            <ns1:srgbClr val="F1F4F5"/>
          </ns1:solidFill>
          <ns1:ln w="0">
            <ns1:noFill/>
            <ns1:prstDash val="solid"/>
          </ns1:ln>
        </ns0:spPr>
      </ns0:sp>
      <ns0:sp>
        <ns0:nvSpPr>
          <ns0:cNvPr id="45" name="trace:S07:content.auto.34">
            <ns1:extLst>
              <ns1:ext uri="{FF2B5EF4-FFF2-40B4-BE49-F238E27FC236}">
                <ns2:creationId id="{816B729E-723A-45E5-8486-3B91271170EE}"/>
              </ns1:ext>
            </ns1:extLst>
          </ns0:cNvPr>
          <ns0:cNvSpPr>
            <ns1:spLocks noGrp="1"/>
          </ns0:cNvSpPr>
          <ns0:nvPr/>
        </ns0:nvSpPr>
        <ns0:spPr>
          <ns1:xfrm>
            <ns1:off x="361950" y="2600325"/>
            <ns1:ext cx="2590800" cy="400050"/>
          </ns1:xfrm>
          <ns1:prstGeom prst="rect">
            <ns1:avLst/>
          </ns1:prstGeom>
          <ns1:solidFill>
            <ns1:srgbClr val="5D666D"/>
          </ns1:solidFill>
          <ns1:ln w="0">
            <ns1:noFill/>
            <ns1:prstDash val="solid"/>
          </ns1:ln>
        </ns0:spPr>
      </ns0:sp>
      <ns0:sp>
        <ns0:nvSpPr>
          <ns0:cNvPr id="46" name="trace:S07:title.primary.5">
            <ns1:extLst>
              <ns1:ext uri="{FF2B5EF4-FFF2-40B4-BE49-F238E27FC236}">
                <ns2:creationId id="{33A00D6A-8C22-4F38-BDBA-9794902FF6C7}"/>
              </ns1:ext>
            </ns1:extLst>
          </ns0:cNvPr>
          <ns0:cNvSpPr>
            <ns1:spLocks noGrp="1"/>
          </ns0:cNvSpPr>
          <ns0:nvPr/>
        </ns0:nvSpPr>
        <ns0:spPr>
          <ns1:xfrm>
            <ns1:off x="695325" y="2686050"/>
            <ns1:ext cx="219075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buNone/>
              <ns1:defRPr sz="1275" b="1">
                <ns1:solidFill>
                  <ns1:srgbClr val="FFFFFF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275" b="1">
                <ns1:solidFill>
                  <ns1:srgbClr val="FFFFFF"/>
                </ns1:solidFill>
                <ns1:latin typeface="Yu Gothic"/>
                <ns1:ea typeface="Yu Gothic"/>
                <ns1:cs typeface="Yu Gothic"/>
              </ns1:rPr>
              <ns1:t>データソース（既存環境）</ns1:t>
            </ns1:r>
          </ns1:p>
        </ns0:txBody>
      </ns0:sp>
      <ns0:sp>
        <ns0:nvSpPr>
          <ns0:cNvPr id="47" name="trace:S07:content.auto.35">
            <ns1:extLst>
              <ns1:ext uri="{FF2B5EF4-FFF2-40B4-BE49-F238E27FC236}">
                <ns2:creationId id="{1D849960-F05A-4A4E-9713-AA2D5E31C07B}"/>
              </ns1:ext>
            </ns1:extLst>
          </ns0:cNvPr>
          <ns0:cNvSpPr>
            <ns1:spLocks noGrp="1"/>
          </ns0:cNvSpPr>
          <ns0:nvPr/>
        </ns0:nvSpPr>
        <ns0:spPr>
          <ns1:xfrm>
            <ns1:off x="457200" y="3076575"/>
            <ns1:ext cx="2400300" cy="666750"/>
          </ns1:xfrm>
          <ns1:prstGeom prst="rect">
            <ns1:avLst/>
          </ns1:prstGeom>
          <ns1:solidFill>
            <ns1:srgbClr val="FFFFFF"/>
          </ns1:solidFill>
          <ns1:ln w="0">
            <ns1:noFill/>
            <ns1:prstDash val="solid"/>
          </ns1:ln>
        </ns0:spPr>
      </ns0:sp>
      <ns0:sp>
        <ns0:nvSpPr>
          <ns0:cNvPr id="48" name="trace:S07:content.auto.36">
            <ns1:extLst>
              <ns1:ext uri="{FF2B5EF4-FFF2-40B4-BE49-F238E27FC236}">
                <ns2:creationId id="{EC90A86D-A459-4EF2-91DD-325646B325CF}"/>
              </ns1:ext>
            </ns1:extLst>
          </ns0:cNvPr>
          <ns0:cNvSpPr>
            <ns1:spLocks noGrp="1"/>
          </ns0:cNvSpPr>
          <ns0:nvPr/>
        </ns0:nvSpPr>
        <ns0:spPr>
          <ns1:xfrm>
            <ns1:off x="674370" y="3238500"/>
            <ns1:ext cx="308610" cy="111443"/>
          </ns1:xfrm>
          <ns1:prstGeom prst="ellipse">
            <ns1:avLst/>
          </ns1:prstGeom>
          <ns1:noFill/>
          <ns1:ln w="23813">
            <ns1:solidFill>
              <ns1:srgbClr val="121820"/>
            </ns1:solidFill>
            <ns1:prstDash val="solid"/>
          </ns1:ln>
        </ns0:spPr>
      </ns0:sp>
      <ns0:sp>
        <ns0:nvSpPr>
          <ns0:cNvPr id="49" name="trace:S07:content.auto.37">
            <ns1:extLst>
              <ns1:ext uri="{FF2B5EF4-FFF2-40B4-BE49-F238E27FC236}">
                <ns2:creationId id="{995A1227-2382-4240-878B-F9A59E78AD4D}"/>
              </ns1:ext>
            </ns1:extLst>
          </ns0:cNvPr>
          <ns0:cNvSpPr>
            <ns1:spLocks noGrp="1"/>
          </ns0:cNvSpPr>
          <ns0:nvPr/>
        </ns0:nvSpPr>
        <ns0:spPr>
          <ns1:xfrm>
            <ns1:off x="674370" y="3298508"/>
            <ns1:ext cx="308610" cy="240030"/>
          </ns1:xfrm>
          <ns1:prstGeom prst="rect">
            <ns1:avLst/>
          </ns1:prstGeom>
          <ns1:noFill/>
          <ns1:ln w="23813">
            <ns1:solidFill>
              <ns1:srgbClr val="121820"/>
            </ns1:solidFill>
            <ns1:prstDash val="solid"/>
          </ns1:ln>
        </ns0:spPr>
      </ns0:sp>
      <ns0:sp>
        <ns0:nvSpPr>
          <ns0:cNvPr id="50" name="trace:S07:content.auto.38">
            <ns1:extLst>
              <ns1:ext uri="{FF2B5EF4-FFF2-40B4-BE49-F238E27FC236}">
                <ns2:creationId id="{125C708F-DAD8-4B4C-B8FA-A28389EAE9EA}"/>
              </ns1:ext>
            </ns1:extLst>
          </ns0:cNvPr>
          <ns0:cNvSpPr>
            <ns1:spLocks noGrp="1"/>
          </ns0:cNvSpPr>
          <ns0:nvPr/>
        </ns0:nvSpPr>
        <ns0:spPr>
          <ns1:xfrm>
            <ns1:off x="674370" y="3478530"/>
            <ns1:ext cx="308610" cy="111443"/>
          </ns1:xfrm>
          <ns1:prstGeom prst="ellipse">
            <ns1:avLst/>
          </ns1:prstGeom>
          <ns1:noFill/>
          <ns1:ln w="23813">
            <ns1:solidFill>
              <ns1:srgbClr val="121820"/>
            </ns1:solidFill>
            <ns1:prstDash val="solid"/>
          </ns1:ln>
        </ns0:spPr>
      </ns0:sp>
      <ns0:sp>
        <ns0:nvSpPr>
          <ns0:cNvPr id="51" name="trace:S07:content.auto.39">
            <ns1:extLst>
              <ns1:ext uri="{FF2B5EF4-FFF2-40B4-BE49-F238E27FC236}">
                <ns2:creationId id="{7F862F52-61D9-4007-B0CE-5E4E19E6F5BD}"/>
              </ns1:ext>
            </ns1:extLst>
          </ns0:cNvPr>
          <ns0:cNvSpPr>
            <ns1:spLocks noGrp="1"/>
          </ns0:cNvSpPr>
          <ns0:nvPr/>
        </ns0:nvSpPr>
        <ns0:spPr>
          <ns1:xfrm>
            <ns1:off x="1190625" y="3200400"/>
            <ns1:ext cx="1524000" cy="2190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buNone/>
              <ns1:defRPr sz="1200" b="1">
                <ns1:solidFill>
                  <ns1:srgbClr val="12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200" b="1">
                <ns1:solidFill>
                  <ns1:srgbClr val="121820"/>
                </ns1:solidFill>
                <ns1:latin typeface="Yu Gothic"/>
                <ns1:ea typeface="Yu Gothic"/>
                <ns1:cs typeface="Yu Gothic"/>
              </ns1:rPr>
              <ns1:t>基幹システム</ns1:t>
            </ns1:r>
          </ns1:p>
        </ns0:txBody>
      </ns0:sp>
      <ns0:sp>
        <ns0:nvSpPr>
          <ns0:cNvPr id="52" name="trace:S07:title.primary.6">
            <ns1:extLst>
              <ns1:ext uri="{FF2B5EF4-FFF2-40B4-BE49-F238E27FC236}">
                <ns2:creationId id="{DFF78CE9-B5FD-4760-B3D1-E650C6B45F01}"/>
              </ns1:ext>
            </ns1:extLst>
          </ns0:cNvPr>
          <ns0:cNvSpPr>
            <ns1:spLocks noGrp="1"/>
          </ns0:cNvSpPr>
          <ns0:nvPr/>
        </ns0:nvSpPr>
        <ns0:spPr>
          <ns1:xfrm>
            <ns1:off x="1190625" y="3419475"/>
            <ns1:ext cx="1524000" cy="209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buNone/>
              <ns1:defRPr sz="900">
                <ns1:solidFill>
                  <ns1:srgbClr val="12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900">
                <ns1:solidFill>
                  <ns1:srgbClr val="121820"/>
                </ns1:solidFill>
                <ns1:latin typeface="Yu Gothic"/>
                <ns1:ea typeface="Yu Gothic"/>
                <ns1:cs typeface="Yu Gothic"/>
              </ns1:rPr>
              <ns1:t>（顧客・商品・取引データ）</ns1:t>
            </ns1:r>
          </ns1:p>
        </ns0:txBody>
      </ns0:sp>
      <ns0:sp>
        <ns0:nvSpPr>
          <ns0:cNvPr id="53" name="trace:S07:content.auto.40">
            <ns1:extLst>
              <ns1:ext uri="{FF2B5EF4-FFF2-40B4-BE49-F238E27FC236}">
                <ns2:creationId id="{620DF224-6743-4A1B-A61C-4CFDB9765E04}"/>
              </ns1:ext>
            </ns1:extLst>
          </ns0:cNvPr>
          <ns0:cNvSpPr>
            <ns1:spLocks noGrp="1"/>
          </ns0:cNvSpPr>
          <ns0:nvPr/>
        </ns0:nvSpPr>
        <ns0:spPr>
          <ns1:xfrm>
            <ns1:off x="457200" y="3905250"/>
            <ns1:ext cx="2400300" cy="666750"/>
          </ns1:xfrm>
          <ns1:prstGeom prst="rect">
            <ns1:avLst/>
          </ns1:prstGeom>
          <ns1:solidFill>
            <ns1:srgbClr val="FFFFFF"/>
          </ns1:solidFill>
          <ns1:ln w="0">
            <ns1:noFill/>
            <ns1:prstDash val="solid"/>
          </ns1:ln>
        </ns0:spPr>
      </ns0:sp>
      <ns0:sp>
        <ns0:nvSpPr>
          <ns0:cNvPr id="54" name="trace:S07:content.auto.41">
            <ns1:extLst>
              <ns1:ext uri="{FF2B5EF4-FFF2-40B4-BE49-F238E27FC236}">
                <ns2:creationId id="{1AA146C8-32EA-417C-AB58-7842E8BFD979}"/>
              </ns1:ext>
            </ns1:extLst>
          </ns0:cNvPr>
          <ns0:cNvSpPr>
            <ns1:spLocks noGrp="1"/>
          </ns0:cNvSpPr>
          <ns0:nvPr/>
        </ns0:nvSpPr>
        <ns0:spPr>
          <ns1:xfrm>
            <ns1:off x="700088" y="4067175"/>
            <ns1:ext cx="257175" cy="342900"/>
          </ns1:xfrm>
          <ns1:prstGeom prst="rect">
            <ns1:avLst/>
          </ns1:prstGeom>
          <ns1:noFill/>
          <ns1:ln w="23813">
            <ns1:solidFill>
              <ns1:srgbClr val="121820"/>
            </ns1:solidFill>
            <ns1:prstDash val="solid"/>
          </ns1:ln>
        </ns0:spPr>
      </ns0:sp>
      <ns0:sp>
        <ns0:nvSpPr>
          <ns0:cNvPr id="55" name="trace:S07:content.auto.42">
            <ns1:extLst>
              <ns1:ext uri="{FF2B5EF4-FFF2-40B4-BE49-F238E27FC236}">
                <ns2:creationId id="{8D032999-C9CF-4229-99BD-61922151EA13}"/>
              </ns1:ext>
            </ns1:extLst>
          </ns0:cNvPr>
          <ns0:cNvSpPr>
            <ns1:spLocks noGrp="1"/>
          </ns0:cNvSpPr>
          <ns0:nvPr/>
        </ns0:nvSpPr>
        <ns0:spPr>
          <ns1:xfrm>
            <ns1:off x="837248" y="4067175"/>
            <ns1:ext cx="120015" cy="120015"/>
          </ns1:xfrm>
          <ns1:custGeom>
            <ns1:pathLst>
              <ns1:path w="120015" h="120015">
                <ns1:moveTo>
                  <ns1:pt x="0" y="0"/>
                </ns1:moveTo>
                <ns1:lnTo>
                  <ns1:pt x="120015" y="120015"/>
                </ns1:lnTo>
                <ns1:lnTo>
                  <ns1:pt x="0" y="120015"/>
                </ns1:lnTo>
                <ns1:close/>
              </ns1:path>
            </ns1:pathLst>
          </ns1:custGeom>
          <ns1:noFill/>
          <ns1:ln w="23813">
            <ns1:solidFill>
              <ns1:srgbClr val="121820"/>
            </ns1:solidFill>
            <ns1:prstDash val="solid"/>
          </ns1:ln>
        </ns0:spPr>
      </ns0:sp>
      <ns0:sp>
        <ns0:nvSpPr>
          <ns0:cNvPr id="56" name="trace:S07:content.auto.43">
            <ns1:extLst>
              <ns1:ext uri="{FF2B5EF4-FFF2-40B4-BE49-F238E27FC236}">
                <ns2:creationId id="{A3E084A7-87D5-41B0-AF71-A90E2CF01A3A}"/>
              </ns1:ext>
            </ns1:extLst>
          </ns0:cNvPr>
          <ns0:cNvSpPr>
            <ns1:spLocks noGrp="1"/>
          </ns0:cNvSpPr>
          <ns0:nvPr/>
        </ns0:nvSpPr>
        <ns0:spPr>
          <ns1:xfrm>
            <ns1:off x="751523" y="4204335"/>
            <ns1:ext cx="128588" cy="21431"/>
          </ns1:xfrm>
          <ns1:prstGeom prst="rect">
            <ns1:avLst/>
          </ns1:prstGeom>
          <ns1:solidFill>
            <ns1:srgbClr val="121820"/>
          </ns1:solidFill>
          <ns1:ln w="0">
            <ns1:noFill/>
            <ns1:prstDash val="solid"/>
          </ns1:ln>
        </ns0:spPr>
      </ns0:sp>
      <ns0:sp>
        <ns0:nvSpPr>
          <ns0:cNvPr id="57" name="trace:S07:content.auto.44">
            <ns1:extLst>
              <ns1:ext uri="{FF2B5EF4-FFF2-40B4-BE49-F238E27FC236}">
                <ns2:creationId id="{C3FD765B-4EEA-48EF-B07D-585CA236737E}"/>
              </ns1:ext>
            </ns1:extLst>
          </ns0:cNvPr>
          <ns0:cNvSpPr>
            <ns1:spLocks noGrp="1"/>
          </ns0:cNvSpPr>
          <ns0:nvPr/>
        </ns0:nvSpPr>
        <ns0:spPr>
          <ns1:xfrm>
            <ns1:off x="751523" y="4281488"/>
            <ns1:ext cx="128588" cy="21431"/>
          </ns1:xfrm>
          <ns1:prstGeom prst="rect">
            <ns1:avLst/>
          </ns1:prstGeom>
          <ns1:solidFill>
            <ns1:srgbClr val="121820"/>
          </ns1:solidFill>
          <ns1:ln w="0">
            <ns1:noFill/>
            <ns1:prstDash val="solid"/>
          </ns1:ln>
        </ns0:spPr>
      </ns0:sp>
      <ns0:sp>
        <ns0:nvSpPr>
          <ns0:cNvPr id="58" name="trace:S07:content.auto.45">
            <ns1:extLst>
              <ns1:ext uri="{FF2B5EF4-FFF2-40B4-BE49-F238E27FC236}">
                <ns2:creationId id="{9D09D7C7-71E7-4523-940D-325A6D70A535}"/>
              </ns1:ext>
            </ns1:extLst>
          </ns0:cNvPr>
          <ns0:cNvSpPr>
            <ns1:spLocks noGrp="1"/>
          </ns0:cNvSpPr>
          <ns0:nvPr/>
        </ns0:nvSpPr>
        <ns0:spPr>
          <ns1:xfrm>
            <ns1:off x="1190625" y="4029075"/>
            <ns1:ext cx="1524000" cy="2190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buNone/>
              <ns1:defRPr sz="1200" b="1">
                <ns1:solidFill>
                  <ns1:srgbClr val="12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200" b="1">
                <ns1:solidFill>
                  <ns1:srgbClr val="121820"/>
                </ns1:solidFill>
                <ns1:latin typeface="Yu Gothic"/>
                <ns1:ea typeface="Yu Gothic"/>
                <ns1:cs typeface="Yu Gothic"/>
              </ns1:rPr>
              <ns1:t>社内ドキュメント</ns1:t>
            </ns1:r>
          </ns1:p>
        </ns0:txBody>
      </ns0:sp>
      <ns0:sp>
        <ns0:nvSpPr>
          <ns0:cNvPr id="59" name="trace:S07:content.auto.46">
            <ns1:extLst>
              <ns1:ext uri="{FF2B5EF4-FFF2-40B4-BE49-F238E27FC236}">
                <ns2:creationId id="{D30EF441-B174-42DC-9A0D-3BF173254C2B}"/>
              </ns1:ext>
            </ns1:extLst>
          </ns0:cNvPr>
          <ns0:cNvSpPr>
            <ns1:spLocks noGrp="1"/>
          </ns0:cNvSpPr>
          <ns0:nvPr/>
        </ns0:nvSpPr>
        <ns0:spPr>
          <ns1:xfrm>
            <ns1:off x="1190625" y="4248150"/>
            <ns1:ext cx="1524000" cy="209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buNone/>
              <ns1:defRPr sz="900">
                <ns1:solidFill>
                  <ns1:srgbClr val="12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900">
                <ns1:solidFill>
                  <ns1:srgbClr val="121820"/>
                </ns1:solidFill>
                <ns1:latin typeface="Yu Gothic"/>
                <ns1:ea typeface="Yu Gothic"/>
                <ns1:cs typeface="Yu Gothic"/>
              </ns1:rPr>
              <ns1:t>（提案資料・技術資料・事例）</ns1:t>
            </ns1:r>
          </ns1:p>
        </ns0:txBody>
      </ns0:sp>
      <ns0:sp>
        <ns0:nvSpPr>
          <ns0:cNvPr id="60" name="trace:S07:content.auto.47">
            <ns1:extLst>
              <ns1:ext uri="{FF2B5EF4-FFF2-40B4-BE49-F238E27FC236}">
                <ns2:creationId id="{6419D187-2197-430D-873A-C271A8AF67A0}"/>
              </ns1:ext>
            </ns1:extLst>
          </ns0:cNvPr>
          <ns0:cNvSpPr>
            <ns1:spLocks noGrp="1"/>
          </ns0:cNvSpPr>
          <ns0:nvPr/>
        </ns0:nvSpPr>
        <ns0:spPr>
          <ns1:xfrm>
            <ns1:off x="457200" y="4733925"/>
            <ns1:ext cx="2400300" cy="666750"/>
          </ns1:xfrm>
          <ns1:prstGeom prst="rect">
            <ns1:avLst/>
          </ns1:prstGeom>
          <ns1:solidFill>
            <ns1:srgbClr val="FFFFFF"/>
          </ns1:solidFill>
          <ns1:ln w="0">
            <ns1:noFill/>
            <ns1:prstDash val="solid"/>
          </ns1:ln>
        </ns0:spPr>
      </ns0:sp>
      <ns0:sp>
        <ns0:nvSpPr>
          <ns0:cNvPr id="61" name="trace:S07:content.auto.48">
            <ns1:extLst>
              <ns1:ext uri="{FF2B5EF4-FFF2-40B4-BE49-F238E27FC236}">
                <ns2:creationId id="{AF1D564B-E6FF-44C3-B8A1-644291EC6913}"/>
              </ns1:ext>
            </ns1:extLst>
          </ns0:cNvPr>
          <ns0:cNvSpPr>
            <ns1:spLocks noGrp="1"/>
          </ns0:cNvSpPr>
          <ns0:nvPr/>
        </ns0:nvSpPr>
        <ns0:spPr>
          <ns1:xfrm>
            <ns1:off x="760095" y="4899660"/>
            <ns1:ext cx="137160" cy="137160"/>
          </ns1:xfrm>
          <ns1:prstGeom prst="ellipse">
            <ns1:avLst/>
          </ns1:prstGeom>
          <ns1:noFill/>
          <ns1:ln w="23813">
            <ns1:solidFill>
              <ns1:srgbClr val="121820"/>
            </ns1:solidFill>
            <ns1:prstDash val="solid"/>
          </ns1:ln>
        </ns0:spPr>
      </ns0:sp>
      <ns0:sp>
        <ns0:nvSpPr>
          <ns0:cNvPr id="62" name="trace:S07:content.auto.49">
            <ns1:extLst>
              <ns1:ext uri="{FF2B5EF4-FFF2-40B4-BE49-F238E27FC236}">
                <ns2:creationId id="{524DB5CE-B947-4CC0-B993-0E4301910E0B}"/>
              </ns1:ext>
            </ns1:extLst>
          </ns0:cNvPr>
          <ns0:cNvSpPr>
            <ns1:spLocks noGrp="1"/>
          </ns0:cNvSpPr>
          <ns0:nvPr/>
        </ns0:nvSpPr>
        <ns0:spPr>
          <ns1:xfrm>
            <ns1:off x="622935" y="4953000"/>
            <ns1:ext cx="106680" cy="106680"/>
          </ns1:xfrm>
          <ns1:prstGeom prst="ellipse">
            <ns1:avLst/>
          </ns1:prstGeom>
          <ns1:noFill/>
          <ns1:ln w="23813">
            <ns1:solidFill>
              <ns1:srgbClr val="121820"/>
            </ns1:solidFill>
            <ns1:prstDash val="solid"/>
          </ns1:ln>
        </ns0:spPr>
      </ns0:sp>
      <ns0:sp>
        <ns0:nvSpPr>
          <ns0:cNvPr id="63" name="trace:S07:content.auto.50">
            <ns1:extLst>
              <ns1:ext uri="{FF2B5EF4-FFF2-40B4-BE49-F238E27FC236}">
                <ns2:creationId id="{B960FA33-E2CA-4E21-B5AE-47FCAB9505B9}"/>
              </ns1:ext>
            </ns1:extLst>
          </ns0:cNvPr>
          <ns0:cNvSpPr>
            <ns1:spLocks noGrp="1"/>
          </ns0:cNvSpPr>
          <ns0:nvPr/>
        </ns0:nvSpPr>
        <ns0:spPr>
          <ns1:xfrm>
            <ns1:off x="927735" y="4953000"/>
            <ns1:ext cx="106680" cy="106680"/>
          </ns1:xfrm>
          <ns1:prstGeom prst="ellipse">
            <ns1:avLst/>
          </ns1:prstGeom>
          <ns1:noFill/>
          <ns1:ln w="23813">
            <ns1:solidFill>
              <ns1:srgbClr val="121820"/>
            </ns1:solidFill>
            <ns1:prstDash val="solid"/>
          </ns1:ln>
        </ns0:spPr>
      </ns0:sp>
      <ns0:sp>
        <ns0:nvSpPr>
          <ns0:cNvPr id="64" name="trace:S07:content.auto.51">
            <ns1:extLst>
              <ns1:ext uri="{FF2B5EF4-FFF2-40B4-BE49-F238E27FC236}">
                <ns2:creationId id="{3D2508ED-06F5-4D8B-B291-0B01C6E6B107}"/>
              </ns1:ext>
            </ns1:extLst>
          </ns0:cNvPr>
          <ns0:cNvSpPr>
            <ns1:spLocks noGrp="1"/>
          </ns0:cNvSpPr>
          <ns0:nvPr/>
        </ns0:nvSpPr>
        <ns0:spPr>
          <ns1:xfrm>
            <ns1:off x="676275" y="5059680"/>
            <ns1:ext cx="304800" cy="182880"/>
          </ns1:xfrm>
          <ns1:custGeom>
            <ns1:pathLst>
              <ns1:path w="304800" h="182880">
                <ns1:moveTo>
                  <ns1:pt x="0" y="182880"/>
                </ns1:moveTo>
                <ns1:lnTo>
                  <ns1:pt x="30480" y="60960"/>
                </ns1:lnTo>
                <ns1:lnTo>
                  <ns1:pt x="99060" y="0"/>
                </ns1:lnTo>
                <ns1:lnTo>
                  <ns1:pt x="205740" y="0"/>
                </ns1:lnTo>
                <ns1:lnTo>
                  <ns1:pt x="274320" y="60960"/>
                </ns1:lnTo>
                <ns1:lnTo>
                  <ns1:pt x="304800" y="182880"/>
                </ns1:lnTo>
                <ns1:close/>
              </ns1:path>
            </ns1:pathLst>
          </ns1:custGeom>
          <ns1:noFill/>
          <ns1:ln w="23813">
            <ns1:solidFill>
              <ns1:srgbClr val="121820"/>
            </ns1:solidFill>
            <ns1:prstDash val="solid"/>
          </ns1:ln>
        </ns0:spPr>
      </ns0:sp>
      <ns0:sp>
        <ns0:nvSpPr>
          <ns0:cNvPr id="65" name="trace:S07:content.auto.52">
            <ns1:extLst>
              <ns1:ext uri="{FF2B5EF4-FFF2-40B4-BE49-F238E27FC236}">
                <ns2:creationId id="{56BA2F57-070A-4199-9E0A-E362489F198C}"/>
              </ns1:ext>
            </ns1:extLst>
          </ns0:cNvPr>
          <ns0:cNvSpPr>
            <ns1:spLocks noGrp="1"/>
          </ns0:cNvSpPr>
          <ns0:nvPr/>
        </ns0:nvSpPr>
        <ns0:spPr>
          <ns1:xfrm>
            <ns1:off x="1190625" y="4857750"/>
            <ns1:ext cx="1524000" cy="2190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buNone/>
              <ns1:defRPr sz="1200" b="1">
                <ns1:solidFill>
                  <ns1:srgbClr val="12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200" b="1">
                <ns1:solidFill>
                  <ns1:srgbClr val="121820"/>
                </ns1:solidFill>
                <ns1:latin typeface="Yu Gothic"/>
                <ns1:ea typeface="Yu Gothic"/>
                <ns1:cs typeface="Yu Gothic"/>
              </ns1:rPr>
              <ns1:t>営業・顧客情報</ns1:t>
            </ns1:r>
          </ns1:p>
        </ns0:txBody>
      </ns0:sp>
      <ns0:sp>
        <ns0:nvSpPr>
          <ns0:cNvPr id="66" name="trace:S07:content.auto.53">
            <ns1:extLst>
              <ns1:ext uri="{FF2B5EF4-FFF2-40B4-BE49-F238E27FC236}">
                <ns2:creationId id="{60EE4AA9-C1F6-4107-BA19-F76AF1CFD710}"/>
              </ns1:ext>
            </ns1:extLst>
          </ns0:cNvPr>
          <ns0:cNvSpPr>
            <ns1:spLocks noGrp="1"/>
          </ns0:cNvSpPr>
          <ns0:nvPr/>
        </ns0:nvSpPr>
        <ns0:spPr>
          <ns1:xfrm>
            <ns1:off x="1190625" y="5076825"/>
            <ns1:ext cx="1524000" cy="209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buNone/>
              <ns1:defRPr sz="900">
                <ns1:solidFill>
                  <ns1:srgbClr val="12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900">
                <ns1:solidFill>
                  <ns1:srgbClr val="121820"/>
                </ns1:solidFill>
                <ns1:latin typeface="Yu Gothic"/>
                <ns1:ea typeface="Yu Gothic"/>
                <ns1:cs typeface="Yu Gothic"/>
              </ns1:rPr>
              <ns1:t>（SFA / CRM）</ns1:t>
            </ns1:r>
          </ns1:p>
        </ns0:txBody>
      </ns0:sp>
      <ns0:sp>
        <ns0:nvSpPr>
          <ns0:cNvPr id="67" name="trace:S07:content.auto.54">
            <ns1:extLst>
              <ns1:ext uri="{FF2B5EF4-FFF2-40B4-BE49-F238E27FC236}">
                <ns2:creationId id="{030299BA-4EFD-4667-8D05-C8DF20ADE9CD}"/>
              </ns1:ext>
            </ns1:extLst>
          </ns0:cNvPr>
          <ns0:cNvSpPr>
            <ns1:spLocks noGrp="1"/>
          </ns0:cNvSpPr>
          <ns0:nvPr/>
        </ns0:nvSpPr>
        <ns0:spPr>
          <ns1:xfrm>
            <ns1:off x="457200" y="5562600"/>
            <ns1:ext cx="2400300" cy="666750"/>
          </ns1:xfrm>
          <ns1:prstGeom prst="rect">
            <ns1:avLst/>
          </ns1:prstGeom>
          <ns1:solidFill>
            <ns1:srgbClr val="FFFFFF"/>
          </ns1:solidFill>
          <ns1:ln w="0">
            <ns1:noFill/>
            <ns1:prstDash val="solid"/>
          </ns1:ln>
        </ns0:spPr>
      </ns0:sp>
      <ns0:sp>
        <ns0:nvSpPr>
          <ns0:cNvPr id="68" name="trace:S07:content.auto.55">
            <ns1:extLst>
              <ns1:ext uri="{FF2B5EF4-FFF2-40B4-BE49-F238E27FC236}">
                <ns2:creationId id="{12CF1352-78AE-429A-B0B0-A27DDA04CAA8}"/>
              </ns1:ext>
            </ns1:extLst>
          </ns0:cNvPr>
          <ns0:cNvSpPr>
            <ns1:spLocks noGrp="1"/>
          </ns0:cNvSpPr>
          <ns0:nvPr/>
        </ns0:nvSpPr>
        <ns0:spPr>
          <ns1:xfrm>
            <ns1:off x="661035" y="5766435"/>
            <ns1:ext cx="335280" cy="228600"/>
          </ns1:xfrm>
          <ns1:prstGeom prst="rect">
            <ns1:avLst/>
          </ns1:prstGeom>
          <ns1:noFill/>
          <ns1:ln w="23813">
            <ns1:solidFill>
              <ns1:srgbClr val="121820"/>
            </ns1:solidFill>
            <ns1:prstDash val="solid"/>
          </ns1:ln>
        </ns0:spPr>
      </ns0:sp>
      <ns0:sp>
        <ns0:nvSpPr>
          <ns0:cNvPr id="69" name="trace:S07:content.auto.56">
            <ns1:extLst>
              <ns1:ext uri="{FF2B5EF4-FFF2-40B4-BE49-F238E27FC236}">
                <ns2:creationId id="{1569F542-685A-4786-A50C-5513785E765F}"/>
              </ns1:ext>
            </ns1:extLst>
          </ns0:cNvPr>
          <ns0:cNvSpPr>
            <ns1:spLocks noGrp="1"/>
          </ns0:cNvSpPr>
          <ns0:nvPr/>
        </ns0:nvSpPr>
        <ns0:spPr>
          <ns1:xfrm>
            <ns1:off x="615315" y="6010275"/>
            <ns1:ext cx="426720" cy="30480"/>
          </ns1:xfrm>
          <ns1:prstGeom prst="rect">
            <ns1:avLst/>
          </ns1:prstGeom>
          <ns1:solidFill>
            <ns1:srgbClr val="121820"/>
          </ns1:solidFill>
          <ns1:ln w="0">
            <ns1:noFill/>
            <ns1:prstDash val="solid"/>
          </ns1:ln>
        </ns0:spPr>
      </ns0:sp>
      <ns0:sp>
        <ns0:nvSpPr>
          <ns0:cNvPr id="70" name="trace:S07:content.auto.57">
            <ns1:extLst>
              <ns1:ext uri="{FF2B5EF4-FFF2-40B4-BE49-F238E27FC236}">
                <ns2:creationId id="{28E19D6D-42B5-4D0C-8CAA-2A4057C5E02C}"/>
              </ns1:ext>
            </ns1:extLst>
          </ns0:cNvPr>
          <ns0:cNvSpPr>
            <ns1:spLocks noGrp="1"/>
          </ns0:cNvSpPr>
          <ns0:nvPr/>
        </ns0:nvSpPr>
        <ns0:spPr>
          <ns1:xfrm>
            <ns1:off x="1190625" y="5686425"/>
            <ns1:ext cx="1524000" cy="2190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buNone/>
              <ns1:defRPr sz="1200" b="1">
                <ns1:solidFill>
                  <ns1:srgbClr val="12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200" b="1">
                <ns1:solidFill>
                  <ns1:srgbClr val="121820"/>
                </ns1:solidFill>
                <ns1:latin typeface="Yu Gothic"/>
                <ns1:ea typeface="Yu Gothic"/>
                <ns1:cs typeface="Yu Gothic"/>
              </ns1:rPr>
              <ns1:t>外部情報</ns1:t>
            </ns1:r>
          </ns1:p>
        </ns0:txBody>
      </ns0:sp>
      <ns0:sp>
        <ns0:nvSpPr>
          <ns0:cNvPr id="71" name="trace:S07:content.auto.58">
            <ns1:extLst>
              <ns1:ext uri="{FF2B5EF4-FFF2-40B4-BE49-F238E27FC236}">
                <ns2:creationId id="{098E8D8A-627A-464D-B7C6-2678EC9A6CF8}"/>
              </ns1:ext>
            </ns1:extLst>
          </ns0:cNvPr>
          <ns0:cNvSpPr>
            <ns1:spLocks noGrp="1"/>
          </ns0:cNvSpPr>
          <ns0:nvPr/>
        </ns0:nvSpPr>
        <ns0:spPr>
          <ns1:xfrm>
            <ns1:off x="1190625" y="5905500"/>
            <ns1:ext cx="1524000" cy="209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buNone/>
              <ns1:defRPr sz="900">
                <ns1:solidFill>
                  <ns1:srgbClr val="12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900">
                <ns1:solidFill>
                  <ns1:srgbClr val="121820"/>
                </ns1:solidFill>
                <ns1:latin typeface="Yu Gothic"/>
                <ns1:ea typeface="Yu Gothic"/>
                <ns1:cs typeface="Yu Gothic"/>
              </ns1:rPr>
              <ns1:t>（市場・競合・ニュース等）</ns1:t>
            </ns1:r>
          </ns1:p>
        </ns0:txBody>
      </ns0:sp>
      <ns0:sp>
        <ns0:nvSpPr>
          <ns0:cNvPr id="72" name="trace:S07:content.auto.59">
            <ns1:extLst>
              <ns1:ext uri="{FF2B5EF4-FFF2-40B4-BE49-F238E27FC236}">
                <ns2:creationId id="{CBD2FC37-BBA8-480A-B377-48291E33BC81}"/>
              </ns1:ext>
            </ns1:extLst>
          </ns0:cNvPr>
          <ns0:cNvSpPr>
            <ns1:spLocks noGrp="1"/>
          </ns0:cNvSpPr>
          <ns0:nvPr/>
        </ns0:nvSpPr>
        <ns0:spPr>
          <ns1:xfrm>
            <ns1:off x="3762375" y="2600325"/>
            <ns1:ext cx="5362575" cy="3810000"/>
          </ns1:xfrm>
          <ns1:prstGeom prst="rect">
            <ns1:avLst/>
          </ns1:prstGeom>
          <ns1:solidFill>
            <ns1:srgbClr val="FBEAEC"/>
          </ns1:solidFill>
          <ns1:ln w="0">
            <ns1:noFill/>
            <ns1:prstDash val="solid"/>
          </ns1:ln>
        </ns0:spPr>
      </ns0:sp>
      <ns0:sp>
        <ns0:nvSpPr>
          <ns0:cNvPr id="73" name="trace:S07:content.auto.60">
            <ns1:extLst>
              <ns1:ext uri="{FF2B5EF4-FFF2-40B4-BE49-F238E27FC236}">
                <ns2:creationId id="{8B4154C3-A429-4DF2-8E73-FE3A6E4E78FC}"/>
              </ns1:ext>
            </ns1:extLst>
          </ns0:cNvPr>
          <ns0:cNvSpPr>
            <ns1:spLocks noGrp="1"/>
          </ns0:cNvSpPr>
          <ns0:nvPr/>
        </ns0:nvSpPr>
        <ns0:spPr>
          <ns1:xfrm>
            <ns1:off x="3762375" y="2600325"/>
            <ns1:ext cx="5362575" cy="400050"/>
          </ns1:xfrm>
          <ns1:prstGeom prst="rect">
            <ns1:avLst/>
          </ns1:prstGeom>
          <ns1:solidFill>
            <ns1:srgbClr val="E31B23"/>
          </ns1:solidFill>
          <ns1:ln w="0">
            <ns1:noFill/>
            <ns1:prstDash val="solid"/>
          </ns1:ln>
        </ns0:spPr>
      </ns0:sp>
      <ns0:sp>
        <ns0:nvSpPr>
          <ns0:cNvPr id="74" name="trace:S07:title.primary.7">
            <ns1:extLst>
              <ns1:ext uri="{FF2B5EF4-FFF2-40B4-BE49-F238E27FC236}">
                <ns2:creationId id="{4C4C883E-12F1-49B7-BEB3-80FF1D815C73}"/>
              </ns1:ext>
            </ns1:extLst>
          </ns0:cNvPr>
          <ns0:cNvSpPr>
            <ns1:spLocks noGrp="1"/>
          </ns0:cNvSpPr>
          <ns0:nvPr/>
        </ns0:nvSpPr>
        <ns0:spPr>
          <ns1:xfrm>
            <ns1:off x="5324475" y="2686050"/>
            <ns1:ext cx="2857500" cy="2762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 algn="ctr">
              <ns1:buNone/>
              <ns1:defRPr sz="1500" b="1">
                <ns1:solidFill>
                  <ns1:srgbClr val="FFFFFF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500" b="1">
                <ns1:solidFill>
                  <ns1:srgbClr val="FFFFFF"/>
                </ns1:solidFill>
                <ns1:latin typeface="Yu Gothic"/>
                <ns1:ea typeface="Yu Gothic"/>
                <ns1:cs typeface="Yu Gothic"/>
              </ns1:rPr>
              <ns1:t>提案クエスト（本構成）</ns1:t>
            </ns1:r>
          </ns1:p>
        </ns0:txBody>
      </ns0:sp>
      <ns0:sp>
        <ns0:nvSpPr>
          <ns0:cNvPr id="75" name="trace:S07:content.auto.61">
            <ns1:extLst>
              <ns1:ext uri="{FF2B5EF4-FFF2-40B4-BE49-F238E27FC236}">
                <ns2:creationId id="{5C5B9E16-50F2-48F1-8B35-4F88F3A16A4B}"/>
              </ns1:ext>
            </ns1:extLst>
          </ns0:cNvPr>
          <ns0:cNvSpPr>
            <ns1:spLocks noGrp="1"/>
          </ns0:cNvSpPr>
          <ns0:nvPr/>
        </ns0:nvSpPr>
        <ns0:spPr>
          <ns1:xfrm>
            <ns1:off x="3943350" y="3095625"/>
            <ns1:ext cx="1495425" cy="2324100"/>
          </ns1:xfrm>
          <ns1:prstGeom prst="rect">
            <ns1:avLst/>
          </ns1:prstGeom>
          <ns1:solidFill>
            <ns1:srgbClr val="FFFFFF"/>
          </ns1:solidFill>
          <ns1:ln w="0">
            <ns1:noFill/>
            <ns1:prstDash val="solid"/>
          </ns1:ln>
        </ns0:spPr>
      </ns0:sp>
      <ns0:sp>
        <ns0:nvSpPr>
          <ns0:cNvPr id="76" name="trace:S07:content.auto.62">
            <ns1:extLst>
              <ns1:ext uri="{FF2B5EF4-FFF2-40B4-BE49-F238E27FC236}">
                <ns2:creationId id="{DEC89FCB-5060-40AD-8552-9F21C8251AC8}"/>
              </ns1:ext>
            </ns1:extLst>
          </ns0:cNvPr>
          <ns0:cNvSpPr>
            <ns1:spLocks noGrp="1"/>
          </ns0:cNvSpPr>
          <ns0:nvPr/>
        </ns0:nvSpPr>
        <ns0:spPr>
          <ns1:xfrm>
            <ns1:off x="3943350" y="3095625"/>
            <ns1:ext cx="1495425" cy="352425"/>
          </ns1:xfrm>
          <ns1:prstGeom prst="rect">
            <ns1:avLst/>
          </ns1:prstGeom>
          <ns1:solidFill>
            <ns1:srgbClr val="E31B23"/>
          </ns1:solidFill>
          <ns1:ln w="0">
            <ns1:noFill/>
            <ns1:prstDash val="solid"/>
          </ns1:ln>
        </ns0:spPr>
      </ns0:sp>
      <ns0:sp>
        <ns0:nvSpPr>
          <ns0:cNvPr id="77" name="trace:S07:title.primary.8">
            <ns1:extLst>
              <ns1:ext uri="{FF2B5EF4-FFF2-40B4-BE49-F238E27FC236}">
                <ns2:creationId id="{1C097FF0-52C2-4E48-BD16-627C35F0DDA2}"/>
              </ns1:ext>
            </ns1:extLst>
          </ns0:cNvPr>
          <ns0:cNvSpPr>
            <ns1:spLocks noGrp="1"/>
          </ns0:cNvSpPr>
          <ns0:nvPr/>
        </ns0:nvSpPr>
        <ns0:spPr>
          <ns1:xfrm>
            <ns1:off x="4057650" y="3181350"/>
            <ns1:ext cx="1276350" cy="2190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 algn="ctr">
              <ns1:buNone/>
              <ns1:defRPr sz="1050" b="1">
                <ns1:solidFill>
                  <ns1:srgbClr val="FFFFFF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050" b="1">
                <ns1:solidFill>
                  <ns1:srgbClr val="FFFFFF"/>
                </ns1:solidFill>
                <ns1:latin typeface="Yu Gothic"/>
                <ns1:ea typeface="Yu Gothic"/>
                <ns1:cs typeface="Yu Gothic"/>
              </ns1:rPr>
              <ns1:t>データ統合・蓄積</ns1:t>
            </ns1:r>
          </ns1:p>
        </ns0:txBody>
      </ns0:sp>
      <ns0:sp>
        <ns0:nvSpPr>
          <ns0:cNvPr id="78" name="trace:S07:content.auto.63">
            <ns1:extLst>
              <ns1:ext uri="{FF2B5EF4-FFF2-40B4-BE49-F238E27FC236}">
                <ns2:creationId id="{2659A561-7670-40D7-817D-931AB49397BB}"/>
              </ns1:ext>
            </ns1:extLst>
          </ns0:cNvPr>
          <ns0:cNvSpPr>
            <ns1:spLocks noGrp="1"/>
          </ns0:cNvSpPr>
          <ns0:nvPr/>
        </ns0:nvSpPr>
        <ns0:spPr>
          <ns1:xfrm>
            <ns1:off x="4541520" y="3705225"/>
            <ns1:ext cx="308610" cy="111443"/>
          </ns1:xfrm>
          <ns1:prstGeom prst="ellipse">
            <ns1:avLst/>
          </ns1:prstGeom>
          <ns1:noFill/>
          <ns1:ln w="23813">
            <ns1:solidFill>
              <ns1:srgbClr val="121820"/>
            </ns1:solidFill>
            <ns1:prstDash val="solid"/>
          </ns1:ln>
        </ns0:spPr>
      </ns0:sp>
      <ns0:sp>
        <ns0:nvSpPr>
          <ns0:cNvPr id="79" name="trace:S07:content.auto.64">
            <ns1:extLst>
              <ns1:ext uri="{FF2B5EF4-FFF2-40B4-BE49-F238E27FC236}">
                <ns2:creationId id="{F26ABC29-7349-4683-B70B-2BF744C5A1BC}"/>
              </ns1:ext>
            </ns1:extLst>
          </ns0:cNvPr>
          <ns0:cNvSpPr>
            <ns1:spLocks noGrp="1"/>
          </ns0:cNvSpPr>
          <ns0:nvPr/>
        </ns0:nvSpPr>
        <ns0:spPr>
          <ns1:xfrm>
            <ns1:off x="4541520" y="3765233"/>
            <ns1:ext cx="308610" cy="240030"/>
          </ns1:xfrm>
          <ns1:prstGeom prst="rect">
            <ns1:avLst/>
          </ns1:prstGeom>
          <ns1:noFill/>
          <ns1:ln w="23813">
            <ns1:solidFill>
              <ns1:srgbClr val="121820"/>
            </ns1:solidFill>
            <ns1:prstDash val="solid"/>
          </ns1:ln>
        </ns0:spPr>
      </ns0:sp>
      <ns0:sp>
        <ns0:nvSpPr>
          <ns0:cNvPr id="80" name="trace:S07:content.auto.65">
            <ns1:extLst>
              <ns1:ext uri="{FF2B5EF4-FFF2-40B4-BE49-F238E27FC236}">
                <ns2:creationId id="{3C852ED4-AB97-49F0-B551-CEC0CCB179F5}"/>
              </ns1:ext>
            </ns1:extLst>
          </ns0:cNvPr>
          <ns0:cNvSpPr>
            <ns1:spLocks noGrp="1"/>
          </ns0:cNvSpPr>
          <ns0:nvPr/>
        </ns0:nvSpPr>
        <ns0:spPr>
          <ns1:xfrm>
            <ns1:off x="4541520" y="3945255"/>
            <ns1:ext cx="308610" cy="111443"/>
          </ns1:xfrm>
          <ns1:prstGeom prst="ellipse">
            <ns1:avLst/>
          </ns1:prstGeom>
          <ns1:noFill/>
          <ns1:ln w="23813">
            <ns1:solidFill>
              <ns1:srgbClr val="121820"/>
            </ns1:solidFill>
            <ns1:prstDash val="solid"/>
          </ns1:ln>
        </ns0:spPr>
      </ns0:sp>
      <ns0:sp>
        <ns0:nvSpPr>
          <ns0:cNvPr id="81" name="trace:S07:content.auto.66">
            <ns1:extLst>
              <ns1:ext uri="{FF2B5EF4-FFF2-40B4-BE49-F238E27FC236}">
                <ns2:creationId id="{2C9C021F-A286-43E9-AFC4-073417C192B3}"/>
              </ns1:ext>
            </ns1:extLst>
          </ns0:cNvPr>
          <ns0:cNvSpPr>
            <ns1:spLocks noGrp="1"/>
          </ns0:cNvSpPr>
          <ns0:nvPr/>
        </ns0:nvSpPr>
        <ns0:spPr>
          <ns1:xfrm>
            <ns1:off x="4181475" y="4095750"/>
            <ns1:ext cx="1047750" cy="2476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 algn="ctr">
              <ns1:buNone/>
              <ns1:defRPr sz="1200" b="1">
                <ns1:solidFill>
                  <ns1:srgbClr val="12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200" b="1">
                <ns1:solidFill>
                  <ns1:srgbClr val="121820"/>
                </ns1:solidFill>
                <ns1:latin typeface="Yu Gothic"/>
                <ns1:ea typeface="Yu Gothic"/>
                <ns1:cs typeface="Yu Gothic"/>
              </ns1:rPr>
              <ns1:t>データレイク</ns1:t>
            </ns1:r>
          </ns1:p>
        </ns0:txBody>
      </ns0:sp>
      <ns0:sp>
        <ns0:nvSpPr>
          <ns0:cNvPr id="82" name="trace:S07:content.auto.67">
            <ns1:extLst>
              <ns1:ext uri="{FF2B5EF4-FFF2-40B4-BE49-F238E27FC236}">
                <ns2:creationId id="{CEF9CAF1-B039-4FE5-B16F-81789F787F03}"/>
              </ns1:ext>
            </ns1:extLst>
          </ns0:cNvPr>
          <ns0:cNvSpPr>
            <ns1:spLocks noGrp="1"/>
          </ns0:cNvSpPr>
          <ns0:nvPr/>
        </ns0:nvSpPr>
        <ns0:spPr>
          <ns1:xfrm>
            <ns1:off x="4076700" y="4333875"/>
            <ns1:ext cx="1238250" cy="209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 algn="ctr">
              <ns1:buNone/>
              <ns1:defRPr sz="825">
                <ns1:solidFill>
                  <ns1:srgbClr val="12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825">
                <ns1:solidFill>
                  <ns1:srgbClr val="121820"/>
                </ns1:solidFill>
                <ns1:latin typeface="Yu Gothic"/>
                <ns1:ea typeface="Yu Gothic"/>
                <ns1:cs typeface="Yu Gothic"/>
              </ns1:rPr>
              <ns1:t>（構造化・非構造化）</ns1:t>
            </ns1:r>
          </ns1:p>
        </ns0:txBody>
      </ns0:sp>
      <ns0:sp>
        <ns0:nvSpPr>
          <ns0:cNvPr id="83" name="trace:S07:content.auto.68">
            <ns1:extLst>
              <ns1:ext uri="{FF2B5EF4-FFF2-40B4-BE49-F238E27FC236}">
                <ns2:creationId id="{4735F729-392F-4CFE-A58F-3864AE0BC277}"/>
              </ns1:ext>
            </ns1:extLst>
          </ns0:cNvPr>
          <ns0:cNvSpPr>
            <ns1:spLocks noGrp="1"/>
          </ns0:cNvSpPr>
          <ns0:nvPr/>
        </ns0:nvSpPr>
        <ns0:spPr>
          <ns1:xfrm>
            <ns1:off x="4550093" y="4714875"/>
            <ns1:ext cx="291465" cy="105251"/>
          </ns1:xfrm>
          <ns1:prstGeom prst="ellipse">
            <ns1:avLst/>
          </ns1:prstGeom>
          <ns1:noFill/>
          <ns1:ln w="23813">
            <ns1:solidFill>
              <ns1:srgbClr val="121820"/>
            </ns1:solidFill>
            <ns1:prstDash val="solid"/>
          </ns1:ln>
        </ns0:spPr>
      </ns0:sp>
      <ns0:sp>
        <ns0:nvSpPr>
          <ns0:cNvPr id="84" name="trace:S07:content.auto.69">
            <ns1:extLst>
              <ns1:ext uri="{FF2B5EF4-FFF2-40B4-BE49-F238E27FC236}">
                <ns2:creationId id="{02CA7119-53FF-4C28-95E3-C57A333DF78B}"/>
              </ns1:ext>
            </ns1:extLst>
          </ns0:cNvPr>
          <ns0:cNvSpPr>
            <ns1:spLocks noGrp="1"/>
          </ns0:cNvSpPr>
          <ns0:nvPr/>
        </ns0:nvSpPr>
        <ns0:spPr>
          <ns1:xfrm>
            <ns1:off x="4550093" y="4771549"/>
            <ns1:ext cx="291465" cy="226695"/>
          </ns1:xfrm>
          <ns1:prstGeom prst="rect">
            <ns1:avLst/>
          </ns1:prstGeom>
          <ns1:noFill/>
          <ns1:ln w="23813">
            <ns1:solidFill>
              <ns1:srgbClr val="121820"/>
            </ns1:solidFill>
            <ns1:prstDash val="solid"/>
          </ns1:ln>
        </ns0:spPr>
      </ns0:sp>
      <ns0:sp>
        <ns0:nvSpPr>
          <ns0:cNvPr id="85" name="trace:S07:content.auto.70">
            <ns1:extLst>
              <ns1:ext uri="{FF2B5EF4-FFF2-40B4-BE49-F238E27FC236}">
                <ns2:creationId id="{2DE49561-AA8F-4305-8884-8C1D7E9CF70A}"/>
              </ns1:ext>
            </ns1:extLst>
          </ns0:cNvPr>
          <ns0:cNvSpPr>
            <ns1:spLocks noGrp="1"/>
          </ns0:cNvSpPr>
          <ns0:nvPr/>
        </ns0:nvSpPr>
        <ns0:spPr>
          <ns1:xfrm>
            <ns1:off x="4550093" y="4941570"/>
            <ns1:ext cx="291465" cy="105251"/>
          </ns1:xfrm>
          <ns1:prstGeom prst="ellipse">
            <ns1:avLst/>
          </ns1:prstGeom>
          <ns1:noFill/>
          <ns1:ln w="23813">
            <ns1:solidFill>
              <ns1:srgbClr val="121820"/>
            </ns1:solidFill>
            <ns1:prstDash val="solid"/>
          </ns1:ln>
        </ns0:spPr>
      </ns0:sp>
      <ns0:sp>
        <ns0:nvSpPr>
          <ns0:cNvPr id="86" name="trace:S07:content.auto.71">
            <ns1:extLst>
              <ns1:ext uri="{FF2B5EF4-FFF2-40B4-BE49-F238E27FC236}">
                <ns2:creationId id="{158F9CE1-F4B7-4E72-B9BB-F945CEBB02CE}"/>
              </ns1:ext>
            </ns1:extLst>
          </ns0:cNvPr>
          <ns0:cNvSpPr>
            <ns1:spLocks noGrp="1"/>
          </ns0:cNvSpPr>
          <ns0:nvPr/>
        </ns0:nvSpPr>
        <ns0:spPr>
          <ns1:xfrm>
            <ns1:off x="4257675" y="5095875"/>
            <ns1:ext cx="89535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 algn="ctr">
              <ns1:buNone/>
              <ns1:defRPr sz="1125" b="1">
                <ns1:solidFill>
                  <ns1:srgbClr val="12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125" b="1">
                <ns1:solidFill>
                  <ns1:srgbClr val="121820"/>
                </ns1:solidFill>
                <ns1:latin typeface="Yu Gothic"/>
                <ns1:ea typeface="Yu Gothic"/>
                <ns1:cs typeface="Yu Gothic"/>
              </ns1:rPr>
              <ns1:t>ベクトルDB</ns1:t>
            </ns1:r>
          </ns1:p>
        </ns0:txBody>
      </ns0:sp>
      <ns0:sp>
        <ns0:nvSpPr>
          <ns0:cNvPr id="87" name="trace:S07:content.auto.72">
            <ns1:extLst>
              <ns1:ext uri="{FF2B5EF4-FFF2-40B4-BE49-F238E27FC236}">
                <ns2:creationId id="{B817744E-F527-428A-99D5-2E89AC6D6554}"/>
              </ns1:ext>
            </ns1:extLst>
          </ns0:cNvPr>
          <ns0:cNvSpPr>
            <ns1:spLocks noGrp="1"/>
          </ns0:cNvSpPr>
          <ns0:nvPr/>
        </ns0:nvSpPr>
        <ns0:spPr>
          <ns1:xfrm>
            <ns1:off x="4076700" y="5305425"/>
            <ns1:ext cx="1238250" cy="209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 algn="ctr">
              <ns1:buNone/>
              <ns1:defRPr sz="825">
                <ns1:solidFill>
                  <ns1:srgbClr val="12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825">
                <ns1:solidFill>
                  <ns1:srgbClr val="121820"/>
                </ns1:solidFill>
                <ns1:latin typeface="Yu Gothic"/>
                <ns1:ea typeface="Yu Gothic"/>
                <ns1:cs typeface="Yu Gothic"/>
              </ns1:rPr>
              <ns1:t>（社内ナレッジ検索）</ns1:t>
            </ns1:r>
          </ns1:p>
        </ns0:txBody>
      </ns0:sp>
      <ns0:sp>
        <ns0:nvSpPr>
          <ns0:cNvPr id="88" name="trace:S07:content.auto.73">
            <ns1:extLst>
              <ns1:ext uri="{FF2B5EF4-FFF2-40B4-BE49-F238E27FC236}">
                <ns2:creationId id="{19FFDF44-2340-4705-821A-DD9422D1B440}"/>
              </ns1:ext>
            </ns1:extLst>
          </ns0:cNvPr>
          <ns0:cNvSpPr>
            <ns1:spLocks noGrp="1"/>
          </ns0:cNvSpPr>
          <ns0:nvPr/>
        </ns0:nvSpPr>
        <ns0:spPr>
          <ns1:xfrm>
            <ns1:off x="5657850" y="3095625"/>
            <ns1:ext cx="1590675" cy="2324100"/>
          </ns1:xfrm>
          <ns1:prstGeom prst="rect">
            <ns1:avLst/>
          </ns1:prstGeom>
          <ns1:solidFill>
            <ns1:srgbClr val="FFFFFF"/>
          </ns1:solidFill>
          <ns1:ln w="0">
            <ns1:noFill/>
            <ns1:prstDash val="solid"/>
          </ns1:ln>
        </ns0:spPr>
      </ns0:sp>
      <ns0:sp>
        <ns0:nvSpPr>
          <ns0:cNvPr id="89" name="trace:S07:content.auto.74">
            <ns1:extLst>
              <ns1:ext uri="{FF2B5EF4-FFF2-40B4-BE49-F238E27FC236}">
                <ns2:creationId id="{AF046FB7-E52C-49A1-889B-384E58105C23}"/>
              </ns1:ext>
            </ns1:extLst>
          </ns0:cNvPr>
          <ns0:cNvSpPr>
            <ns1:spLocks noGrp="1"/>
          </ns0:cNvSpPr>
          <ns0:nvPr/>
        </ns0:nvSpPr>
        <ns0:spPr>
          <ns1:xfrm>
            <ns1:off x="5657850" y="3095625"/>
            <ns1:ext cx="1590675" cy="352425"/>
          </ns1:xfrm>
          <ns1:prstGeom prst="rect">
            <ns1:avLst/>
          </ns1:prstGeom>
          <ns1:solidFill>
            <ns1:srgbClr val="E31B23"/>
          </ns1:solidFill>
          <ns1:ln w="0">
            <ns1:noFill/>
            <ns1:prstDash val="solid"/>
          </ns1:ln>
        </ns0:spPr>
      </ns0:sp>
      <ns0:sp>
        <ns0:nvSpPr>
          <ns0:cNvPr id="90" name="trace:S07:content.auto.75">
            <ns1:extLst>
              <ns1:ext uri="{FF2B5EF4-FFF2-40B4-BE49-F238E27FC236}">
                <ns2:creationId id="{484C327A-2413-4CE3-AA94-8AB395288842}"/>
              </ns1:ext>
            </ns1:extLst>
          </ns0:cNvPr>
          <ns0:cNvSpPr>
            <ns1:spLocks noGrp="1"/>
          </ns0:cNvSpPr>
          <ns0:nvPr/>
        </ns0:nvSpPr>
        <ns0:spPr>
          <ns1:xfrm>
            <ns1:off x="5857875" y="3181350"/>
            <ns1:ext cx="1190625" cy="2190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 algn="ctr">
              <ns1:buNone/>
              <ns1:defRPr sz="1125" b="1">
                <ns1:solidFill>
                  <ns1:srgbClr val="FFFFFF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125" b="1">
                <ns1:solidFill>
                  <ns1:srgbClr val="FFFFFF"/>
                </ns1:solidFill>
                <ns1:latin typeface="Yu Gothic"/>
                <ns1:ea typeface="Yu Gothic"/>
                <ns1:cs typeface="Yu Gothic"/>
              </ns1:rPr>
              <ns1:t>AIエンジン</ns1:t>
            </ns1:r>
          </ns1:p>
        </ns0:txBody>
      </ns0:sp>
      <ns0:sp>
        <ns0:nvSpPr>
          <ns0:cNvPr id="91" name="trace:S07:content.auto.76">
            <ns1:extLst>
              <ns1:ext uri="{FF2B5EF4-FFF2-40B4-BE49-F238E27FC236}">
                <ns2:creationId id="{9DFCA183-F76F-4599-9A1B-658D21FEEBB0}"/>
              </ns1:ext>
            </ns1:extLst>
          </ns0:cNvPr>
          <ns0:cNvSpPr>
            <ns1:spLocks noGrp="1"/>
          </ns0:cNvSpPr>
          <ns0:nvPr/>
        </ns0:nvSpPr>
        <ns0:spPr>
          <ns1:xfrm>
            <ns1:off x="6278404" y="3765233"/>
            <ns1:ext cx="170021" cy="340042"/>
          </ns1:xfrm>
          <ns1:prstGeom prst="ellipse">
            <ns1:avLst/>
          </ns1:prstGeom>
          <ns1:noFill/>
          <ns1:ln w="23813">
            <ns1:solidFill>
              <ns1:srgbClr val="E31B23"/>
            </ns1:solidFill>
            <ns1:prstDash val="solid"/>
          </ns1:ln>
        </ns0:spPr>
      </ns0:sp>
      <ns0:sp>
        <ns0:nvSpPr>
          <ns0:cNvPr id="92" name="trace:S07:content.auto.77">
            <ns1:extLst>
              <ns1:ext uri="{FF2B5EF4-FFF2-40B4-BE49-F238E27FC236}">
                <ns2:creationId id="{461296C9-3DC5-4141-BFC6-9696050850F9}"/>
              </ns1:ext>
            </ns1:extLst>
          </ns0:cNvPr>
          <ns0:cNvSpPr>
            <ns1:spLocks noGrp="1"/>
          </ns0:cNvSpPr>
          <ns0:nvPr/>
        </ns0:nvSpPr>
        <ns0:spPr>
          <ns1:xfrm>
            <ns1:off x="6448425" y="3765233"/>
            <ns1:ext cx="170021" cy="340042"/>
          </ns1:xfrm>
          <ns1:prstGeom prst="ellipse">
            <ns1:avLst/>
          </ns1:prstGeom>
          <ns1:noFill/>
          <ns1:ln w="23813">
            <ns1:solidFill>
              <ns1:srgbClr val="E31B23"/>
            </ns1:solidFill>
            <ns1:prstDash val="solid"/>
          </ns1:ln>
        </ns0:spPr>
      </ns0:sp>
      <ns0:sp>
        <ns0:nvSpPr>
          <ns0:cNvPr id="93" name="trace:S07:content.auto.78">
            <ns1:extLst>
              <ns1:ext uri="{FF2B5EF4-FFF2-40B4-BE49-F238E27FC236}">
                <ns2:creationId id="{A4A6F764-DF08-40AE-8A42-100E110049CF}"/>
              </ns1:ext>
            </ns1:extLst>
          </ns0:cNvPr>
          <ns0:cNvSpPr>
            <ns1:spLocks noGrp="1"/>
          </ns0:cNvSpPr>
          <ns0:nvPr/>
        </ns0:nvSpPr>
        <ns0:spPr>
          <ns1:xfrm>
            <ns1:off x="6440329" y="3765233"/>
            <ns1:ext cx="16193" cy="356235"/>
          </ns1:xfrm>
          <ns1:prstGeom prst="rect">
            <ns1:avLst/>
          </ns1:prstGeom>
          <ns1:solidFill>
            <ns1:srgbClr val="E31B23"/>
          </ns1:solidFill>
          <ns1:ln w="0">
            <ns1:noFill/>
            <ns1:prstDash val="solid"/>
          </ns1:ln>
        </ns0:spPr>
      </ns0:sp>
      <ns0:sp>
        <ns0:nvSpPr>
          <ns0:cNvPr id="94" name="trace:S07:content.auto.79">
            <ns1:extLst>
              <ns1:ext uri="{FF2B5EF4-FFF2-40B4-BE49-F238E27FC236}">
                <ns2:creationId id="{4D8DC3C5-323D-402C-9093-1859F811065D}"/>
              </ns1:ext>
            </ns1:extLst>
          </ns0:cNvPr>
          <ns0:cNvSpPr>
            <ns1:spLocks noGrp="1"/>
          </ns0:cNvSpPr>
          <ns0:nvPr/>
        </ns0:nvSpPr>
        <ns0:spPr>
          <ns1:xfrm>
            <ns1:off x="6213634" y="3846195"/>
            <ns1:ext cx="64770" cy="24289"/>
          </ns1:xfrm>
          <ns1:prstGeom prst="rect">
            <ns1:avLst/>
          </ns1:prstGeom>
          <ns1:solidFill>
            <ns1:srgbClr val="E31B23"/>
          </ns1:solidFill>
          <ns1:ln w="0">
            <ns1:noFill/>
            <ns1:prstDash val="solid"/>
          </ns1:ln>
        </ns0:spPr>
      </ns0:sp>
      <ns0:sp>
        <ns0:nvSpPr>
          <ns0:cNvPr id="95" name="trace:S07:content.auto.80">
            <ns1:extLst>
              <ns1:ext uri="{FF2B5EF4-FFF2-40B4-BE49-F238E27FC236}">
                <ns2:creationId id="{22BDC55C-3E50-4295-AA2C-160134A65EA1}"/>
              </ns1:ext>
            </ns1:extLst>
          </ns0:cNvPr>
          <ns0:cNvSpPr>
            <ns1:spLocks noGrp="1"/>
          </ns0:cNvSpPr>
          <ns0:nvPr/>
        </ns0:nvSpPr>
        <ns0:spPr>
          <ns1:xfrm>
            <ns1:off x="6618446" y="3983831"/>
            <ns1:ext cx="64770" cy="24289"/>
          </ns1:xfrm>
          <ns1:prstGeom prst="rect">
            <ns1:avLst/>
          </ns1:prstGeom>
          <ns1:solidFill>
            <ns1:srgbClr val="E31B23"/>
          </ns1:solidFill>
          <ns1:ln w="0">
            <ns1:noFill/>
            <ns1:prstDash val="solid"/>
          </ns1:ln>
        </ns0:spPr>
      </ns0:sp>
      <ns0:sp>
        <ns0:nvSpPr>
          <ns0:cNvPr id="96" name="trace:S07:content.auto.81">
            <ns1:extLst>
              <ns1:ext uri="{FF2B5EF4-FFF2-40B4-BE49-F238E27FC236}">
                <ns2:creationId id="{11CA5DD2-2065-422D-9C2D-18916184651D}"/>
              </ns1:ext>
            </ns1:extLst>
          </ns0:cNvPr>
          <ns0:cNvSpPr>
            <ns1:spLocks noGrp="1"/>
          </ns0:cNvSpPr>
          <ns0:nvPr/>
        </ns0:nvSpPr>
        <ns0:spPr>
          <ns1:xfrm>
            <ns1:off x="6229826" y="4024313"/>
            <ns1:ext cx="64770" cy="24289"/>
          </ns1:xfrm>
          <ns1:prstGeom prst="rect">
            <ns1:avLst/>
          </ns1:prstGeom>
          <ns1:solidFill>
            <ns1:srgbClr val="E31B23"/>
          </ns1:solidFill>
          <ns1:ln w="0">
            <ns1:noFill/>
            <ns1:prstDash val="solid"/>
          </ns1:ln>
        </ns0:spPr>
      </ns0:sp>
      <ns0:sp>
        <ns0:nvSpPr>
          <ns0:cNvPr id="97" name="trace:S07:content.auto.82">
            <ns1:extLst>
              <ns1:ext uri="{FF2B5EF4-FFF2-40B4-BE49-F238E27FC236}">
                <ns2:creationId id="{BB38B44B-1DEB-45D9-B358-738FB1E43755}"/>
              </ns1:ext>
            </ns1:extLst>
          </ns0:cNvPr>
          <ns0:cNvSpPr>
            <ns1:spLocks noGrp="1"/>
          </ns0:cNvSpPr>
          <ns0:nvPr/>
        </ns0:nvSpPr>
        <ns0:spPr>
          <ns1:xfrm>
            <ns1:off x="6602254" y="3862388"/>
            <ns1:ext cx="64770" cy="24289"/>
          </ns1:xfrm>
          <ns1:prstGeom prst="rect">
            <ns1:avLst/>
          </ns1:prstGeom>
          <ns1:solidFill>
            <ns1:srgbClr val="E31B23"/>
          </ns1:solidFill>
          <ns1:ln w="0">
            <ns1:noFill/>
            <ns1:prstDash val="solid"/>
          </ns1:ln>
        </ns0:spPr>
      </ns0:sp>
      <ns0:sp>
        <ns0:nvSpPr>
          <ns0:cNvPr id="98" name="trace:S07:content.auto.83">
            <ns1:extLst>
              <ns1:ext uri="{FF2B5EF4-FFF2-40B4-BE49-F238E27FC236}">
                <ns2:creationId id="{0C2AB2AF-1D39-458A-B697-B63F4F00086B}"/>
              </ns1:ext>
            </ns1:extLst>
          </ns0:cNvPr>
          <ns0:cNvSpPr>
            <ns1:spLocks noGrp="1"/>
          </ns0:cNvSpPr>
          <ns0:nvPr/>
        </ns0:nvSpPr>
        <ns0:spPr>
          <ns1:xfrm>
            <ns1:off x="6048375" y="4171950"/>
            <ns1:ext cx="800100" cy="2476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 algn="ctr">
              <ns1:buNone/>
              <ns1:defRPr sz="1275" b="1">
                <ns1:solidFill>
                  <ns1:srgbClr val="12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275" b="1">
                <ns1:solidFill>
                  <ns1:srgbClr val="121820"/>
                </ns1:solidFill>
                <ns1:latin typeface="Yu Gothic"/>
                <ns1:ea typeface="Yu Gothic"/>
                <ns1:cs typeface="Yu Gothic"/>
              </ns1:rPr>
              <ns1:t>生成AI</ns1:t>
            </ns1:r>
          </ns1:p>
        </ns0:txBody>
      </ns0:sp>
      <ns0:sp>
        <ns0:nvSpPr>
          <ns0:cNvPr id="99" name="trace:S07:content.auto.84">
            <ns1:extLst>
              <ns1:ext uri="{FF2B5EF4-FFF2-40B4-BE49-F238E27FC236}">
                <ns2:creationId id="{916E53BD-A762-44A1-B7CC-6A2F989D319F}"/>
              </ns1:ext>
            </ns1:extLst>
          </ns0:cNvPr>
          <ns0:cNvSpPr>
            <ns1:spLocks noGrp="1"/>
          </ns0:cNvSpPr>
          <ns0:nvPr/>
        </ns0:nvSpPr>
        <ns0:spPr>
          <ns1:xfrm>
            <ns1:off x="5753100" y="4410075"/>
            <ns1:ext cx="1400175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 algn="ctr">
              <ns1:buNone/>
              <ns1:defRPr sz="750">
                <ns1:solidFill>
                  <ns1:srgbClr val="12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750">
                <ns1:solidFill>
                  <ns1:srgbClr val="121820"/>
                </ns1:solidFill>
                <ns1:latin typeface="Yu Gothic"/>
                <ns1:ea typeface="Yu Gothic"/>
                <ns1:cs typeface="Yu Gothic"/>
              </ns1:rPr>
              <ns1:t>（提案コンテンツ生成・分析）</ns1:t>
            </ns1:r>
          </ns1:p>
        </ns0:txBody>
      </ns0:sp>
      <ns0:sp>
        <ns0:nvSpPr>
          <ns0:cNvPr id="100" name="trace:S07:content.auto.85">
            <ns1:extLst>
              <ns1:ext uri="{FF2B5EF4-FFF2-40B4-BE49-F238E27FC236}">
                <ns2:creationId id="{60C48BF1-E727-4E42-B088-9190BEB80F78}"/>
              </ns1:ext>
            </ns1:extLst>
          </ns0:cNvPr>
          <ns0:cNvSpPr>
            <ns1:spLocks noGrp="1"/>
          </ns0:cNvSpPr>
          <ns0:nvPr/>
        </ns0:nvSpPr>
        <ns0:spPr>
          <ns1:xfrm>
            <ns1:off x="5753100" y="4581525"/>
            <ns1:ext cx="1400175" cy="714375"/>
          </ns1:xfrm>
          <ns1:prstGeom prst="rect">
            <ns1:avLst/>
          </ns1:prstGeom>
          <ns1:solidFill>
            <ns1:srgbClr val="FBEAEC"/>
          </ns1:solidFill>
          <ns1:ln w="9525">
            <ns1:solidFill>
              <ns1:srgbClr val="F1D2D5"/>
            </ns1:solidFill>
            <ns1:prstDash val="solid"/>
          </ns1:ln>
        </ns0:spPr>
      </ns0:sp>
      <ns0:sp>
        <ns0:nvSpPr>
          <ns0:cNvPr id="101" name="trace:S07:content.auto.86">
            <ns1:extLst>
              <ns1:ext uri="{FF2B5EF4-FFF2-40B4-BE49-F238E27FC236}">
                <ns2:creationId id="{00DD0220-F5C5-475F-9E31-FBFE750F7197}"/>
              </ns1:ext>
            </ns1:extLst>
          </ns0:cNvPr>
          <ns0:cNvSpPr>
            <ns1:spLocks noGrp="1"/>
          </ns0:cNvSpPr>
          <ns0:nvPr/>
        </ns0:nvSpPr>
        <ns0:spPr>
          <ns1:xfrm>
            <ns1:off x="6181725" y="4695825"/>
            <ns1:ext cx="542925" cy="238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 algn="ctr">
              <ns1:buNone/>
              <ns1:defRPr sz="1350" b="1">
                <ns1:solidFill>
                  <ns1:srgbClr val="12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350" b="1">
                <ns1:solidFill>
                  <ns1:srgbClr val="121820"/>
                </ns1:solidFill>
                <ns1:latin typeface="Yu Gothic"/>
                <ns1:ea typeface="Yu Gothic"/>
                <ns1:cs typeface="Yu Gothic"/>
              </ns1:rPr>
              <ns1:t>RAG</ns1:t>
            </ns1:r>
          </ns1:p>
        </ns0:txBody>
      </ns0:sp>
      <ns0:sp>
        <ns0:nvSpPr>
          <ns0:cNvPr id="102" name="trace:S07:content.auto.87">
            <ns1:extLst>
              <ns1:ext uri="{FF2B5EF4-FFF2-40B4-BE49-F238E27FC236}">
                <ns2:creationId id="{A692AC82-551B-4DC1-A9CB-17522114BA51}"/>
              </ns1:ext>
            </ns1:extLst>
          </ns0:cNvPr>
          <ns0:cNvSpPr>
            <ns1:spLocks noGrp="1"/>
          </ns0:cNvSpPr>
          <ns0:nvPr/>
        </ns0:nvSpPr>
        <ns0:spPr>
          <ns1:xfrm>
            <ns1:off x="5867400" y="4953000"/>
            <ns1:ext cx="1171575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 algn="ctr">
              <ns1:buNone/>
              <ns1:defRPr sz="825">
                <ns1:solidFill>
                  <ns1:srgbClr val="12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825">
                <ns1:solidFill>
                  <ns1:srgbClr val="121820"/>
                </ns1:solidFill>
                <ns1:latin typeface="Yu Gothic"/>
                <ns1:ea typeface="Yu Gothic"/>
                <ns1:cs typeface="Yu Gothic"/>
              </ns1:rPr>
              <ns1:t>（社内データを参照した</ns1:t>
            </ns1:r>
          </ns1:p>
          <ns1:p>
            <ns1:pPr algn="ctr">
              <ns1:buNone/>
              <ns1:defRPr sz="825">
                <ns1:solidFill>
                  <ns1:srgbClr val="12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825">
                <ns1:solidFill>
                  <ns1:srgbClr val="121820"/>
                </ns1:solidFill>
                <ns1:latin typeface="Yu Gothic"/>
                <ns1:ea typeface="Yu Gothic"/>
                <ns1:cs typeface="Yu Gothic"/>
              </ns1:rPr>
              <ns1:t>高精度な生成）</ns1:t>
            </ns1:r>
          </ns1:p>
        </ns0:txBody>
      </ns0:sp>
      <ns0:sp>
        <ns0:nvSpPr>
          <ns0:cNvPr id="103" name="trace:S07:content.auto.88">
            <ns1:extLst>
              <ns1:ext uri="{FF2B5EF4-FFF2-40B4-BE49-F238E27FC236}">
                <ns2:creationId id="{69B83181-67D7-4607-A601-36F594F93650}"/>
              </ns1:ext>
            </ns1:extLst>
          </ns0:cNvPr>
          <ns0:cNvSpPr>
            <ns1:spLocks noGrp="1"/>
          </ns0:cNvSpPr>
          <ns0:nvPr/>
        </ns0:nvSpPr>
        <ns0:spPr>
          <ns1:xfrm>
            <ns1:off x="7458075" y="3095625"/>
            <ns1:ext cx="1495425" cy="2324100"/>
          </ns1:xfrm>
          <ns1:prstGeom prst="rect">
            <ns1:avLst/>
          </ns1:prstGeom>
          <ns1:solidFill>
            <ns1:srgbClr val="FFFFFF"/>
          </ns1:solidFill>
          <ns1:ln w="0">
            <ns1:noFill/>
            <ns1:prstDash val="solid"/>
          </ns1:ln>
        </ns0:spPr>
      </ns0:sp>
      <ns0:sp>
        <ns0:nvSpPr>
          <ns0:cNvPr id="104" name="trace:S07:content.auto.89">
            <ns1:extLst>
              <ns1:ext uri="{FF2B5EF4-FFF2-40B4-BE49-F238E27FC236}">
                <ns2:creationId id="{2176644E-6CE8-475D-8F6F-8A9AF314B5A3}"/>
              </ns1:ext>
            </ns1:extLst>
          </ns0:cNvPr>
          <ns0:cNvSpPr>
            <ns1:spLocks noGrp="1"/>
          </ns0:cNvSpPr>
          <ns0:nvPr/>
        </ns0:nvSpPr>
        <ns0:spPr>
          <ns1:xfrm>
            <ns1:off x="7458075" y="3095625"/>
            <ns1:ext cx="1495425" cy="352425"/>
          </ns1:xfrm>
          <ns1:prstGeom prst="rect">
            <ns1:avLst/>
          </ns1:prstGeom>
          <ns1:solidFill>
            <ns1:srgbClr val="E31B23"/>
          </ns1:solidFill>
          <ns1:ln w="0">
            <ns1:noFill/>
            <ns1:prstDash val="solid"/>
          </ns1:ln>
        </ns0:spPr>
      </ns0:sp>
      <ns0:sp>
        <ns0:nvSpPr>
          <ns0:cNvPr id="105" name="trace:S07:title.primary.9">
            <ns1:extLst>
              <ns1:ext uri="{FF2B5EF4-FFF2-40B4-BE49-F238E27FC236}">
                <ns2:creationId id="{9F8A4EFD-F973-4852-A08B-89003E15CFF6}"/>
              </ns1:ext>
            </ns1:extLst>
          </ns0:cNvPr>
          <ns0:cNvSpPr>
            <ns1:spLocks noGrp="1"/>
          </ns0:cNvSpPr>
          <ns0:nvPr/>
        </ns0:nvSpPr>
        <ns0:spPr>
          <ns1:xfrm>
            <ns1:off x="7581900" y="3181350"/>
            <ns1:ext cx="1257300" cy="2190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 algn="ctr">
              <ns1:buNone/>
              <ns1:defRPr sz="1050" b="1">
                <ns1:solidFill>
                  <ns1:srgbClr val="FFFFFF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050" b="1">
                <ns1:solidFill>
                  <ns1:srgbClr val="FFFFFF"/>
                </ns1:solidFill>
                <ns1:latin typeface="Yu Gothic"/>
                <ns1:ea typeface="Yu Gothic"/>
                <ns1:cs typeface="Yu Gothic"/>
              </ns1:rPr>
              <ns1:t>アプリケーション</ns1:t>
            </ns1:r>
          </ns1:p>
        </ns0:txBody>
      </ns0:sp>
      <ns0:sp>
        <ns0:nvSpPr>
          <ns0:cNvPr id="106" name="trace:S07:content.auto.90">
            <ns1:extLst>
              <ns1:ext uri="{FF2B5EF4-FFF2-40B4-BE49-F238E27FC236}">
                <ns2:creationId id="{7BCFEEAE-ABFB-4374-B371-EEFB383A694C}"/>
              </ns1:ext>
            </ns1:extLst>
          </ns0:cNvPr>
          <ns0:cNvSpPr>
            <ns1:spLocks noGrp="1"/>
          </ns0:cNvSpPr>
          <ns0:nvPr/>
        </ns0:nvSpPr>
        <ns0:spPr>
          <ns1:xfrm>
            <ns1:off x="7674769" y="3733800"/>
            <ns1:ext cx="214313" cy="285750"/>
          </ns1:xfrm>
          <ns1:prstGeom prst="rect">
            <ns1:avLst/>
          </ns1:prstGeom>
          <ns1:noFill/>
          <ns1:ln w="23813">
            <ns1:solidFill>
              <ns1:srgbClr val="121820"/>
            </ns1:solidFill>
            <ns1:prstDash val="solid"/>
          </ns1:ln>
        </ns0:spPr>
      </ns0:sp>
      <ns0:sp>
        <ns0:nvSpPr>
          <ns0:cNvPr id="107" name="trace:S07:content.auto.91">
            <ns1:extLst>
              <ns1:ext uri="{FF2B5EF4-FFF2-40B4-BE49-F238E27FC236}">
                <ns2:creationId id="{A22800D0-D989-4B80-B587-187B906014C4}"/>
              </ns1:ext>
            </ns1:extLst>
          </ns0:cNvPr>
          <ns0:cNvSpPr>
            <ns1:spLocks noGrp="1"/>
          </ns0:cNvSpPr>
          <ns0:nvPr/>
        </ns0:nvSpPr>
        <ns0:spPr>
          <ns1:xfrm>
            <ns1:off x="7789069" y="3733800"/>
            <ns1:ext cx="100013" cy="100013"/>
          </ns1:xfrm>
          <ns1:custGeom>
            <ns1:pathLst>
              <ns1:path w="100013" h="100013">
                <ns1:moveTo>
                  <ns1:pt x="0" y="0"/>
                </ns1:moveTo>
                <ns1:lnTo>
                  <ns1:pt x="100013" y="100013"/>
                </ns1:lnTo>
                <ns1:lnTo>
                  <ns1:pt x="0" y="100013"/>
                </ns1:lnTo>
                <ns1:close/>
              </ns1:path>
            </ns1:pathLst>
          </ns1:custGeom>
          <ns1:noFill/>
          <ns1:ln w="23813">
            <ns1:solidFill>
              <ns1:srgbClr val="121820"/>
            </ns1:solidFill>
            <ns1:prstDash val="solid"/>
          </ns1:ln>
        </ns0:spPr>
      </ns0:sp>
      <ns0:sp>
        <ns0:nvSpPr>
          <ns0:cNvPr id="108" name="trace:S07:content.auto.92">
            <ns1:extLst>
              <ns1:ext uri="{FF2B5EF4-FFF2-40B4-BE49-F238E27FC236}">
                <ns2:creationId id="{64A56658-E99A-4736-8796-236DF85625AC}"/>
              </ns1:ext>
            </ns1:extLst>
          </ns0:cNvPr>
          <ns0:cNvSpPr>
            <ns1:spLocks noGrp="1"/>
          </ns0:cNvSpPr>
          <ns0:nvPr/>
        </ns0:nvSpPr>
        <ns0:spPr>
          <ns1:xfrm>
            <ns1:off x="7717631" y="3848100"/>
            <ns1:ext cx="107156" cy="17859"/>
          </ns1:xfrm>
          <ns1:prstGeom prst="rect">
            <ns1:avLst/>
          </ns1:prstGeom>
          <ns1:solidFill>
            <ns1:srgbClr val="121820"/>
          </ns1:solidFill>
          <ns1:ln w="0">
            <ns1:noFill/>
            <ns1:prstDash val="solid"/>
          </ns1:ln>
        </ns0:spPr>
      </ns0:sp>
      <ns0:sp>
        <ns0:nvSpPr>
          <ns0:cNvPr id="109" name="trace:S07:content.auto.93">
            <ns1:extLst>
              <ns1:ext uri="{FF2B5EF4-FFF2-40B4-BE49-F238E27FC236}">
                <ns2:creationId id="{0F688671-577D-41AC-83A6-75596C801441}"/>
              </ns1:ext>
            </ns1:extLst>
          </ns0:cNvPr>
          <ns0:cNvSpPr>
            <ns1:spLocks noGrp="1"/>
          </ns0:cNvSpPr>
          <ns0:nvPr/>
        </ns0:nvSpPr>
        <ns0:spPr>
          <ns1:xfrm>
            <ns1:off x="7717631" y="3912394"/>
            <ns1:ext cx="107156" cy="17859"/>
          </ns1:xfrm>
          <ns1:prstGeom prst="rect">
            <ns1:avLst/>
          </ns1:prstGeom>
          <ns1:solidFill>
            <ns1:srgbClr val="121820"/>
          </ns1:solidFill>
          <ns1:ln w="0">
            <ns1:noFill/>
            <ns1:prstDash val="solid"/>
          </ns1:ln>
        </ns0:spPr>
      </ns0:sp>
      <ns0:sp>
        <ns0:nvSpPr>
          <ns0:cNvPr id="110" name="trace:S07:content.auto.94">
            <ns1:extLst>
              <ns1:ext uri="{FF2B5EF4-FFF2-40B4-BE49-F238E27FC236}">
                <ns2:creationId id="{08A6CAC7-A748-46BE-B5C7-EE18D5EBAA65}"/>
              </ns1:ext>
            </ns1:extLst>
          </ns0:cNvPr>
          <ns0:cNvSpPr>
            <ns1:spLocks noGrp="1"/>
          </ns0:cNvSpPr>
          <ns0:nvPr/>
        </ns0:nvSpPr>
        <ns0:spPr>
          <ns1:xfrm>
            <ns1:off x="7831931" y="3869531"/>
            <ns1:ext cx="92869" cy="21431"/>
          </ns1:xfrm>
          <ns1:prstGeom prst="rect">
            <ns1:avLst/>
          </ns1:prstGeom>
          <ns1:solidFill>
            <ns1:srgbClr val="121820"/>
          </ns1:solidFill>
          <ns1:ln w="0">
            <ns1:noFill/>
            <ns1:prstDash val="solid"/>
          </ns1:ln>
        </ns0:spPr>
      </ns0:sp>
      <ns0:sp>
        <ns0:nvSpPr>
          <ns0:cNvPr id="111" name="trace:S07:content.auto.95">
            <ns1:extLst>
              <ns1:ext uri="{FF2B5EF4-FFF2-40B4-BE49-F238E27FC236}">
                <ns2:creationId id="{01C68FB0-A61C-4AA6-A703-69FADA85D288}"/>
              </ns1:ext>
            </ns1:extLst>
          </ns0:cNvPr>
          <ns0:cNvSpPr>
            <ns1:spLocks noGrp="1"/>
          </ns0:cNvSpPr>
          <ns0:nvPr/>
        </ns0:nvSpPr>
        <ns0:spPr>
          <ns1:xfrm>
            <ns1:off x="7981950" y="3790950"/>
            <ns1:ext cx="857250" cy="3333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buNone/>
              <ns1:defRPr sz="900" b="1">
                <ns1:solidFill>
                  <ns1:srgbClr val="12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900" b="1">
                <ns1:solidFill>
                  <ns1:srgbClr val="121820"/>
                </ns1:solidFill>
                <ns1:latin typeface="Yu Gothic"/>
                <ns1:ea typeface="Yu Gothic"/>
                <ns1:cs typeface="Yu Gothic"/>
              </ns1:rPr>
              <ns1:t>提案書自動生成</ns1:t>
            </ns1:r>
          </ns1:p>
        </ns0:txBody>
      </ns0:sp>
      <ns0:sp>
        <ns0:nvSpPr>
          <ns0:cNvPr id="112" name="trace:S07:content.auto.96">
            <ns1:extLst>
              <ns1:ext uri="{FF2B5EF4-FFF2-40B4-BE49-F238E27FC236}">
                <ns2:creationId id="{92CBA68F-38BE-4B10-94E5-926722D658B2}"/>
              </ns1:ext>
            </ns1:extLst>
          </ns0:cNvPr>
          <ns0:cNvSpPr>
            <ns1:spLocks noGrp="1"/>
          </ns0:cNvSpPr>
          <ns0:nvPr/>
        </ns0:nvSpPr>
        <ns0:spPr>
          <ns1:xfrm>
            <ns1:off x="7639050" y="4457700"/>
            <ns1:ext cx="57150" cy="171450"/>
          </ns1:xfrm>
          <ns1:prstGeom prst="rect">
            <ns1:avLst/>
          </ns1:prstGeom>
          <ns1:noFill/>
          <ns1:ln w="23813">
            <ns1:solidFill>
              <ns1:srgbClr val="121820"/>
            </ns1:solidFill>
            <ns1:prstDash val="solid"/>
          </ns1:ln>
        </ns0:spPr>
      </ns0:sp>
      <ns0:sp>
        <ns0:nvSpPr>
          <ns0:cNvPr id="113" name="trace:S07:content.auto.97">
            <ns1:extLst>
              <ns1:ext uri="{FF2B5EF4-FFF2-40B4-BE49-F238E27FC236}">
                <ns2:creationId id="{8DB5D564-96F2-46B8-9800-F51F781107B2}"/>
              </ns1:ext>
            </ns1:extLst>
          </ns0:cNvPr>
          <ns0:cNvSpPr>
            <ns1:spLocks noGrp="1"/>
          </ns0:cNvSpPr>
          <ns0:nvPr/>
        </ns0:nvSpPr>
        <ns0:spPr>
          <ns1:xfrm>
            <ns1:off x="7746206" y="4371975"/>
            <ns1:ext cx="57150" cy="257175"/>
          </ns1:xfrm>
          <ns1:prstGeom prst="rect">
            <ns1:avLst/>
          </ns1:prstGeom>
          <ns1:noFill/>
          <ns1:ln w="23813">
            <ns1:solidFill>
              <ns1:srgbClr val="121820"/>
            </ns1:solidFill>
            <ns1:prstDash val="solid"/>
          </ns1:ln>
        </ns0:spPr>
      </ns0:sp>
      <ns0:sp>
        <ns0:nvSpPr>
          <ns0:cNvPr id="114" name="trace:S07:content.auto.98">
            <ns1:extLst>
              <ns1:ext uri="{FF2B5EF4-FFF2-40B4-BE49-F238E27FC236}">
                <ns2:creationId id="{4810BFD0-5A70-47E0-BE21-2007A9DD039E}"/>
              </ns1:ext>
            </ns1:extLst>
          </ns0:cNvPr>
          <ns0:cNvSpPr>
            <ns1:spLocks noGrp="1"/>
          </ns0:cNvSpPr>
          <ns0:nvPr/>
        </ns0:nvSpPr>
        <ns0:spPr>
          <ns1:xfrm>
            <ns1:off x="7853363" y="4293394"/>
            <ns1:ext cx="57150" cy="335756"/>
          </ns1:xfrm>
          <ns1:prstGeom prst="rect">
            <ns1:avLst/>
          </ns1:prstGeom>
          <ns1:noFill/>
          <ns1:ln w="23813">
            <ns1:solidFill>
              <ns1:srgbClr val="121820"/>
            </ns1:solidFill>
            <ns1:prstDash val="solid"/>
          </ns1:ln>
        </ns0:spPr>
      </ns0:sp>
      <ns0:sp>
        <ns0:nvSpPr>
          <ns0:cNvPr id="115" name="trace:S07:content.auto.99">
            <ns1:extLst>
              <ns1:ext uri="{FF2B5EF4-FFF2-40B4-BE49-F238E27FC236}">
                <ns2:creationId id="{12A19C18-026A-4050-BA53-A8A3C1329741}"/>
              </ns1:ext>
            </ns1:extLst>
          </ns0:cNvPr>
          <ns0:cNvSpPr>
            <ns1:spLocks noGrp="1"/>
          </ns0:cNvSpPr>
          <ns0:nvPr/>
        </ns0:nvSpPr>
        <ns0:spPr>
          <ns1:xfrm>
            <ns1:off x="7610475" y="4629150"/>
            <ns1:ext cx="357188" cy="21431"/>
          </ns1:xfrm>
          <ns1:prstGeom prst="rect">
            <ns1:avLst/>
          </ns1:prstGeom>
          <ns1:solidFill>
            <ns1:srgbClr val="121820"/>
          </ns1:solidFill>
          <ns1:ln w="0">
            <ns1:noFill/>
            <ns1:prstDash val="solid"/>
          </ns1:ln>
        </ns0:spPr>
      </ns0:sp>
      <ns0:sp>
        <ns0:nvSpPr>
          <ns0:cNvPr id="116" name="trace:S07:content.auto.100">
            <ns1:extLst>
              <ns1:ext uri="{FF2B5EF4-FFF2-40B4-BE49-F238E27FC236}">
                <ns2:creationId id="{CB981F71-5AC2-4B46-B426-AE57BA91E73B}"/>
              </ns1:ext>
            </ns1:extLst>
          </ns0:cNvPr>
          <ns0:cNvSpPr>
            <ns1:spLocks noGrp="1"/>
          </ns0:cNvSpPr>
          <ns0:nvPr/>
        </ns0:nvSpPr>
        <ns0:spPr>
          <ns1:xfrm>
            <ns1:off x="7981950" y="4410075"/>
            <ns1:ext cx="857250" cy="2571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buNone/>
              <ns1:defRPr sz="900" b="1">
                <ns1:solidFill>
                  <ns1:srgbClr val="12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900" b="1">
                <ns1:solidFill>
                  <ns1:srgbClr val="121820"/>
                </ns1:solidFill>
                <ns1:latin typeface="Yu Gothic"/>
                <ns1:ea typeface="Yu Gothic"/>
                <ns1:cs typeface="Yu Gothic"/>
              </ns1:rPr>
              <ns1:t>分析・示唆出し</ns1:t>
            </ns1:r>
          </ns1:p>
        </ns0:txBody>
      </ns0:sp>
      <ns0:sp>
        <ns0:nvSpPr>
          <ns0:cNvPr id="117" name="trace:S07:content.auto.101">
            <ns1:extLst>
              <ns1:ext uri="{FF2B5EF4-FFF2-40B4-BE49-F238E27FC236}">
                <ns2:creationId id="{3394E45A-AB19-40D4-9203-4B2BAE8D1C79}"/>
              </ns1:ext>
            </ns1:extLst>
          </ns0:cNvPr>
          <ns0:cNvSpPr>
            <ns1:spLocks noGrp="1"/>
          </ns0:cNvSpPr>
          <ns0:nvPr/>
        </ns0:nvSpPr>
        <ns0:spPr>
          <ns1:xfrm>
            <ns1:off x="7721918" y="4863465"/>
            <ns1:ext cx="120015" cy="120015"/>
          </ns1:xfrm>
          <ns1:prstGeom prst="ellipse">
            <ns1:avLst/>
          </ns1:prstGeom>
          <ns1:noFill/>
          <ns1:ln w="23813">
            <ns1:solidFill>
              <ns1:srgbClr val="121820"/>
            </ns1:solidFill>
            <ns1:prstDash val="solid"/>
          </ns1:ln>
        </ns0:spPr>
      </ns0:sp>
      <ns0:sp>
        <ns0:nvSpPr>
          <ns0:cNvPr id="118" name="trace:S07:content.auto.102">
            <ns1:extLst>
              <ns1:ext uri="{FF2B5EF4-FFF2-40B4-BE49-F238E27FC236}">
                <ns2:creationId id="{97513239-C979-42F9-9435-3CEDF68C9CAB}"/>
              </ns1:ext>
            </ns1:extLst>
          </ns0:cNvPr>
          <ns0:cNvSpPr>
            <ns1:spLocks noGrp="1"/>
          </ns0:cNvSpPr>
          <ns0:nvPr/>
        </ns0:nvSpPr>
        <ns0:spPr>
          <ns1:xfrm>
            <ns1:off x="7601903" y="4910138"/>
            <ns1:ext cx="93345" cy="93345"/>
          </ns1:xfrm>
          <ns1:prstGeom prst="ellipse">
            <ns1:avLst/>
          </ns1:prstGeom>
          <ns1:noFill/>
          <ns1:ln w="23813">
            <ns1:solidFill>
              <ns1:srgbClr val="121820"/>
            </ns1:solidFill>
            <ns1:prstDash val="solid"/>
          </ns1:ln>
        </ns0:spPr>
      </ns0:sp>
      <ns0:sp>
        <ns0:nvSpPr>
          <ns0:cNvPr id="119" name="trace:S07:content.auto.103">
            <ns1:extLst>
              <ns1:ext uri="{FF2B5EF4-FFF2-40B4-BE49-F238E27FC236}">
                <ns2:creationId id="{AA3818C4-616B-43AC-AF99-2C552DAE537E}"/>
              </ns1:ext>
            </ns1:extLst>
          </ns0:cNvPr>
          <ns0:cNvSpPr>
            <ns1:spLocks noGrp="1"/>
          </ns0:cNvSpPr>
          <ns0:nvPr/>
        </ns0:nvSpPr>
        <ns0:spPr>
          <ns1:xfrm>
            <ns1:off x="7868603" y="4910138"/>
            <ns1:ext cx="93345" cy="93345"/>
          </ns1:xfrm>
          <ns1:prstGeom prst="ellipse">
            <ns1:avLst/>
          </ns1:prstGeom>
          <ns1:noFill/>
          <ns1:ln w="23813">
            <ns1:solidFill>
              <ns1:srgbClr val="121820"/>
            </ns1:solidFill>
            <ns1:prstDash val="solid"/>
          </ns1:ln>
        </ns0:spPr>
      </ns0:sp>
      <ns0:sp>
        <ns0:nvSpPr>
          <ns0:cNvPr id="120" name="trace:S07:content.auto.104">
            <ns1:extLst>
              <ns1:ext uri="{FF2B5EF4-FFF2-40B4-BE49-F238E27FC236}">
                <ns2:creationId id="{71B489D7-DB8B-433A-863F-9317A9295462}"/>
              </ns1:ext>
            </ns1:extLst>
          </ns0:cNvPr>
          <ns0:cNvSpPr>
            <ns1:spLocks noGrp="1"/>
          </ns0:cNvSpPr>
          <ns0:nvPr/>
        </ns0:nvSpPr>
        <ns0:spPr>
          <ns1:xfrm>
            <ns1:off x="7648575" y="5003483"/>
            <ns1:ext cx="266700" cy="160020"/>
          </ns1:xfrm>
          <ns1:custGeom>
            <ns1:pathLst>
              <ns1:path w="266700" h="160020">
                <ns1:moveTo>
                  <ns1:pt x="0" y="160020"/>
                </ns1:moveTo>
                <ns1:lnTo>
                  <ns1:pt x="26670" y="53340"/>
                </ns1:lnTo>
                <ns1:lnTo>
                  <ns1:pt x="86678" y="0"/>
                </ns1:lnTo>
                <ns1:lnTo>
                  <ns1:pt x="180023" y="0"/>
                </ns1:lnTo>
                <ns1:lnTo>
                  <ns1:pt x="240030" y="53340"/>
                </ns1:lnTo>
                <ns1:lnTo>
                  <ns1:pt x="266700" y="160020"/>
                </ns1:lnTo>
                <ns1:close/>
              </ns1:path>
            </ns1:pathLst>
          </ns1:custGeom>
          <ns1:noFill/>
          <ns1:ln w="23813">
            <ns1:solidFill>
              <ns1:srgbClr val="121820"/>
            </ns1:solidFill>
            <ns1:prstDash val="solid"/>
          </ns1:ln>
        </ns0:spPr>
      </ns0:sp>
      <ns0:sp>
        <ns0:nvSpPr>
          <ns0:cNvPr id="121" name="trace:S07:content.auto.105">
            <ns1:extLst>
              <ns1:ext uri="{FF2B5EF4-FFF2-40B4-BE49-F238E27FC236}">
                <ns2:creationId id="{C2E5B85C-3D1A-46C1-9603-6D76E2246EE0}"/>
              </ns1:ext>
            </ns1:extLst>
          </ns0:cNvPr>
          <ns0:cNvSpPr>
            <ns1:spLocks noGrp="1"/>
          </ns0:cNvSpPr>
          <ns0:nvPr/>
        </ns0:nvSpPr>
        <ns0:spPr>
          <ns1:xfrm>
            <ns1:off x="7981950" y="4933950"/>
            <ns1:ext cx="85725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buNone/>
              <ns1:defRPr sz="825" b="1">
                <ns1:solidFill>
                  <ns1:srgbClr val="12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825" b="1">
                <ns1:solidFill>
                  <ns1:srgbClr val="121820"/>
                </ns1:solidFill>
                <ns1:latin typeface="Yu Gothic"/>
                <ns1:ea typeface="Yu Gothic"/>
                <ns1:cs typeface="Yu Gothic"/>
              </ns1:rPr>
              <ns1:t>共同編集・レビュー</ns1:t>
            </ns1:r>
          </ns1:p>
        </ns0:txBody>
      </ns0:sp>
      <ns0:sp>
        <ns0:nvSpPr>
          <ns0:cNvPr id="122" name="trace:S07:content.auto.106">
            <ns1:extLst>
              <ns1:ext uri="{FF2B5EF4-FFF2-40B4-BE49-F238E27FC236}">
                <ns2:creationId id="{3294EB69-5726-42C6-AB0B-37B94507FAA1}"/>
              </ns1:ext>
            </ns1:extLst>
          </ns0:cNvPr>
          <ns0:cNvSpPr>
            <ns1:spLocks noGrp="1"/>
          </ns0:cNvSpPr>
          <ns0:nvPr/>
        </ns0:nvSpPr>
        <ns0:spPr>
          <ns1:xfrm>
            <ns1:off x="2981325" y="4095750"/>
            <ns1:ext cx="742950" cy="266700"/>
          </ns1:xfrm>
          <ns1:custGeom>
            <ns1:pathLst>
              <ns1:path w="742950" h="266700">
                <ns1:moveTo>
                  <ns1:pt x="0" y="76200"/>
                </ns1:moveTo>
                <ns1:lnTo>
                  <ns1:pt x="571500" y="76200"/>
                </ns1:lnTo>
                <ns1:lnTo>
                  <ns1:pt x="571500" y="0"/>
                </ns1:lnTo>
                <ns1:lnTo>
                  <ns1:pt x="742950" y="133350"/>
                </ns1:lnTo>
                <ns1:lnTo>
                  <ns1:pt x="571500" y="266700"/>
                </ns1:lnTo>
                <ns1:lnTo>
                  <ns1:pt x="571500" y="190500"/>
                </ns1:lnTo>
                <ns1:lnTo>
                  <ns1:pt x="0" y="190500"/>
                </ns1:lnTo>
                <ns1:close/>
              </ns1:path>
            </ns1:pathLst>
          </ns1:custGeom>
          <ns1:solidFill>
            <ns1:srgbClr val="555D64"/>
          </ns1:solidFill>
          <ns1:ln w="0">
            <ns1:noFill/>
            <ns1:prstDash val="solid"/>
          </ns1:ln>
        </ns0:spPr>
      </ns0:sp>
      <ns0:sp>
        <ns0:nvSpPr>
          <ns0:cNvPr id="123" name="trace:S07:content.auto.107">
            <ns1:extLst>
              <ns1:ext uri="{FF2B5EF4-FFF2-40B4-BE49-F238E27FC236}">
                <ns2:creationId id="{F646E3E1-AAE3-4850-A63B-C344E9F02881}"/>
              </ns1:ext>
            </ns1:extLst>
          </ns0:cNvPr>
          <ns0:cNvSpPr>
            <ns1:spLocks noGrp="1"/>
          </ns0:cNvSpPr>
          <ns0:nvPr/>
        </ns0:nvSpPr>
        <ns0:spPr>
          <ns1:xfrm>
            <ns1:off x="3000375" y="4476750"/>
            <ns1:ext cx="714375" cy="2190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 algn="ctr">
              <ns1:buNone/>
              <ns1:defRPr sz="1050" b="1">
                <ns1:solidFill>
                  <ns1:srgbClr val="12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050" b="1">
                <ns1:solidFill>
                  <ns1:srgbClr val="121820"/>
                </ns1:solidFill>
                <ns1:latin typeface="Yu Gothic"/>
                <ns1:ea typeface="Yu Gothic"/>
                <ns1:cs typeface="Yu Gothic"/>
              </ns1:rPr>
              <ns1:t>データ連携</ns1:t>
            </ns1:r>
          </ns1:p>
        </ns0:txBody>
      </ns0:sp>
      <ns0:sp>
        <ns0:nvSpPr>
          <ns0:cNvPr id="124" name="trace:S07:content.auto.108">
            <ns1:extLst>
              <ns1:ext uri="{FF2B5EF4-FFF2-40B4-BE49-F238E27FC236}">
                <ns2:creationId id="{FF68BAA2-8FB3-4D76-9EF8-CEFCC8D2839D}"/>
              </ns1:ext>
            </ns1:extLst>
          </ns0:cNvPr>
          <ns0:cNvSpPr>
            <ns1:spLocks noGrp="1"/>
          </ns0:cNvSpPr>
          <ns0:nvPr/>
        </ns0:nvSpPr>
        <ns0:spPr>
          <ns1:xfrm>
            <ns1:off x="2981325" y="4695825"/>
            <ns1:ext cx="809625" cy="2000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 algn="ctr">
              <ns1:buNone/>
              <ns1:defRPr sz="750">
                <ns1:solidFill>
                  <ns1:srgbClr val="12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750">
                <ns1:solidFill>
                  <ns1:srgbClr val="121820"/>
                </ns1:solidFill>
                <ns1:latin typeface="Yu Gothic"/>
                <ns1:ea typeface="Yu Gothic"/>
                <ns1:cs typeface="Yu Gothic"/>
              </ns1:rPr>
              <ns1:t>（API・ファイル連携）</ns1:t>
            </ns1:r>
          </ns1:p>
        </ns0:txBody>
      </ns0:sp>
      <ns0:sp>
        <ns0:nvSpPr>
          <ns0:cNvPr id="125" name="trace:S07:content.auto.109">
            <ns1:extLst>
              <ns1:ext uri="{FF2B5EF4-FFF2-40B4-BE49-F238E27FC236}">
                <ns2:creationId id="{9E0F457E-7A0F-4838-A93B-72E2958E3BE8}"/>
              </ns1:ext>
            </ns1:extLst>
          </ns0:cNvPr>
          <ns0:cNvSpPr>
            <ns1:spLocks noGrp="1"/>
          </ns0:cNvSpPr>
          <ns0:nvPr/>
        </ns0:nvSpPr>
        <ns0:spPr>
          <ns1:xfrm>
            <ns1:off x="7286625" y="4095750"/>
            <ns1:ext cx="257175" cy="266700"/>
          </ns1:xfrm>
          <ns1:custGeom>
            <ns1:pathLst>
              <ns1:path w="257175" h="266700">
                <ns1:moveTo>
                  <ns1:pt x="0" y="76200"/>
                </ns1:moveTo>
                <ns1:lnTo>
                  <ns1:pt x="85725" y="76200"/>
                </ns1:lnTo>
                <ns1:lnTo>
                  <ns1:pt x="85725" y="0"/>
                </ns1:lnTo>
                <ns1:lnTo>
                  <ns1:pt x="257175" y="133350"/>
                </ns1:lnTo>
                <ns1:lnTo>
                  <ns1:pt x="85725" y="266700"/>
                </ns1:lnTo>
                <ns1:lnTo>
                  <ns1:pt x="85725" y="190500"/>
                </ns1:lnTo>
                <ns1:lnTo>
                  <ns1:pt x="0" y="190500"/>
                </ns1:lnTo>
                <ns1:close/>
              </ns1:path>
            </ns1:pathLst>
          </ns1:custGeom>
          <ns1:solidFill>
            <ns1:srgbClr val="555D64"/>
          </ns1:solidFill>
          <ns1:ln w="0">
            <ns1:noFill/>
            <ns1:prstDash val="solid"/>
          </ns1:ln>
        </ns0:spPr>
      </ns0:sp>
      <ns0:sp>
        <ns0:nvSpPr>
          <ns0:cNvPr id="126" name="trace:S07:content.auto.110">
            <ns1:extLst>
              <ns1:ext uri="{FF2B5EF4-FFF2-40B4-BE49-F238E27FC236}">
                <ns2:creationId id="{7D8E0115-0ACF-4415-8AAA-E8096203339B}"/>
              </ns1:ext>
            </ns1:extLst>
          </ns0:cNvPr>
          <ns0:cNvSpPr>
            <ns1:spLocks noGrp="1"/>
          </ns0:cNvSpPr>
          <ns0:nvPr/>
        </ns0:nvSpPr>
        <ns0:spPr>
          <ns1:xfrm>
            <ns1:off x="9039225" y="4095750"/>
            <ns1:ext cx="276225" cy="266700"/>
          </ns1:xfrm>
          <ns1:custGeom>
            <ns1:pathLst>
              <ns1:path w="276225" h="266700">
                <ns1:moveTo>
                  <ns1:pt x="0" y="76200"/>
                </ns1:moveTo>
                <ns1:lnTo>
                  <ns1:pt x="104775" y="76200"/>
                </ns1:lnTo>
                <ns1:lnTo>
                  <ns1:pt x="104775" y="0"/>
                </ns1:lnTo>
                <ns1:lnTo>
                  <ns1:pt x="276225" y="133350"/>
                </ns1:lnTo>
                <ns1:lnTo>
                  <ns1:pt x="104775" y="266700"/>
                </ns1:lnTo>
                <ns1:lnTo>
                  <ns1:pt x="104775" y="190500"/>
                </ns1:lnTo>
                <ns1:lnTo>
                  <ns1:pt x="0" y="190500"/>
                </ns1:lnTo>
                <ns1:close/>
              </ns1:path>
            </ns1:pathLst>
          </ns1:custGeom>
          <ns1:solidFill>
            <ns1:srgbClr val="555D64"/>
          </ns1:solidFill>
          <ns1:ln w="0">
            <ns1:noFill/>
            <ns1:prstDash val="solid"/>
          </ns1:ln>
        </ns0:spPr>
      </ns0:sp>
      <ns0:sp>
        <ns0:nvSpPr>
          <ns0:cNvPr id="127" name="trace:S07:content.auto.111">
            <ns1:extLst>
              <ns1:ext uri="{FF2B5EF4-FFF2-40B4-BE49-F238E27FC236}">
                <ns2:creationId id="{9C3EC4AC-C324-4487-8604-BC8D4D7177E3}"/>
              </ns1:ext>
            </ns1:extLst>
          </ns0:cNvPr>
          <ns0:cNvSpPr>
            <ns1:spLocks noGrp="1"/>
          </ns0:cNvSpPr>
          <ns0:nvPr/>
        </ns0:nvSpPr>
        <ns0:spPr>
          <ns1:xfrm>
            <ns1:off x="3943350" y="5800725"/>
            <ns1:ext cx="5048250" cy="542925"/>
          </ns1:xfrm>
          <ns1:prstGeom prst="rect">
            <ns1:avLst/>
          </ns1:prstGeom>
          <ns1:solidFill>
            <ns1:srgbClr val="D9DDE0"/>
          </ns1:solidFill>
          <ns1:ln w="0">
            <ns1:noFill/>
            <ns1:prstDash val="solid"/>
          </ns1:ln>
        </ns0:spPr>
      </ns0:sp>
      <ns0:sp>
        <ns0:nvSpPr>
          <ns0:cNvPr id="128" name="trace:S07:content.auto.112">
            <ns1:extLst>
              <ns1:ext uri="{FF2B5EF4-FFF2-40B4-BE49-F238E27FC236}">
                <ns2:creationId id="{EF40CAF2-0CB8-46AF-B7D9-D589FB4EE454}"/>
              </ns1:ext>
            </ns1:extLst>
          </ns0:cNvPr>
          <ns0:cNvSpPr>
            <ns1:spLocks noGrp="1"/>
          </ns0:cNvSpPr>
          <ns0:nvPr/>
        </ns0:nvSpPr>
        <ns0:spPr>
          <ns1:xfrm>
            <ns1:off x="5562600" y="6019800"/>
            <ns1:ext cx="190500" cy="161925"/>
          </ns1:xfrm>
          <ns1:prstGeom prst="rect">
            <ns1:avLst/>
          </ns1:prstGeom>
          <ns1:solidFill>
            <ns1:srgbClr val="121820"/>
          </ns1:solidFill>
          <ns1:ln w="0">
            <ns1:noFill/>
            <ns1:prstDash val="solid"/>
          </ns1:ln>
        </ns0:spPr>
      </ns0:sp>
      <ns0:sp>
        <ns0:nvSpPr>
          <ns0:cNvPr id="129" name="trace:S07:content.auto.113">
            <ns1:extLst>
              <ns1:ext uri="{FF2B5EF4-FFF2-40B4-BE49-F238E27FC236}">
                <ns2:creationId id="{376A4B22-BD7D-48F2-817B-40A1B086B01E}"/>
              </ns1:ext>
            </ns1:extLst>
          </ns0:cNvPr>
          <ns0:cNvSpPr>
            <ns1:spLocks noGrp="1"/>
          </ns0:cNvSpPr>
          <ns0:nvPr/>
        </ns0:nvSpPr>
        <ns0:spPr>
          <ns1:xfrm>
            <ns1:off x="5591175" y="5924550"/>
            <ns1:ext cx="133350" cy="161925"/>
          </ns1:xfrm>
          <ns1:prstGeom prst="ellipse">
            <ns1:avLst/>
          </ns1:prstGeom>
          <ns1:noFill/>
          <ns1:ln w="28575">
            <ns1:solidFill>
              <ns1:srgbClr val="121820"/>
            </ns1:solidFill>
            <ns1:prstDash val="solid"/>
          </ns1:ln>
        </ns0:spPr>
      </ns0:sp>
      <ns0:sp>
        <ns0:nvSpPr>
          <ns0:cNvPr id="130" name="trace:S07:content.auto.114">
            <ns1:extLst>
              <ns1:ext uri="{FF2B5EF4-FFF2-40B4-BE49-F238E27FC236}">
                <ns2:creationId id="{46FAF4E6-7FA9-4E93-AEC9-3BE115466E5D}"/>
              </ns1:ext>
            </ns1:extLst>
          </ns0:cNvPr>
          <ns0:cNvSpPr>
            <ns1:spLocks noGrp="1"/>
          </ns0:cNvSpPr>
          <ns0:nvPr/>
        </ns0:nvSpPr>
        <ns0:spPr>
          <ns1:xfrm>
            <ns1:off x="5638800" y="6067425"/>
            <ns1:ext cx="38100" cy="57150"/>
          </ns1:xfrm>
          <ns1:prstGeom prst="ellipse">
            <ns1:avLst/>
          </ns1:prstGeom>
          <ns1:solidFill>
            <ns1:srgbClr val="FFFFFF"/>
          </ns1:solidFill>
          <ns1:ln w="0">
            <ns1:noFill/>
            <ns1:prstDash val="solid"/>
          </ns1:ln>
        </ns0:spPr>
      </ns0:sp>
      <ns0:sp>
        <ns0:nvSpPr>
          <ns0:cNvPr id="131" name="trace:S07:content.auto.115">
            <ns1:extLst>
              <ns1:ext uri="{FF2B5EF4-FFF2-40B4-BE49-F238E27FC236}">
                <ns2:creationId id="{C61D43E0-E16C-44DF-A742-D6023069C3E5}"/>
              </ns1:ext>
            </ns1:extLst>
          </ns0:cNvPr>
          <ns0:cNvSpPr>
            <ns1:spLocks noGrp="1"/>
          </ns0:cNvSpPr>
          <ns0:nvPr/>
        </ns0:nvSpPr>
        <ns0:spPr>
          <ns1:xfrm>
            <ns1:off x="5876925" y="5895975"/>
            <ns1:ext cx="2381250" cy="238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buNone/>
              <ns1:defRPr sz="1125" b="1">
                <ns1:solidFill>
                  <ns1:srgbClr val="12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125" b="1">
                <ns1:solidFill>
                  <ns1:srgbClr val="121820"/>
                </ns1:solidFill>
                <ns1:latin typeface="Yu Gothic"/>
                <ns1:ea typeface="Yu Gothic"/>
                <ns1:cs typeface="Yu Gothic"/>
              </ns1:rPr>
              <ns1:t>セキュリティ・ガバナンス</ns1:t>
            </ns1:r>
          </ns1:p>
        </ns0:txBody>
      </ns0:sp>
      <ns0:sp>
        <ns0:nvSpPr>
          <ns0:cNvPr id="132" name="trace:S07:content.auto.116">
            <ns1:extLst>
              <ns1:ext uri="{FF2B5EF4-FFF2-40B4-BE49-F238E27FC236}">
                <ns2:creationId id="{7006B4D5-67B3-4815-BD55-AF1FF65C7BB3}"/>
              </ns1:ext>
            </ns1:extLst>
          </ns0:cNvPr>
          <ns0:cNvSpPr>
            <ns1:spLocks noGrp="1"/>
          </ns0:cNvSpPr>
          <ns0:nvPr/>
        </ns0:nvSpPr>
        <ns0:spPr>
          <ns1:xfrm>
            <ns1:off x="5029200" y="6134100"/>
            <ns1:ext cx="3667125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 algn="ctr">
              <ns1:buNone/>
              <ns1:defRPr sz="750">
                <ns1:solidFill>
                  <ns1:srgbClr val="12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750">
                <ns1:solidFill>
                  <ns1:srgbClr val="121820"/>
                </ns1:solidFill>
                <ns1:latin typeface="Yu Gothic"/>
                <ns1:ea typeface="Yu Gothic"/>
                <ns1:cs typeface="Yu Gothic"/>
              </ns1:rPr>
              <ns1:t>（アクセス制御・ログ管理・データ保護・各種コンプライアンス対応）</ns1:t>
            </ns1:r>
          </ns1:p>
        </ns0:txBody>
      </ns0:sp>
      <ns0:sp>
        <ns0:nvSpPr>
          <ns0:cNvPr id="133" name="trace:S07:content.auto.117">
            <ns1:extLst>
              <ns1:ext uri="{FF2B5EF4-FFF2-40B4-BE49-F238E27FC236}">
                <ns2:creationId id="{AF264799-11C9-4A17-BE98-D31C4A3731E6}"/>
              </ns1:ext>
            </ns1:extLst>
          </ns0:cNvPr>
          <ns0:cNvSpPr>
            <ns1:spLocks noGrp="1"/>
          </ns0:cNvSpPr>
          <ns0:nvPr/>
        </ns0:nvSpPr>
        <ns0:spPr>
          <ns1:xfrm>
            <ns1:off x="4676775" y="5553075"/>
            <ns1:ext cx="38100" cy="266700"/>
          </ns1:xfrm>
          <ns1:prstGeom prst="rect">
            <ns1:avLst/>
          </ns1:prstGeom>
          <ns1:solidFill>
            <ns1:srgbClr val="121820"/>
          </ns1:solidFill>
          <ns1:ln w="0">
            <ns1:noFill/>
            <ns1:prstDash val="solid"/>
          </ns1:ln>
        </ns0:spPr>
      </ns0:sp>
      <ns0:sp>
        <ns0:nvSpPr>
          <ns0:cNvPr id="134" name="trace:S07:content.auto.118">
            <ns1:extLst>
              <ns1:ext uri="{FF2B5EF4-FFF2-40B4-BE49-F238E27FC236}">
                <ns2:creationId id="{EC71DCD9-601A-41B1-A74A-2B8D87B6B0CB}"/>
              </ns1:ext>
            </ns1:extLst>
          </ns0:cNvPr>
          <ns0:cNvSpPr>
            <ns1:spLocks noGrp="1"/>
          </ns0:cNvSpPr>
          <ns0:nvPr/>
        </ns0:nvSpPr>
        <ns0:spPr>
          <ns1:xfrm>
            <ns1:off x="4610100" y="5505450"/>
            <ns1:ext cx="171450" cy="85725"/>
          </ns1:xfrm>
          <ns1:custGeom>
            <ns1:pathLst>
              <ns1:path w="171450" h="85725">
                <ns1:moveTo>
                  <ns1:pt x="0" y="85725"/>
                </ns1:moveTo>
                <ns1:lnTo>
                  <ns1:pt x="85725" y="0"/>
                </ns1:lnTo>
                <ns1:lnTo>
                  <ns1:pt x="171450" y="85725"/>
                </ns1:lnTo>
                <ns1:close/>
              </ns1:path>
            </ns1:pathLst>
          </ns1:custGeom>
          <ns1:solidFill>
            <ns1:srgbClr val="121820"/>
          </ns1:solidFill>
          <ns1:ln w="0">
            <ns1:noFill/>
            <ns1:prstDash val="solid"/>
          </ns1:ln>
        </ns0:spPr>
      </ns0:sp>
      <ns0:sp>
        <ns0:nvSpPr>
          <ns0:cNvPr id="135" name="trace:S07:content.auto.119">
            <ns1:extLst>
              <ns1:ext uri="{FF2B5EF4-FFF2-40B4-BE49-F238E27FC236}">
                <ns2:creationId id="{CB6256AE-7ACC-449A-BA18-C85A51AA96CA}"/>
              </ns1:ext>
            </ns1:extLst>
          </ns0:cNvPr>
          <ns0:cNvSpPr>
            <ns1:spLocks noGrp="1"/>
          </ns0:cNvSpPr>
          <ns0:nvPr/>
        </ns0:nvSpPr>
        <ns0:spPr>
          <ns1:xfrm>
            <ns1:off x="6429375" y="5553075"/>
            <ns1:ext cx="38100" cy="266700"/>
          </ns1:xfrm>
          <ns1:prstGeom prst="rect">
            <ns1:avLst/>
          </ns1:prstGeom>
          <ns1:solidFill>
            <ns1:srgbClr val="121820"/>
          </ns1:solidFill>
          <ns1:ln w="0">
            <ns1:noFill/>
            <ns1:prstDash val="solid"/>
          </ns1:ln>
        </ns0:spPr>
      </ns0:sp>
      <ns0:sp>
        <ns0:nvSpPr>
          <ns0:cNvPr id="136" name="trace:S07:content.auto.120">
            <ns1:extLst>
              <ns1:ext uri="{FF2B5EF4-FFF2-40B4-BE49-F238E27FC236}">
                <ns2:creationId id="{20230EE6-883E-42D7-900B-8D6968D3FC90}"/>
              </ns1:ext>
            </ns1:extLst>
          </ns0:cNvPr>
          <ns0:cNvSpPr>
            <ns1:spLocks noGrp="1"/>
          </ns0:cNvSpPr>
          <ns0:nvPr/>
        </ns0:nvSpPr>
        <ns0:spPr>
          <ns1:xfrm>
            <ns1:off x="6362700" y="5505450"/>
            <ns1:ext cx="171450" cy="85725"/>
          </ns1:xfrm>
          <ns1:custGeom>
            <ns1:pathLst>
              <ns1:path w="171450" h="85725">
                <ns1:moveTo>
                  <ns1:pt x="0" y="85725"/>
                </ns1:moveTo>
                <ns1:lnTo>
                  <ns1:pt x="85725" y="0"/>
                </ns1:lnTo>
                <ns1:lnTo>
                  <ns1:pt x="171450" y="85725"/>
                </ns1:lnTo>
                <ns1:close/>
              </ns1:path>
            </ns1:pathLst>
          </ns1:custGeom>
          <ns1:solidFill>
            <ns1:srgbClr val="121820"/>
          </ns1:solidFill>
          <ns1:ln w="0">
            <ns1:noFill/>
            <ns1:prstDash val="solid"/>
          </ns1:ln>
        </ns0:spPr>
      </ns0:sp>
      <ns0:sp>
        <ns0:nvSpPr>
          <ns0:cNvPr id="137" name="trace:S07:content.auto.121">
            <ns1:extLst>
              <ns1:ext uri="{FF2B5EF4-FFF2-40B4-BE49-F238E27FC236}">
                <ns2:creationId id="{89D48ECC-05ED-423B-B321-22FE4B315347}"/>
              </ns1:ext>
            </ns1:extLst>
          </ns0:cNvPr>
          <ns0:cNvSpPr>
            <ns1:spLocks noGrp="1"/>
          </ns0:cNvSpPr>
          <ns0:nvPr/>
        </ns0:nvSpPr>
        <ns0:spPr>
          <ns1:xfrm>
            <ns1:off x="8181975" y="5553075"/>
            <ns1:ext cx="38100" cy="266700"/>
          </ns1:xfrm>
          <ns1:prstGeom prst="rect">
            <ns1:avLst/>
          </ns1:prstGeom>
          <ns1:solidFill>
            <ns1:srgbClr val="121820"/>
          </ns1:solidFill>
          <ns1:ln w="0">
            <ns1:noFill/>
            <ns1:prstDash val="solid"/>
          </ns1:ln>
        </ns0:spPr>
      </ns0:sp>
      <ns0:sp>
        <ns0:nvSpPr>
          <ns0:cNvPr id="138" name="trace:S07:content.auto.122">
            <ns1:extLst>
              <ns1:ext uri="{FF2B5EF4-FFF2-40B4-BE49-F238E27FC236}">
                <ns2:creationId id="{0C3D20CF-2D81-4C98-91CB-04034BDACB6D}"/>
              </ns1:ext>
            </ns1:extLst>
          </ns0:cNvPr>
          <ns0:cNvSpPr>
            <ns1:spLocks noGrp="1"/>
          </ns0:cNvSpPr>
          <ns0:nvPr/>
        </ns0:nvSpPr>
        <ns0:spPr>
          <ns1:xfrm>
            <ns1:off x="8115300" y="5505450"/>
            <ns1:ext cx="171450" cy="85725"/>
          </ns1:xfrm>
          <ns1:custGeom>
            <ns1:pathLst>
              <ns1:path w="171450" h="85725">
                <ns1:moveTo>
                  <ns1:pt x="0" y="85725"/>
                </ns1:moveTo>
                <ns1:lnTo>
                  <ns1:pt x="85725" y="0"/>
                </ns1:lnTo>
                <ns1:lnTo>
                  <ns1:pt x="171450" y="85725"/>
                </ns1:lnTo>
                <ns1:close/>
              </ns1:path>
            </ns1:pathLst>
          </ns1:custGeom>
          <ns1:solidFill>
            <ns1:srgbClr val="121820"/>
          </ns1:solidFill>
          <ns1:ln w="0">
            <ns1:noFill/>
            <ns1:prstDash val="solid"/>
          </ns1:ln>
        </ns0:spPr>
      </ns0:sp>
      <ns0:sp>
        <ns0:nvSpPr>
          <ns0:cNvPr id="139" name="trace:S07:content.auto.123">
            <ns1:extLst>
              <ns1:ext uri="{FF2B5EF4-FFF2-40B4-BE49-F238E27FC236}">
                <ns2:creationId id="{C657724E-75E3-4D36-9890-2E2F0A644423}"/>
              </ns1:ext>
            </ns1:extLst>
          </ns0:cNvPr>
          <ns0:cNvSpPr>
            <ns1:spLocks noGrp="1"/>
          </ns0:cNvSpPr>
          <ns0:nvPr/>
        </ns0:nvSpPr>
        <ns0:spPr>
          <ns1:xfrm>
            <ns1:off x="9353550" y="2600325"/>
            <ns1:ext cx="2543175" cy="3810000"/>
          </ns1:xfrm>
          <ns1:prstGeom prst="rect">
            <ns1:avLst/>
          </ns1:prstGeom>
          <ns1:solidFill>
            <ns1:srgbClr val="F1F4F5"/>
          </ns1:solidFill>
          <ns1:ln w="0">
            <ns1:noFill/>
            <ns1:prstDash val="solid"/>
          </ns1:ln>
        </ns0:spPr>
      </ns0:sp>
      <ns0:sp>
        <ns0:nvSpPr>
          <ns0:cNvPr id="140" name="trace:S07:content.auto.124">
            <ns1:extLst>
              <ns1:ext uri="{FF2B5EF4-FFF2-40B4-BE49-F238E27FC236}">
                <ns2:creationId id="{3E0F3B2B-452F-4904-B2BE-28411F37044E}"/>
              </ns1:ext>
            </ns1:extLst>
          </ns0:cNvPr>
          <ns0:cNvSpPr>
            <ns1:spLocks noGrp="1"/>
          </ns0:cNvSpPr>
          <ns0:nvPr/>
        </ns0:nvSpPr>
        <ns0:spPr>
          <ns1:xfrm>
            <ns1:off x="9353550" y="2600325"/>
            <ns1:ext cx="2543175" cy="400050"/>
          </ns1:xfrm>
          <ns1:prstGeom prst="rect">
            <ns1:avLst/>
          </ns1:prstGeom>
          <ns1:solidFill>
            <ns1:srgbClr val="5D666D"/>
          </ns1:solidFill>
          <ns1:ln w="0">
            <ns1:noFill/>
            <ns1:prstDash val="solid"/>
          </ns1:ln>
        </ns0:spPr>
      </ns0:sp>
      <ns0:sp>
        <ns0:nvSpPr>
          <ns0:cNvPr id="141" name="trace:S07:content.auto.125">
            <ns1:extLst>
              <ns1:ext uri="{FF2B5EF4-FFF2-40B4-BE49-F238E27FC236}">
                <ns2:creationId id="{341F4FB4-0AA7-4DB3-8242-FD203FC11EF1}"/>
              </ns1:ext>
            </ns1:extLst>
          </ns0:cNvPr>
          <ns0:cNvSpPr>
            <ns1:spLocks noGrp="1"/>
          </ns0:cNvSpPr>
          <ns0:nvPr/>
        </ns0:nvSpPr>
        <ns0:spPr>
          <ns1:xfrm>
            <ns1:off x="10001250" y="2686050"/>
            <ns1:ext cx="1285875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 algn="ctr">
              <ns1:buNone/>
              <ns1:defRPr sz="1425" b="1">
                <ns1:solidFill>
                  <ns1:srgbClr val="FFFFFF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425" b="1">
                <ns1:solidFill>
                  <ns1:srgbClr val="FFFFFF"/>
                </ns1:solidFill>
                <ns1:latin typeface="Yu Gothic"/>
                <ns1:ea typeface="Yu Gothic"/>
                <ns1:cs typeface="Yu Gothic"/>
              </ns1:rPr>
              <ns1:t>出力・活用</ns1:t>
            </ns1:r>
          </ns1:p>
        </ns0:txBody>
      </ns0:sp>
      <ns0:sp>
        <ns0:nvSpPr>
          <ns0:cNvPr id="142" name="trace:S07:content.auto.126">
            <ns1:extLst>
              <ns1:ext uri="{FF2B5EF4-FFF2-40B4-BE49-F238E27FC236}">
                <ns2:creationId id="{08CA4485-2769-450C-94C1-4773C5E9020F}"/>
              </ns1:ext>
            </ns1:extLst>
          </ns0:cNvPr>
          <ns0:cNvSpPr>
            <ns1:spLocks noGrp="1"/>
          </ns0:cNvSpPr>
          <ns0:nvPr/>
        </ns0:nvSpPr>
        <ns0:spPr>
          <ns1:xfrm>
            <ns1:off x="9448800" y="3076575"/>
            <ns1:ext cx="2333625" cy="666750"/>
          </ns1:xfrm>
          <ns1:prstGeom prst="rect">
            <ns1:avLst/>
          </ns1:prstGeom>
          <ns1:solidFill>
            <ns1:srgbClr val="FFFFFF"/>
          </ns1:solidFill>
          <ns1:ln w="0">
            <ns1:noFill/>
            <ns1:prstDash val="solid"/>
          </ns1:ln>
        </ns0:spPr>
      </ns0:sp>
      <ns0:sp>
        <ns0:nvSpPr>
          <ns0:cNvPr id="143" name="trace:S07:content.auto.127">
            <ns1:extLst>
              <ns1:ext uri="{FF2B5EF4-FFF2-40B4-BE49-F238E27FC236}">
                <ns2:creationId id="{34C69D20-2855-4B5F-A493-00BBD53CAAD5}"/>
              </ns1:ext>
            </ns1:extLst>
          </ns0:cNvPr>
          <ns0:cNvSpPr>
            <ns1:spLocks noGrp="1"/>
          </ns0:cNvSpPr>
          <ns0:nvPr/>
        </ns0:nvSpPr>
        <ns0:spPr>
          <ns1:xfrm>
            <ns1:off x="9663113" y="3238500"/>
            <ns1:ext cx="257175" cy="342900"/>
          </ns1:xfrm>
          <ns1:prstGeom prst="rect">
            <ns1:avLst/>
          </ns1:prstGeom>
          <ns1:noFill/>
          <ns1:ln w="23813">
            <ns1:solidFill>
              <ns1:srgbClr val="121820"/>
            </ns1:solidFill>
            <ns1:prstDash val="solid"/>
          </ns1:ln>
        </ns0:spPr>
      </ns0:sp>
      <ns0:sp>
        <ns0:nvSpPr>
          <ns0:cNvPr id="144" name="trace:S07:content.auto.128">
            <ns1:extLst>
              <ns1:ext uri="{FF2B5EF4-FFF2-40B4-BE49-F238E27FC236}">
                <ns2:creationId id="{86A4A195-744D-4D70-B143-9EE6BD4D2680}"/>
              </ns1:ext>
            </ns1:extLst>
          </ns0:cNvPr>
          <ns0:cNvSpPr>
            <ns1:spLocks noGrp="1"/>
          </ns0:cNvSpPr>
          <ns0:nvPr/>
        </ns0:nvSpPr>
        <ns0:spPr>
          <ns1:xfrm>
            <ns1:off x="9800273" y="3238500"/>
            <ns1:ext cx="120015" cy="120015"/>
          </ns1:xfrm>
          <ns1:custGeom>
            <ns1:pathLst>
              <ns1:path w="120015" h="120015">
                <ns1:moveTo>
                  <ns1:pt x="0" y="0"/>
                </ns1:moveTo>
                <ns1:lnTo>
                  <ns1:pt x="120015" y="120015"/>
                </ns1:lnTo>
                <ns1:lnTo>
                  <ns1:pt x="0" y="120015"/>
                </ns1:lnTo>
                <ns1:close/>
              </ns1:path>
            </ns1:pathLst>
          </ns1:custGeom>
          <ns1:noFill/>
          <ns1:ln w="23813">
            <ns1:solidFill>
              <ns1:srgbClr val="121820"/>
            </ns1:solidFill>
            <ns1:prstDash val="solid"/>
          </ns1:ln>
        </ns0:spPr>
      </ns0:sp>
      <ns0:sp>
        <ns0:nvSpPr>
          <ns0:cNvPr id="145" name="trace:S07:content.auto.129">
            <ns1:extLst>
              <ns1:ext uri="{FF2B5EF4-FFF2-40B4-BE49-F238E27FC236}">
                <ns2:creationId id="{A4E04EDC-D98B-410F-A8E5-3F3087E40606}"/>
              </ns1:ext>
            </ns1:extLst>
          </ns0:cNvPr>
          <ns0:cNvSpPr>
            <ns1:spLocks noGrp="1"/>
          </ns0:cNvSpPr>
          <ns0:nvPr/>
        </ns0:nvSpPr>
        <ns0:spPr>
          <ns1:xfrm>
            <ns1:off x="9714548" y="3375660"/>
            <ns1:ext cx="128588" cy="21431"/>
          </ns1:xfrm>
          <ns1:prstGeom prst="rect">
            <ns1:avLst/>
          </ns1:prstGeom>
          <ns1:solidFill>
            <ns1:srgbClr val="121820"/>
          </ns1:solidFill>
          <ns1:ln w="0">
            <ns1:noFill/>
            <ns1:prstDash val="solid"/>
          </ns1:ln>
        </ns0:spPr>
      </ns0:sp>
      <ns0:sp>
        <ns0:nvSpPr>
          <ns0:cNvPr id="146" name="trace:S07:content.auto.130">
            <ns1:extLst>
              <ns1:ext uri="{FF2B5EF4-FFF2-40B4-BE49-F238E27FC236}">
                <ns2:creationId id="{1E86BA87-B908-46DA-A42E-DA1943595CC5}"/>
              </ns1:ext>
            </ns1:extLst>
          </ns0:cNvPr>
          <ns0:cNvSpPr>
            <ns1:spLocks noGrp="1"/>
          </ns0:cNvSpPr>
          <ns0:nvPr/>
        </ns0:nvSpPr>
        <ns0:spPr>
          <ns1:xfrm>
            <ns1:off x="9714548" y="3452813"/>
            <ns1:ext cx="128588" cy="21431"/>
          </ns1:xfrm>
          <ns1:prstGeom prst="rect">
            <ns1:avLst/>
          </ns1:prstGeom>
          <ns1:solidFill>
            <ns1:srgbClr val="121820"/>
          </ns1:solidFill>
          <ns1:ln w="0">
            <ns1:noFill/>
            <ns1:prstDash val="solid"/>
          </ns1:ln>
        </ns0:spPr>
      </ns0:sp>
      <ns0:sp>
        <ns0:nvSpPr>
          <ns0:cNvPr id="147" name="trace:S07:content.auto.131">
            <ns1:extLst>
              <ns1:ext uri="{FF2B5EF4-FFF2-40B4-BE49-F238E27FC236}">
                <ns2:creationId id="{38D01634-552A-4C5E-B3F5-E6F13EEB280F}"/>
              </ns1:ext>
            </ns1:extLst>
          </ns0:cNvPr>
          <ns0:cNvSpPr>
            <ns1:spLocks noGrp="1"/>
          </ns0:cNvSpPr>
          <ns0:nvPr/>
        </ns0:nvSpPr>
        <ns0:spPr>
          <ns1:xfrm>
            <ns1:off x="10201275" y="3200400"/>
            <ns1:ext cx="1476375" cy="2190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buNone/>
              <ns1:defRPr sz="1200" b="1">
                <ns1:solidFill>
                  <ns1:srgbClr val="12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200" b="1">
                <ns1:solidFill>
                  <ns1:srgbClr val="121820"/>
                </ns1:solidFill>
                <ns1:latin typeface="Yu Gothic"/>
                <ns1:ea typeface="Yu Gothic"/>
                <ns1:cs typeface="Yu Gothic"/>
              </ns1:rPr>
              <ns1:t>提案書</ns1:t>
            </ns1:r>
          </ns1:p>
        </ns0:txBody>
      </ns0:sp>
      <ns0:sp>
        <ns0:nvSpPr>
          <ns0:cNvPr id="148" name="trace:S07:title.primary.10">
            <ns1:extLst>
              <ns1:ext uri="{FF2B5EF4-FFF2-40B4-BE49-F238E27FC236}">
                <ns2:creationId id="{D75D4A3B-3751-4590-8F08-10AC3E60D059}"/>
              </ns1:ext>
            </ns1:extLst>
          </ns0:cNvPr>
          <ns0:cNvSpPr>
            <ns1:spLocks noGrp="1"/>
          </ns0:cNvSpPr>
          <ns0:nvPr/>
        </ns0:nvSpPr>
        <ns0:spPr>
          <ns1:xfrm>
            <ns1:off x="10201275" y="3419475"/>
            <ns1:ext cx="1476375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buNone/>
              <ns1:defRPr sz="900">
                <ns1:solidFill>
                  <ns1:srgbClr val="12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900">
                <ns1:solidFill>
                  <ns1:srgbClr val="121820"/>
                </ns1:solidFill>
                <ns1:latin typeface="Yu Gothic"/>
                <ns1:ea typeface="Yu Gothic"/>
                <ns1:cs typeface="Yu Gothic"/>
              </ns1:rPr>
              <ns1:t>（PPT / PDF / Word）</ns1:t>
            </ns1:r>
          </ns1:p>
        </ns0:txBody>
      </ns0:sp>
      <ns0:sp>
        <ns0:nvSpPr>
          <ns0:cNvPr id="149" name="trace:S07:content.auto.132">
            <ns1:extLst>
              <ns1:ext uri="{FF2B5EF4-FFF2-40B4-BE49-F238E27FC236}">
                <ns2:creationId id="{69374EBC-7010-4EB2-8B49-E8153E1EE06B}"/>
              </ns1:ext>
            </ns1:extLst>
          </ns0:cNvPr>
          <ns0:cNvSpPr>
            <ns1:spLocks noGrp="1"/>
          </ns0:cNvSpPr>
          <ns0:nvPr/>
        </ns0:nvSpPr>
        <ns0:spPr>
          <ns1:xfrm>
            <ns1:off x="9448800" y="3905250"/>
            <ns1:ext cx="2333625" cy="666750"/>
          </ns1:xfrm>
          <ns1:prstGeom prst="rect">
            <ns1:avLst/>
          </ns1:prstGeom>
          <ns1:solidFill>
            <ns1:srgbClr val="FFFFFF"/>
          </ns1:solidFill>
          <ns1:ln w="0">
            <ns1:noFill/>
            <ns1:prstDash val="solid"/>
          </ns1:ln>
        </ns0:spPr>
      </ns0:sp>
      <ns0:sp>
        <ns0:nvSpPr>
          <ns0:cNvPr id="150" name="trace:S07:content.auto.133">
            <ns1:extLst>
              <ns1:ext uri="{FF2B5EF4-FFF2-40B4-BE49-F238E27FC236}">
                <ns2:creationId id="{C6A1585C-78B6-4D2B-B3F9-986F4FA1CDEF}"/>
              </ns1:ext>
            </ns1:extLst>
          </ns0:cNvPr>
          <ns0:cNvSpPr>
            <ns1:spLocks noGrp="1"/>
          </ns0:cNvSpPr>
          <ns0:nvPr/>
        </ns0:nvSpPr>
        <ns0:spPr>
          <ns1:xfrm>
            <ns1:off x="9639300" y="4208145"/>
            <ns1:ext cx="60960" cy="182880"/>
          </ns1:xfrm>
          <ns1:prstGeom prst="rect">
            <ns1:avLst/>
          </ns1:prstGeom>
          <ns1:noFill/>
          <ns1:ln w="23813">
            <ns1:solidFill>
              <ns1:srgbClr val="121820"/>
            </ns1:solidFill>
            <ns1:prstDash val="solid"/>
          </ns1:ln>
        </ns0:spPr>
      </ns0:sp>
      <ns0:sp>
        <ns0:nvSpPr>
          <ns0:cNvPr id="151" name="trace:S07:content.auto.134">
            <ns1:extLst>
              <ns1:ext uri="{FF2B5EF4-FFF2-40B4-BE49-F238E27FC236}">
                <ns2:creationId id="{26535337-EAD0-47A6-8FF9-7D4D0B1B82B6}"/>
              </ns1:ext>
            </ns1:extLst>
          </ns0:cNvPr>
          <ns0:cNvSpPr>
            <ns1:spLocks noGrp="1"/>
          </ns0:cNvSpPr>
          <ns0:nvPr/>
        </ns0:nvSpPr>
        <ns0:spPr>
          <ns1:xfrm>
            <ns1:off x="9753600" y="4116705"/>
            <ns1:ext cx="60960" cy="274320"/>
          </ns1:xfrm>
          <ns1:prstGeom prst="rect">
            <ns1:avLst/>
          </ns1:prstGeom>
          <ns1:noFill/>
          <ns1:ln w="23813">
            <ns1:solidFill>
              <ns1:srgbClr val="121820"/>
            </ns1:solidFill>
            <ns1:prstDash val="solid"/>
          </ns1:ln>
        </ns0:spPr>
      </ns0:sp>
      <ns0:sp>
        <ns0:nvSpPr>
          <ns0:cNvPr id="152" name="trace:S07:content.auto.135">
            <ns1:extLst>
              <ns1:ext uri="{FF2B5EF4-FFF2-40B4-BE49-F238E27FC236}">
                <ns2:creationId id="{496C3037-681A-4D30-B55F-11C12FEFFD6F}"/>
              </ns1:ext>
            </ns1:extLst>
          </ns0:cNvPr>
          <ns0:cNvSpPr>
            <ns1:spLocks noGrp="1"/>
          </ns0:cNvSpPr>
          <ns0:nvPr/>
        </ns0:nvSpPr>
        <ns0:spPr>
          <ns1:xfrm>
            <ns1:off x="9867900" y="4032885"/>
            <ns1:ext cx="60960" cy="358140"/>
          </ns1:xfrm>
          <ns1:prstGeom prst="rect">
            <ns1:avLst/>
          </ns1:prstGeom>
          <ns1:noFill/>
          <ns1:ln w="23813">
            <ns1:solidFill>
              <ns1:srgbClr val="121820"/>
            </ns1:solidFill>
            <ns1:prstDash val="solid"/>
          </ns1:ln>
        </ns0:spPr>
      </ns0:sp>
      <ns0:sp>
        <ns0:nvSpPr>
          <ns0:cNvPr id="153" name="trace:S07:content.auto.136">
            <ns1:extLst>
              <ns1:ext uri="{FF2B5EF4-FFF2-40B4-BE49-F238E27FC236}">
                <ns2:creationId id="{BA8D46F9-B1F5-42BB-818E-1ECB1A8964CF}"/>
              </ns1:ext>
            </ns1:extLst>
          </ns0:cNvPr>
          <ns0:cNvSpPr>
            <ns1:spLocks noGrp="1"/>
          </ns0:cNvSpPr>
          <ns0:nvPr/>
        </ns0:nvSpPr>
        <ns0:spPr>
          <ns1:xfrm>
            <ns1:off x="9608820" y="4391025"/>
            <ns1:ext cx="381000" cy="22860"/>
          </ns1:xfrm>
          <ns1:prstGeom prst="rect">
            <ns1:avLst/>
          </ns1:prstGeom>
          <ns1:solidFill>
            <ns1:srgbClr val="121820"/>
          </ns1:solidFill>
          <ns1:ln w="0">
            <ns1:noFill/>
            <ns1:prstDash val="solid"/>
          </ns1:ln>
        </ns0:spPr>
      </ns0:sp>
      <ns0:sp>
        <ns0:nvSpPr>
          <ns0:cNvPr id="154" name="trace:S07:content.auto.137">
            <ns1:extLst>
              <ns1:ext uri="{FF2B5EF4-FFF2-40B4-BE49-F238E27FC236}">
                <ns2:creationId id="{9E94C6F7-8194-46FD-B184-0793BAC77A22}"/>
              </ns1:ext>
            </ns1:extLst>
          </ns0:cNvPr>
          <ns0:cNvSpPr>
            <ns1:spLocks noGrp="1"/>
          </ns0:cNvSpPr>
          <ns0:nvPr/>
        </ns0:nvSpPr>
        <ns0:spPr>
          <ns1:xfrm>
            <ns1:off x="10201275" y="4029075"/>
            <ns1:ext cx="1476375" cy="2190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buNone/>
              <ns1:defRPr sz="1200" b="1">
                <ns1:solidFill>
                  <ns1:srgbClr val="12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200" b="1">
                <ns1:solidFill>
                  <ns1:srgbClr val="121820"/>
                </ns1:solidFill>
                <ns1:latin typeface="Yu Gothic"/>
                <ns1:ea typeface="Yu Gothic"/>
                <ns1:cs typeface="Yu Gothic"/>
              </ns1:rPr>
              <ns1:t>提案の裏付けデータ</ns1:t>
            </ns1:r>
          </ns1:p>
        </ns0:txBody>
      </ns0:sp>
      <ns0:sp>
        <ns0:nvSpPr>
          <ns0:cNvPr id="155" name="trace:S07:content.auto.138">
            <ns1:extLst>
              <ns1:ext uri="{FF2B5EF4-FFF2-40B4-BE49-F238E27FC236}">
                <ns2:creationId id="{D92A6F45-1287-4FD0-839A-EB8DA4ABAE52}"/>
              </ns1:ext>
            </ns1:extLst>
          </ns0:cNvPr>
          <ns0:cNvSpPr>
            <ns1:spLocks noGrp="1"/>
          </ns0:cNvSpPr>
          <ns0:nvPr/>
        </ns0:nvSpPr>
        <ns0:spPr>
          <ns1:xfrm>
            <ns1:off x="10201275" y="4248150"/>
            <ns1:ext cx="1476375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buNone/>
              <ns1:defRPr sz="900">
                <ns1:solidFill>
                  <ns1:srgbClr val="12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900">
                <ns1:solidFill>
                  <ns1:srgbClr val="121820"/>
                </ns1:solidFill>
                <ns1:latin typeface="Yu Gothic"/>
                <ns1:ea typeface="Yu Gothic"/>
                <ns1:cs typeface="Yu Gothic"/>
              </ns1:rPr>
              <ns1:t>（グラフ・根拠資料）</ns1:t>
            </ns1:r>
          </ns1:p>
        </ns0:txBody>
      </ns0:sp>
      <ns0:sp>
        <ns0:nvSpPr>
          <ns0:cNvPr id="156" name="trace:S07:content.auto.139">
            <ns1:extLst>
              <ns1:ext uri="{FF2B5EF4-FFF2-40B4-BE49-F238E27FC236}">
                <ns2:creationId id="{2BE57F72-4499-49A0-AB5B-9FBA97A6FDEC}"/>
              </ns1:ext>
            </ns1:extLst>
          </ns0:cNvPr>
          <ns0:cNvSpPr>
            <ns1:spLocks noGrp="1"/>
          </ns0:cNvSpPr>
          <ns0:nvPr/>
        </ns0:nvSpPr>
        <ns0:spPr>
          <ns1:xfrm>
            <ns1:off x="9448800" y="4733925"/>
            <ns1:ext cx="2333625" cy="666750"/>
          </ns1:xfrm>
          <ns1:prstGeom prst="rect">
            <ns1:avLst/>
          </ns1:prstGeom>
          <ns1:solidFill>
            <ns1:srgbClr val="FFFFFF"/>
          </ns1:solidFill>
          <ns1:ln w="0">
            <ns1:noFill/>
            <ns1:prstDash val="solid"/>
          </ns1:ln>
        </ns0:spPr>
      </ns0:sp>
      <ns0:sp>
        <ns0:nvSpPr>
          <ns0:cNvPr id="157" name="trace:S07:content.auto.140">
            <ns1:extLst>
              <ns1:ext uri="{FF2B5EF4-FFF2-40B4-BE49-F238E27FC236}">
                <ns2:creationId id="{F29C320F-4005-4944-A9CD-F325AE44A0BB}"/>
              </ns1:ext>
            </ns1:extLst>
          </ns0:cNvPr>
          <ns0:cNvSpPr>
            <ns1:spLocks noGrp="1"/>
          </ns0:cNvSpPr>
          <ns0:nvPr/>
        </ns0:nvSpPr>
        <ns0:spPr>
          <ns1:xfrm>
            <ns1:off x="9723120" y="4899660"/>
            <ns1:ext cx="137160" cy="137160"/>
          </ns1:xfrm>
          <ns1:prstGeom prst="ellipse">
            <ns1:avLst/>
          </ns1:prstGeom>
          <ns1:noFill/>
          <ns1:ln w="23813">
            <ns1:solidFill>
              <ns1:srgbClr val="121820"/>
            </ns1:solidFill>
            <ns1:prstDash val="solid"/>
          </ns1:ln>
        </ns0:spPr>
      </ns0:sp>
      <ns0:sp>
        <ns0:nvSpPr>
          <ns0:cNvPr id="158" name="trace:S07:content.auto.141">
            <ns1:extLst>
              <ns1:ext uri="{FF2B5EF4-FFF2-40B4-BE49-F238E27FC236}">
                <ns2:creationId id="{7EC91AD4-83C9-4878-BF87-6BAAE14704F4}"/>
              </ns1:ext>
            </ns1:extLst>
          </ns0:cNvPr>
          <ns0:cNvSpPr>
            <ns1:spLocks noGrp="1"/>
          </ns0:cNvSpPr>
          <ns0:nvPr/>
        </ns0:nvSpPr>
        <ns0:spPr>
          <ns1:xfrm>
            <ns1:off x="9585960" y="4953000"/>
            <ns1:ext cx="106680" cy="106680"/>
          </ns1:xfrm>
          <ns1:prstGeom prst="ellipse">
            <ns1:avLst/>
          </ns1:prstGeom>
          <ns1:noFill/>
          <ns1:ln w="23813">
            <ns1:solidFill>
              <ns1:srgbClr val="121820"/>
            </ns1:solidFill>
            <ns1:prstDash val="solid"/>
          </ns1:ln>
        </ns0:spPr>
      </ns0:sp>
      <ns0:sp>
        <ns0:nvSpPr>
          <ns0:cNvPr id="159" name="trace:S07:content.auto.142">
            <ns1:extLst>
              <ns1:ext uri="{FF2B5EF4-FFF2-40B4-BE49-F238E27FC236}">
                <ns2:creationId id="{34EFC623-1C5E-47DF-B1CF-7BE2945774C0}"/>
              </ns1:ext>
            </ns1:extLst>
          </ns0:cNvPr>
          <ns0:cNvSpPr>
            <ns1:spLocks noGrp="1"/>
          </ns0:cNvSpPr>
          <ns0:nvPr/>
        </ns0:nvSpPr>
        <ns0:spPr>
          <ns1:xfrm>
            <ns1:off x="9890760" y="4953000"/>
            <ns1:ext cx="106680" cy="106680"/>
          </ns1:xfrm>
          <ns1:prstGeom prst="ellipse">
            <ns1:avLst/>
          </ns1:prstGeom>
          <ns1:noFill/>
          <ns1:ln w="23813">
            <ns1:solidFill>
              <ns1:srgbClr val="121820"/>
            </ns1:solidFill>
            <ns1:prstDash val="solid"/>
          </ns1:ln>
        </ns0:spPr>
      </ns0:sp>
      <ns0:sp>
        <ns0:nvSpPr>
          <ns0:cNvPr id="160" name="trace:S07:content.auto.143">
            <ns1:extLst>
              <ns1:ext uri="{FF2B5EF4-FFF2-40B4-BE49-F238E27FC236}">
                <ns2:creationId id="{E446357F-BBC6-403D-B6D4-695D8BB6AE61}"/>
              </ns1:ext>
            </ns1:extLst>
          </ns0:cNvPr>
          <ns0:cNvSpPr>
            <ns1:spLocks noGrp="1"/>
          </ns0:cNvSpPr>
          <ns0:nvPr/>
        </ns0:nvSpPr>
        <ns0:spPr>
          <ns1:xfrm>
            <ns1:off x="9639300" y="5059680"/>
            <ns1:ext cx="304800" cy="182880"/>
          </ns1:xfrm>
          <ns1:custGeom>
            <ns1:pathLst>
              <ns1:path w="304800" h="182880">
                <ns1:moveTo>
                  <ns1:pt x="0" y="182880"/>
                </ns1:moveTo>
                <ns1:lnTo>
                  <ns1:pt x="30480" y="60960"/>
                </ns1:lnTo>
                <ns1:lnTo>
                  <ns1:pt x="99060" y="0"/>
                </ns1:lnTo>
                <ns1:lnTo>
                  <ns1:pt x="205740" y="0"/>
                </ns1:lnTo>
                <ns1:lnTo>
                  <ns1:pt x="274320" y="60960"/>
                </ns1:lnTo>
                <ns1:lnTo>
                  <ns1:pt x="304800" y="182880"/>
                </ns1:lnTo>
                <ns1:close/>
              </ns1:path>
            </ns1:pathLst>
          </ns1:custGeom>
          <ns1:noFill/>
          <ns1:ln w="23813">
            <ns1:solidFill>
              <ns1:srgbClr val="121820"/>
            </ns1:solidFill>
            <ns1:prstDash val="solid"/>
          </ns1:ln>
        </ns0:spPr>
      </ns0:sp>
      <ns0:sp>
        <ns0:nvSpPr>
          <ns0:cNvPr id="161" name="trace:S07:content.auto.144">
            <ns1:extLst>
              <ns1:ext uri="{FF2B5EF4-FFF2-40B4-BE49-F238E27FC236}">
                <ns2:creationId id="{5F1352ED-FA3F-4A2B-9E96-0CFCF8886E4B}"/>
              </ns1:ext>
            </ns1:extLst>
          </ns0:cNvPr>
          <ns0:cNvSpPr>
            <ns1:spLocks noGrp="1"/>
          </ns0:cNvSpPr>
          <ns0:nvPr/>
        </ns0:nvSpPr>
        <ns0:spPr>
          <ns1:xfrm>
            <ns1:off x="10201275" y="4857750"/>
            <ns1:ext cx="1476375" cy="2190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buNone/>
              <ns1:defRPr sz="1200" b="1">
                <ns1:solidFill>
                  <ns1:srgbClr val="12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200" b="1">
                <ns1:solidFill>
                  <ns1:srgbClr val="121820"/>
                </ns1:solidFill>
                <ns1:latin typeface="Yu Gothic"/>
                <ns1:ea typeface="Yu Gothic"/>
                <ns1:cs typeface="Yu Gothic"/>
              </ns1:rPr>
              <ns1:t>社内共有</ns1:t>
            </ns1:r>
          </ns1:p>
        </ns0:txBody>
      </ns0:sp>
      <ns0:sp>
        <ns0:nvSpPr>
          <ns0:cNvPr id="162" name="trace:S07:content.auto.145">
            <ns1:extLst>
              <ns1:ext uri="{FF2B5EF4-FFF2-40B4-BE49-F238E27FC236}">
                <ns2:creationId id="{A1C7C59E-2CB0-4C38-ADD3-C3C179B97267}"/>
              </ns1:ext>
            </ns1:extLst>
          </ns0:cNvPr>
          <ns0:cNvSpPr>
            <ns1:spLocks noGrp="1"/>
          </ns0:cNvSpPr>
          <ns0:nvPr/>
        </ns0:nvSpPr>
        <ns0:spPr>
          <ns1:xfrm>
            <ns1:off x="10201275" y="5076825"/>
            <ns1:ext cx="1476375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buNone/>
              <ns1:defRPr sz="900">
                <ns1:solidFill>
                  <ns1:srgbClr val="12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900">
                <ns1:solidFill>
                  <ns1:srgbClr val="121820"/>
                </ns1:solidFill>
                <ns1:latin typeface="Yu Gothic"/>
                <ns1:ea typeface="Yu Gothic"/>
                <ns1:cs typeface="Yu Gothic"/>
              </ns1:rPr>
              <ns1:t>（関係者とのコラボレーション）</ns1:t>
            </ns1:r>
          </ns1:p>
        </ns0:txBody>
      </ns0:sp>
      <ns0:sp>
        <ns0:nvSpPr>
          <ns0:cNvPr id="163" name="trace:S07:content.auto.146">
            <ns1:extLst>
              <ns1:ext uri="{FF2B5EF4-FFF2-40B4-BE49-F238E27FC236}">
                <ns2:creationId id="{96241B11-8103-444A-8074-2573E5B6D118}"/>
              </ns1:ext>
            </ns1:extLst>
          </ns0:cNvPr>
          <ns0:cNvSpPr>
            <ns1:spLocks noGrp="1"/>
          </ns0:cNvSpPr>
          <ns0:nvPr/>
        </ns0:nvSpPr>
        <ns0:spPr>
          <ns1:xfrm>
            <ns1:off x="9448800" y="5562600"/>
            <ns1:ext cx="2333625" cy="666750"/>
          </ns1:xfrm>
          <ns1:prstGeom prst="rect">
            <ns1:avLst/>
          </ns1:prstGeom>
          <ns1:solidFill>
            <ns1:srgbClr val="FFFFFF"/>
          </ns1:solidFill>
          <ns1:ln w="0">
            <ns1:noFill/>
            <ns1:prstDash val="solid"/>
          </ns1:ln>
        </ns0:spPr>
      </ns0:sp>
      <ns0:sp>
        <ns0:nvSpPr>
          <ns0:cNvPr id="164" name="trace:S07:content.auto.147">
            <ns1:extLst>
              <ns1:ext uri="{FF2B5EF4-FFF2-40B4-BE49-F238E27FC236}">
                <ns2:creationId id="{8CE4FA53-B05B-4330-BF9F-708CE85A6027}"/>
              </ns1:ext>
            </ns1:extLst>
          </ns0:cNvPr>
          <ns0:cNvSpPr>
            <ns1:spLocks noGrp="1"/>
          </ns0:cNvSpPr>
          <ns0:nvPr/>
        </ns0:nvSpPr>
        <ns0:spPr>
          <ns1:xfrm>
            <ns1:off x="9620250" y="5860256"/>
            <ns1:ext cx="185738" cy="157163"/>
          </ns1:xfrm>
          <ns1:prstGeom prst="ellipse">
            <ns1:avLst/>
          </ns1:prstGeom>
          <ns1:noFill/>
          <ns1:ln w="23813">
            <ns1:solidFill>
              <ns1:srgbClr val="121820"/>
            </ns1:solidFill>
            <ns1:prstDash val="solid"/>
          </ns1:ln>
        </ns0:spPr>
      </ns0:sp>
      <ns0:sp>
        <ns0:nvSpPr>
          <ns0:cNvPr id="165" name="trace:S07:content.auto.148">
            <ns1:extLst>
              <ns1:ext uri="{FF2B5EF4-FFF2-40B4-BE49-F238E27FC236}">
                <ns2:creationId id="{929C3C15-6DCD-4097-9F64-7A5274DDDE66}"/>
              </ns1:ext>
            </ns1:extLst>
          </ns0:cNvPr>
          <ns0:cNvSpPr>
            <ns1:spLocks noGrp="1"/>
          </ns0:cNvSpPr>
          <ns0:nvPr/>
        </ns0:nvSpPr>
        <ns0:spPr>
          <ns1:xfrm>
            <ns1:off x="9734550" y="5767388"/>
            <ns1:ext cx="221456" cy="221456"/>
          </ns1:xfrm>
          <ns1:prstGeom prst="ellipse">
            <ns1:avLst/>
          </ns1:prstGeom>
          <ns1:noFill/>
          <ns1:ln w="23813">
            <ns1:solidFill>
              <ns1:srgbClr val="121820"/>
            </ns1:solidFill>
            <ns1:prstDash val="solid"/>
          </ns1:ln>
        </ns0:spPr>
      </ns0:sp>
      <ns0:sp>
        <ns0:nvSpPr>
          <ns0:cNvPr id="166" name="trace:S07:content.auto.149">
            <ns1:extLst>
              <ns1:ext uri="{FF2B5EF4-FFF2-40B4-BE49-F238E27FC236}">
                <ns2:creationId id="{CFD67AB0-76DF-4865-847A-4FC7E42AAB27}"/>
              </ns1:ext>
            </ns1:extLst>
          </ns0:cNvPr>
          <ns0:cNvSpPr>
            <ns1:spLocks noGrp="1"/>
          </ns0:cNvSpPr>
          <ns0:nvPr/>
        </ns0:nvSpPr>
        <ns0:spPr>
          <ns1:xfrm>
            <ns1:off x="9877425" y="5881688"/>
            <ns1:ext cx="178594" cy="135731"/>
          </ns1:xfrm>
          <ns1:prstGeom prst="ellipse">
            <ns1:avLst/>
          </ns1:prstGeom>
          <ns1:noFill/>
          <ns1:ln w="23813">
            <ns1:solidFill>
              <ns1:srgbClr val="121820"/>
            </ns1:solidFill>
            <ns1:prstDash val="solid"/>
          </ns1:ln>
        </ns0:spPr>
      </ns0:sp>
      <ns0:sp>
        <ns0:nvSpPr>
          <ns0:cNvPr id="167" name="trace:S07:content.auto.150">
            <ns1:extLst>
              <ns1:ext uri="{FF2B5EF4-FFF2-40B4-BE49-F238E27FC236}">
                <ns2:creationId id="{734DA3E3-483A-4020-A452-E36241F895FC}"/>
              </ns1:ext>
            </ns1:extLst>
          </ns0:cNvPr>
          <ns0:cNvSpPr>
            <ns1:spLocks noGrp="1"/>
          </ns0:cNvSpPr>
          <ns0:nvPr/>
        </ns0:nvSpPr>
        <ns0:spPr>
          <ns1:xfrm>
            <ns1:off x="9613106" y="5924550"/>
            <ns1:ext cx="428625" cy="92869"/>
          </ns1:xfrm>
          <ns1:prstGeom prst="rect">
            <ns1:avLst/>
          </ns1:prstGeom>
          <ns1:solidFill>
            <ns1:srgbClr val="FFFFFF"/>
          </ns1:solidFill>
          <ns1:ln w="0">
            <ns1:noFill/>
            <ns1:prstDash val="solid"/>
          </ns1:ln>
        </ns0:spPr>
      </ns0:sp>
      <ns0:sp>
        <ns0:nvSpPr>
          <ns0:cNvPr id="168" name="trace:S07:content.auto.151">
            <ns1:extLst>
              <ns1:ext uri="{FF2B5EF4-FFF2-40B4-BE49-F238E27FC236}">
                <ns2:creationId id="{8CF78F62-4BEB-4A25-8684-40E832928E87}"/>
              </ns1:ext>
            </ns1:extLst>
          </ns0:cNvPr>
          <ns0:cNvSpPr>
            <ns1:spLocks noGrp="1"/>
          </ns0:cNvSpPr>
          <ns0:nvPr/>
        </ns0:nvSpPr>
        <ns0:spPr>
          <ns1:xfrm>
            <ns1:off x="9620250" y="6010275"/>
            <ns1:ext cx="400050" cy="19050"/>
          </ns1:xfrm>
          <ns1:prstGeom prst="rect">
            <ns1:avLst/>
          </ns1:prstGeom>
          <ns1:solidFill>
            <ns1:srgbClr val="121820"/>
          </ns1:solidFill>
          <ns1:ln w="0">
            <ns1:noFill/>
            <ns1:prstDash val="solid"/>
          </ns1:ln>
        </ns0:spPr>
      </ns0:sp>
      <ns0:sp>
        <ns0:nvSpPr>
          <ns0:cNvPr id="169" name="trace:S07:content.auto.152">
            <ns1:extLst>
              <ns1:ext uri="{FF2B5EF4-FFF2-40B4-BE49-F238E27FC236}">
                <ns2:creationId id="{FAEBC3E0-EFE7-4A27-B1B8-938D741B90EB}"/>
              </ns1:ext>
            </ns1:extLst>
          </ns0:cNvPr>
          <ns0:cNvSpPr>
            <ns1:spLocks noGrp="1"/>
          </ns0:cNvSpPr>
          <ns0:nvPr/>
        </ns0:nvSpPr>
        <ns0:spPr>
          <ns1:xfrm>
            <ns1:off x="10201275" y="5686425"/>
            <ns1:ext cx="1476375" cy="2190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buNone/>
              <ns1:defRPr sz="1200" b="1">
                <ns1:solidFill>
                  <ns1:srgbClr val="12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200" b="1">
                <ns1:solidFill>
                  <ns1:srgbClr val="121820"/>
                </ns1:solidFill>
                <ns1:latin typeface="Yu Gothic"/>
                <ns1:ea typeface="Yu Gothic"/>
                <ns1:cs typeface="Yu Gothic"/>
              </ns1:rPr>
              <ns1:t>将来的な拡張</ns1:t>
            </ns1:r>
          </ns1:p>
        </ns0:txBody>
      </ns0:sp>
      <ns0:sp>
        <ns0:nvSpPr>
          <ns0:cNvPr id="170" name="trace:S07:content.auto.153">
            <ns1:extLst>
              <ns1:ext uri="{FF2B5EF4-FFF2-40B4-BE49-F238E27FC236}">
                <ns2:creationId id="{3D529D31-2774-4369-9D57-2F37905C7718}"/>
              </ns1:ext>
            </ns1:extLst>
          </ns0:cNvPr>
          <ns0:cNvSpPr>
            <ns1:spLocks noGrp="1"/>
          </ns0:cNvSpPr>
          <ns0:nvPr/>
        </ns0:nvSpPr>
        <ns0:spPr>
          <ns1:xfrm>
            <ns1:off x="10201275" y="5905500"/>
            <ns1:ext cx="1476375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buNone/>
              <ns1:defRPr sz="900">
                <ns1:solidFill>
                  <ns1:srgbClr val="12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900">
                <ns1:solidFill>
                  <ns1:srgbClr val="121820"/>
                </ns1:solidFill>
                <ns1:latin typeface="Yu Gothic"/>
                <ns1:ea typeface="Yu Gothic"/>
                <ns1:cs typeface="Yu Gothic"/>
              </ns1:rPr>
              <ns1:t>（他業務への展開・他システム連携）</ns1:t>
            </ns1:r>
          </ns1:p>
        </ns0:txBody>
      </ns0:sp>
      <ns0:sp>
        <ns0:nvSpPr>
          <ns0:cNvPr id="171" name="trace:S07:content.auto.154">
            <ns1:extLst>
              <ns1:ext uri="{FF2B5EF4-FFF2-40B4-BE49-F238E27FC236}">
                <ns2:creationId id="{7CB3EBD4-65A7-441C-880D-7C24020B3812}"/>
              </ns1:ext>
            </ns1:extLst>
          </ns0:cNvPr>
          <ns0:cNvSpPr>
            <ns1:spLocks noGrp="1"/>
          </ns0:cNvSpPr>
          <ns0:nvPr/>
        </ns0:nvSpPr>
        <ns0:spPr>
          <ns1:xfrm>
            <ns1:off x="276225" y="6724650"/>
            <ns1:ext cx="428625" cy="38100"/>
          </ns1:xfrm>
          <ns1:prstGeom prst="rect">
            <ns1:avLst/>
          </ns1:prstGeom>
          <ns1:solidFill>
            <ns1:srgbClr val="E31B23"/>
          </ns1:solidFill>
          <ns1:ln w="0">
            <ns1:noFill/>
            <ns1:prstDash val="solid"/>
          </ns1:ln>
        </ns0:spPr>
      </ns0:sp>
      <ns0:sp>
        <ns0:nvSpPr>
          <ns0:cNvPr id="172" name="trace:S07:content.auto.155">
            <ns1:extLst>
              <ns1:ext uri="{FF2B5EF4-FFF2-40B4-BE49-F238E27FC236}">
                <ns2:creationId id="{82F8BAD6-F397-4677-B574-3FBB01C04FDC}"/>
              </ns1:ext>
            </ns1:extLst>
          </ns0:cNvPr>
          <ns0:cNvSpPr>
            <ns1:spLocks noGrp="1"/>
          </ns0:cNvSpPr>
          <ns0:nvPr/>
        </ns0:nvSpPr>
        <ns0:spPr>
          <ns1:xfrm>
            <ns1:off x="847725" y="6610350"/>
            <ns1:ext cx="1619250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buNone/>
              <ns1:defRPr sz="1575" b="1">
                <ns1:solidFill>
                  <ns1:srgbClr val="12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575" b="1">
                <ns1:solidFill>
                  <ns1:srgbClr val="121820"/>
                </ns1:solidFill>
                <ns1:latin typeface="Yu Gothic"/>
                <ns1:ea typeface="Yu Gothic"/>
                <ns1:cs typeface="Yu Gothic"/>
              </ns1:rPr>
              <ns1:t>導入のポイント</ns1:t>
            </ns1:r>
          </ns1:p>
        </ns0:txBody>
      </ns0:sp>
      <ns0:sp>
        <ns0:nvSpPr>
          <ns0:cNvPr id="173" name="trace:S07:content.auto.156">
            <ns1:extLst>
              <ns1:ext uri="{FF2B5EF4-FFF2-40B4-BE49-F238E27FC236}">
                <ns2:creationId id="{DA8577B4-9ADC-4A54-8346-D2A6492DD4B8}"/>
              </ns1:ext>
            </ns1:extLst>
          </ns0:cNvPr>
          <ns0:cNvSpPr>
            <ns1:spLocks noGrp="1"/>
          </ns0:cNvSpPr>
          <ns0:nvPr/>
        </ns0:nvSpPr>
        <ns0:spPr>
          <ns1:xfrm>
            <ns1:off x="2476500" y="6743700"/>
            <ns1:ext cx="9429750" cy="9525"/>
          </ns1:xfrm>
          <ns1:prstGeom prst="rect">
            <ns1:avLst/>
          </ns1:prstGeom>
          <ns1:solidFill>
            <ns1:srgbClr val="CFD6DA"/>
          </ns1:solidFill>
          <ns1:ln w="0">
            <ns1:noFill/>
            <ns1:prstDash val="solid"/>
          </ns1:ln>
        </ns0:spPr>
      </ns0:sp>
      <ns0:sp>
        <ns0:nvSpPr>
          <ns0:cNvPr id="174" name="trace:S07:content.auto.157">
            <ns1:extLst>
              <ns1:ext uri="{FF2B5EF4-FFF2-40B4-BE49-F238E27FC236}">
                <ns2:creationId id="{F8AF6273-5CD2-48E1-9909-8FB8E3B9DB8D}"/>
              </ns1:ext>
            </ns1:extLst>
          </ns0:cNvPr>
          <ns0:cNvSpPr>
            <ns1:spLocks noGrp="1"/>
          </ns0:cNvSpPr>
          <ns0:nvPr/>
        </ns0:nvSpPr>
        <ns0:spPr>
          <ns1:xfrm>
            <ns1:off x="619125" y="7010400"/>
            <ns1:ext cx="476250" cy="476250"/>
          </ns1:xfrm>
          <ns1:prstGeom prst="ellipse">
            <ns1:avLst/>
          </ns1:prstGeom>
          <ns1:solidFill>
            <ns1:srgbClr val="E31B23"/>
          </ns1:solidFill>
          <ns1:ln w="0">
            <ns1:noFill/>
            <ns1:prstDash val="solid"/>
          </ns1:ln>
        </ns0:spPr>
      </ns0:sp>
      <ns0:sp>
        <ns0:nvSpPr>
          <ns0:cNvPr id="175" name="trace:S07:content.auto.158">
            <ns1:extLst>
              <ns1:ext uri="{FF2B5EF4-FFF2-40B4-BE49-F238E27FC236}">
                <ns2:creationId id="{CA8521A4-4BFB-4095-9C09-413F92556AD4}"/>
              </ns1:ext>
            </ns1:extLst>
          </ns0:cNvPr>
          <ns0:cNvSpPr>
            <ns1:spLocks noGrp="1"/>
          </ns0:cNvSpPr>
          <ns0:nvPr/>
        </ns0:nvSpPr>
        <ns0:spPr>
          <ns1:xfrm>
            <ns1:off x="619125" y="7115175"/>
            <ns1:ext cx="476250" cy="238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 algn="ctr">
              <ns1:buNone/>
              <ns1:defRPr sz="1350" b="1">
                <ns1:solidFill>
                  <ns1:srgbClr val="FFFFFF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350" b="1">
                <ns1:solidFill>
                  <ns1:srgbClr val="FFFFFF"/>
                </ns1:solidFill>
                <ns1:latin typeface="Yu Gothic"/>
                <ns1:ea typeface="Yu Gothic"/>
                <ns1:cs typeface="Yu Gothic"/>
              </ns1:rPr>
              <ns1:t>01</ns1:t>
            </ns1:r>
          </ns1:p>
        </ns0:txBody>
      </ns0:sp>
      <ns0:sp>
        <ns0:nvSpPr>
          <ns0:cNvPr id="176" name="trace:S07:content.auto.159">
            <ns1:extLst>
              <ns1:ext uri="{FF2B5EF4-FFF2-40B4-BE49-F238E27FC236}">
                <ns2:creationId id="{ACAB71C7-62DD-44F3-8A61-EADFC7662DF3}"/>
              </ns1:ext>
            </ns1:extLst>
          </ns0:cNvPr>
          <ns0:cNvSpPr>
            <ns1:spLocks noGrp="1"/>
          </ns0:cNvSpPr>
          <ns0:nvPr/>
        </ns0:nvSpPr>
        <ns0:spPr>
          <ns1:xfrm>
            <ns1:off x="1228725" y="6991350"/>
            <ns1:ext cx="2476500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buNone/>
              <ns1:defRPr sz="1275" b="1">
                <ns1:solidFill>
                  <ns1:srgbClr val="E31B23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275" b="1">
                <ns1:solidFill>
                  <ns1:srgbClr val="E31B23"/>
                </ns1:solidFill>
                <ns1:latin typeface="Yu Gothic"/>
                <ns1:ea typeface="Yu Gothic"/>
                <ns1:cs typeface="Yu Gothic"/>
              </ns1:rPr>
              <ns1:t>今ある資産を活かせる</ns1:t>
            </ns1:r>
          </ns1:p>
        </ns0:txBody>
      </ns0:sp>
      <ns0:sp>
        <ns0:nvSpPr>
          <ns0:cNvPr id="177" name="trace:S07:content.auto.160">
            <ns1:extLst>
              <ns1:ext uri="{FF2B5EF4-FFF2-40B4-BE49-F238E27FC236}">
                <ns2:creationId id="{E8C5D22B-DAD8-4F77-844A-5A3EF259915A}"/>
              </ns1:ext>
            </ns1:extLst>
          </ns0:cNvPr>
          <ns0:cNvSpPr>
            <ns1:spLocks noGrp="1"/>
          </ns0:cNvSpPr>
          <ns0:nvPr/>
        </ns0:nvSpPr>
        <ns0:spPr>
          <ns1:xfrm>
            <ns1:off x="1228725" y="7334250"/>
            <ns1:ext cx="3143250" cy="4572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lnSpc>
                <ns1:spcPct val="115000"/>
              </ns1:lnSpc>
              <ns1:buNone/>
              <ns1:defRPr sz="1050">
                <ns1:solidFill>
                  <ns1:srgbClr val="5D6A76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050">
                <ns1:solidFill>
                  <ns1:srgbClr val="5D6A76"/>
                </ns1:solidFill>
                <ns1:latin typeface="Yu Gothic"/>
                <ns1:ea typeface="Yu Gothic"/>
                <ns1:cs typeface="Yu Gothic"/>
              </ns1:rPr>
              <ns1:t>既存システム・ドキュメント・営業データと連携し、</ns1:t>
            </ns1:r>
          </ns1:p>
          <ns1:p>
            <ns1:pPr>
              <ns1:lnSpc>
                <ns1:spcPct val="115000"/>
              </ns1:lnSpc>
              <ns1:buNone/>
              <ns1:defRPr sz="1050">
                <ns1:solidFill>
                  <ns1:srgbClr val="5D6A76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050">
                <ns1:solidFill>
                  <ns1:srgbClr val="5D6A76"/>
                </ns1:solidFill>
                <ns1:latin typeface="Yu Gothic"/>
                <ns1:ea typeface="Yu Gothic"/>
                <ns1:cs typeface="Yu Gothic"/>
              </ns1:rPr>
              <ns1:t>新たなデータ入力の負荷を最小化。</ns1:t>
            </ns1:r>
          </ns1:p>
        </ns0:txBody>
      </ns0:sp>
      <ns0:sp>
        <ns0:nvSpPr>
          <ns0:cNvPr id="178" name="trace:S07:content.auto.161">
            <ns1:extLst>
              <ns1:ext uri="{FF2B5EF4-FFF2-40B4-BE49-F238E27FC236}">
                <ns2:creationId id="{D4ADAA43-EDD3-4E63-A91D-F31C2D5C9E84}"/>
              </ns1:ext>
            </ns1:extLst>
          </ns0:cNvPr>
          <ns0:cNvSpPr>
            <ns1:spLocks noGrp="1"/>
          </ns0:cNvSpPr>
          <ns0:nvPr/>
        </ns0:nvSpPr>
        <ns0:spPr>
          <ns1:xfrm>
            <ns1:off x="4714875" y="6991350"/>
            <ns1:ext cx="9525" cy="1009650"/>
          </ns1:xfrm>
          <ns1:prstGeom prst="rect">
            <ns1:avLst/>
          </ns1:prstGeom>
          <ns1:solidFill>
            <ns1:srgbClr val="CFD6DA"/>
          </ns1:solidFill>
          <ns1:ln w="0">
            <ns1:noFill/>
            <ns1:prstDash val="solid"/>
          </ns1:ln>
        </ns0:spPr>
      </ns0:sp>
      <ns0:sp>
        <ns0:nvSpPr>
          <ns0:cNvPr id="179" name="trace:S07:content.auto.162">
            <ns1:extLst>
              <ns1:ext uri="{FF2B5EF4-FFF2-40B4-BE49-F238E27FC236}">
                <ns2:creationId id="{1F5D0A86-2ADF-4238-B821-C15ED8B20ACB}"/>
              </ns1:ext>
            </ns1:extLst>
          </ns0:cNvPr>
          <ns0:cNvSpPr>
            <ns1:spLocks noGrp="1"/>
          </ns0:cNvSpPr>
          <ns0:nvPr/>
        </ns0:nvSpPr>
        <ns0:spPr>
          <ns1:xfrm>
            <ns1:off x="4886325" y="7010400"/>
            <ns1:ext cx="476250" cy="476250"/>
          </ns1:xfrm>
          <ns1:prstGeom prst="ellipse">
            <ns1:avLst/>
          </ns1:prstGeom>
          <ns1:solidFill>
            <ns1:srgbClr val="E31B23"/>
          </ns1:solidFill>
          <ns1:ln w="0">
            <ns1:noFill/>
            <ns1:prstDash val="solid"/>
          </ns1:ln>
        </ns0:spPr>
      </ns0:sp>
      <ns0:sp>
        <ns0:nvSpPr>
          <ns0:cNvPr id="180" name="trace:S07:content.auto.163">
            <ns1:extLst>
              <ns1:ext uri="{FF2B5EF4-FFF2-40B4-BE49-F238E27FC236}">
                <ns2:creationId id="{05841CE2-486A-47A8-A8FD-1B2458F91828}"/>
              </ns1:ext>
            </ns1:extLst>
          </ns0:cNvPr>
          <ns0:cNvSpPr>
            <ns1:spLocks noGrp="1"/>
          </ns0:cNvSpPr>
          <ns0:nvPr/>
        </ns0:nvSpPr>
        <ns0:spPr>
          <ns1:xfrm>
            <ns1:off x="4886325" y="7115175"/>
            <ns1:ext cx="476250" cy="238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 algn="ctr">
              <ns1:buNone/>
              <ns1:defRPr sz="1350" b="1">
                <ns1:solidFill>
                  <ns1:srgbClr val="FFFFFF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350" b="1">
                <ns1:solidFill>
                  <ns1:srgbClr val="FFFFFF"/>
                </ns1:solidFill>
                <ns1:latin typeface="Yu Gothic"/>
                <ns1:ea typeface="Yu Gothic"/>
                <ns1:cs typeface="Yu Gothic"/>
              </ns1:rPr>
              <ns1:t>02</ns1:t>
            </ns1:r>
          </ns1:p>
        </ns0:txBody>
      </ns0:sp>
      <ns0:sp>
        <ns0:nvSpPr>
          <ns0:cNvPr id="181" name="trace:S07:content.auto.164">
            <ns1:extLst>
              <ns1:ext uri="{FF2B5EF4-FFF2-40B4-BE49-F238E27FC236}">
                <ns2:creationId id="{37A54CB9-8E34-4359-A842-780BA5948BB0}"/>
              </ns1:ext>
            </ns1:extLst>
          </ns0:cNvPr>
          <ns0:cNvSpPr>
            <ns1:spLocks noGrp="1"/>
          </ns0:cNvSpPr>
          <ns0:nvPr/>
        </ns0:nvSpPr>
        <ns0:spPr>
          <ns1:xfrm>
            <ns1:off x="5495925" y="6991350"/>
            <ns1:ext cx="2476500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buNone/>
              <ns1:defRPr sz="1275" b="1">
                <ns1:solidFill>
                  <ns1:srgbClr val="E31B23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275" b="1">
                <ns1:solidFill>
                  <ns1:srgbClr val="E31B23"/>
                </ns1:solidFill>
                <ns1:latin typeface="Yu Gothic"/>
                <ns1:ea typeface="Yu Gothic"/>
                <ns1:cs typeface="Yu Gothic"/>
              </ns1:rPr>
              <ns1:t>セキュアで安心</ns1:t>
            </ns1:r>
          </ns1:p>
        </ns0:txBody>
      </ns0:sp>
      <ns0:sp>
        <ns0:nvSpPr>
          <ns0:cNvPr id="182" name="trace:S07:content.auto.165">
            <ns1:extLst>
              <ns1:ext uri="{FF2B5EF4-FFF2-40B4-BE49-F238E27FC236}">
                <ns2:creationId id="{395D9B32-9474-450D-9319-3DEA3B5C38C5}"/>
              </ns1:ext>
            </ns1:extLst>
          </ns0:cNvPr>
          <ns0:cNvSpPr>
            <ns1:spLocks noGrp="1"/>
          </ns0:cNvSpPr>
          <ns0:nvPr/>
        </ns0:nvSpPr>
        <ns0:spPr>
          <ns1:xfrm>
            <ns1:off x="5495925" y="7334250"/>
            <ns1:ext cx="3143250" cy="4572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lnSpc>
                <ns1:spcPct val="115000"/>
              </ns1:lnSpc>
              <ns1:buNone/>
              <ns1:defRPr sz="1050">
                <ns1:solidFill>
                  <ns1:srgbClr val="5D6A76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050">
                <ns1:solidFill>
                  <ns1:srgbClr val="5D6A76"/>
                </ns1:solidFill>
                <ns1:latin typeface="Yu Gothic"/>
                <ns1:ea typeface="Yu Gothic"/>
                <ns1:cs typeface="Yu Gothic"/>
              </ns1:rPr>
              <ns1:t>企業のセキュリティ・ガバナンス要件に対応し、</ns1:t>
            </ns1:r>
          </ns1:p>
          <ns1:p>
            <ns1:pPr>
              <ns1:lnSpc>
                <ns1:spcPct val="115000"/>
              </ns1:lnSpc>
              <ns1:buNone/>
              <ns1:defRPr sz="1050">
                <ns1:solidFill>
                  <ns1:srgbClr val="5D6A76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050">
                <ns1:solidFill>
                  <ns1:srgbClr val="5D6A76"/>
                </ns1:solidFill>
                <ns1:latin typeface="Yu Gothic"/>
                <ns1:ea typeface="Yu Gothic"/>
                <ns1:cs typeface="Yu Gothic"/>
              </ns1:rPr>
              <ns1:t>安全にAIを活用。</ns1:t>
            </ns1:r>
          </ns1:p>
        </ns0:txBody>
      </ns0:sp>
      <ns0:sp>
        <ns0:nvSpPr>
          <ns0:cNvPr id="183" name="trace:S07:content.auto.166">
            <ns1:extLst>
              <ns1:ext uri="{FF2B5EF4-FFF2-40B4-BE49-F238E27FC236}">
                <ns2:creationId id="{180FF5A7-DE5F-4E84-AE3E-E072E10A928B}"/>
              </ns1:ext>
            </ns1:extLst>
          </ns0:cNvPr>
          <ns0:cNvSpPr>
            <ns1:spLocks noGrp="1"/>
          </ns0:cNvSpPr>
          <ns0:nvPr/>
        </ns0:nvSpPr>
        <ns0:spPr>
          <ns1:xfrm>
            <ns1:off x="8982075" y="6991350"/>
            <ns1:ext cx="9525" cy="1009650"/>
          </ns1:xfrm>
          <ns1:prstGeom prst="rect">
            <ns1:avLst/>
          </ns1:prstGeom>
          <ns1:solidFill>
            <ns1:srgbClr val="CFD6DA"/>
          </ns1:solidFill>
          <ns1:ln w="0">
            <ns1:noFill/>
            <ns1:prstDash val="solid"/>
          </ns1:ln>
        </ns0:spPr>
      </ns0:sp>
      <ns0:sp>
        <ns0:nvSpPr>
          <ns0:cNvPr id="184" name="trace:S07:content.auto.167">
            <ns1:extLst>
              <ns1:ext uri="{FF2B5EF4-FFF2-40B4-BE49-F238E27FC236}">
                <ns2:creationId id="{47FDD19A-0450-4BC4-8A52-C175BC6517B7}"/>
              </ns1:ext>
            </ns1:extLst>
          </ns0:cNvPr>
          <ns0:cNvSpPr>
            <ns1:spLocks noGrp="1"/>
          </ns0:cNvSpPr>
          <ns0:nvPr/>
        </ns0:nvSpPr>
        <ns0:spPr>
          <ns1:xfrm>
            <ns1:off x="8848725" y="7010400"/>
            <ns1:ext cx="476250" cy="476250"/>
          </ns1:xfrm>
          <ns1:prstGeom prst="ellipse">
            <ns1:avLst/>
          </ns1:prstGeom>
          <ns1:solidFill>
            <ns1:srgbClr val="E31B23"/>
          </ns1:solidFill>
          <ns1:ln w="0">
            <ns1:noFill/>
            <ns1:prstDash val="solid"/>
          </ns1:ln>
        </ns0:spPr>
      </ns0:sp>
      <ns0:sp>
        <ns0:nvSpPr>
          <ns0:cNvPr id="185" name="trace:S07:content.auto.168">
            <ns1:extLst>
              <ns1:ext uri="{FF2B5EF4-FFF2-40B4-BE49-F238E27FC236}">
                <ns2:creationId id="{93F6F8C4-6FF5-45AD-9633-2E8B4449293F}"/>
              </ns1:ext>
            </ns1:extLst>
          </ns0:cNvPr>
          <ns0:cNvSpPr>
            <ns1:spLocks noGrp="1"/>
          </ns0:cNvSpPr>
          <ns0:nvPr/>
        </ns0:nvSpPr>
        <ns0:spPr>
          <ns1:xfrm>
            <ns1:off x="8848725" y="7115175"/>
            <ns1:ext cx="476250" cy="238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 algn="ctr">
              <ns1:buNone/>
              <ns1:defRPr sz="1350" b="1">
                <ns1:solidFill>
                  <ns1:srgbClr val="FFFFFF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350" b="1">
                <ns1:solidFill>
                  <ns1:srgbClr val="FFFFFF"/>
                </ns1:solidFill>
                <ns1:latin typeface="Yu Gothic"/>
                <ns1:ea typeface="Yu Gothic"/>
                <ns1:cs typeface="Yu Gothic"/>
              </ns1:rPr>
              <ns1:t>03</ns1:t>
            </ns1:r>
          </ns1:p>
        </ns0:txBody>
      </ns0:sp>
      <ns0:sp>
        <ns0:nvSpPr>
          <ns0:cNvPr id="186" name="trace:S07:content.auto.169">
            <ns1:extLst>
              <ns1:ext uri="{FF2B5EF4-FFF2-40B4-BE49-F238E27FC236}">
                <ns2:creationId id="{801F8EBD-AFA6-4E7E-BB94-27DFD2018721}"/>
              </ns1:ext>
            </ns1:extLst>
          </ns0:cNvPr>
          <ns0:cNvSpPr>
            <ns1:spLocks noGrp="1"/>
          </ns0:cNvSpPr>
          <ns0:nvPr/>
        </ns0:nvSpPr>
        <ns0:spPr>
          <ns1:xfrm>
            <ns1:off x="9458325" y="6991350"/>
            <ns1:ext cx="2857500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buNone/>
              <ns1:defRPr sz="1275" b="1">
                <ns1:solidFill>
                  <ns1:srgbClr val="E31B23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275" b="1">
                <ns1:solidFill>
                  <ns1:srgbClr val="E31B23"/>
                </ns1:solidFill>
                <ns1:latin typeface="Yu Gothic"/>
                <ns1:ea typeface="Yu Gothic"/>
                <ns1:cs typeface="Yu Gothic"/>
              </ns1:rPr>
              <ns1:t>スモールスタートで拡張可能</ns1:t>
            </ns1:r>
          </ns1:p>
        </ns0:txBody>
      </ns0:sp>
      <ns0:sp>
        <ns0:nvSpPr>
          <ns0:cNvPr id="187" name="trace:S07:content.auto.170">
            <ns1:extLst>
              <ns1:ext uri="{FF2B5EF4-FFF2-40B4-BE49-F238E27FC236}">
                <ns2:creationId id="{E301FBC9-61D2-4AE7-AF2F-66E1D2739D82}"/>
              </ns1:ext>
            </ns1:extLst>
          </ns0:cNvPr>
          <ns0:cNvSpPr>
            <ns1:spLocks noGrp="1"/>
          </ns0:cNvSpPr>
          <ns0:nvPr/>
        </ns0:nvSpPr>
        <ns0:spPr>
          <ns1:xfrm>
            <ns1:off x="9458325" y="7334250"/>
            <ns1:ext cx="3000375" cy="4572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lnSpc>
                <ns1:spcPct val="115000"/>
              </ns1:lnSpc>
              <ns1:buNone/>
              <ns1:defRPr sz="1050">
                <ns1:solidFill>
                  <ns1:srgbClr val="5D6A76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050">
                <ns1:solidFill>
                  <ns1:srgbClr val="5D6A76"/>
                </ns1:solidFill>
                <ns1:latin typeface="Yu Gothic"/>
                <ns1:ea typeface="Yu Gothic"/>
                <ns1:cs typeface="Yu Gothic"/>
              </ns1:rPr>
              <ns1:t>まずは特定部門・特定業務から開始し、</ns1:t>
            </ns1:r>
          </ns1:p>
          <ns1:p>
            <ns1:pPr>
              <ns1:lnSpc>
                <ns1:spcPct val="115000"/>
              </ns1:lnSpc>
              <ns1:buNone/>
              <ns1:defRPr sz="1050">
                <ns1:solidFill>
                  <ns1:srgbClr val="5D6A76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050">
                <ns1:solidFill>
                  <ns1:srgbClr val="5D6A76"/>
                </ns1:solidFill>
                <ns1:latin typeface="Yu Gothic"/>
                <ns1:ea typeface="Yu Gothic"/>
                <ns1:cs typeface="Yu Gothic"/>
              </ns1:rPr>
              <ns1:t>効果を見ながら他部門・他業務へ展開。</ns1:t>
            </ns1:r>
          </ns1:p>
        </ns0:txBody>
      </ns0:sp>
      <ns0:sp>
        <ns0:nvSpPr>
          <ns0:cNvPr id="193" name="trace:S07:footer.brand">
            <ns1:extLst>
              <ns1:ext uri="{FF2B5EF4-FFF2-40B4-BE49-F238E27FC236}">
                <ns2:creationId id="{BDFBA895-C10B-4A33-ACD2-A084FF73735E}"/>
              </ns1:ext>
            </ns1:extLst>
          </ns0:cNvPr>
          <ns0:cNvSpPr>
            <ns1:spLocks noGrp="1"/>
          </ns0:cNvSpPr>
          <ns0:nvPr/>
        </ns0:nvSpPr>
        <ns0:spPr>
          <ns1:xfrm>
            <ns1:off x="1009650" y="8324850"/>
            <ns1:ext cx="1619250" cy="2952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buNone/>
              <ns1:defRPr sz="1500" b="1">
                <ns1:solidFill>
                  <ns1:srgbClr val="121820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500" b="1">
                <ns1:solidFill>
                  <ns1:srgbClr val="121820"/>
                </ns1:solidFill>
                <ns1:latin typeface="Yu Gothic"/>
                <ns1:ea typeface="Yu Gothic"/>
                <ns1:cs typeface="Yu Gothic"/>
              </ns1:rPr>
              <ns1:t>提案クエスト</ns1:t>
            </ns1:r>
          </ns1:p>
        </ns0:txBody>
      </ns0:sp>
      <ns0:sp>
        <ns0:nvSpPr>
          <ns0:cNvPr id="194" name="trace:S07:content.auto.171">
            <ns1:extLst>
              <ns1:ext uri="{FF2B5EF4-FFF2-40B4-BE49-F238E27FC236}">
                <ns2:creationId id="{85C8ACFC-699E-41AB-93D1-38D1F8A66099}"/>
              </ns1:ext>
            </ns1:extLst>
          </ns0:cNvPr>
          <ns0:cNvSpPr>
            <ns1:spLocks noGrp="1"/>
          </ns0:cNvSpPr>
          <ns0:nvPr/>
        </ns0:nvSpPr>
        <ns0:spPr>
          <ns1:xfrm>
            <ns1:off x="2590800" y="8296275"/>
            <ns1:ext cx="9525" cy="333375"/>
          </ns1:xfrm>
          <ns1:prstGeom prst="rect">
            <ns1:avLst/>
          </ns1:prstGeom>
          <ns1:solidFill>
            <ns1:srgbClr val="5D6A76"/>
          </ns1:solidFill>
          <ns1:ln w="0">
            <ns1:noFill/>
            <ns1:prstDash val="solid"/>
          </ns1:ln>
        </ns0:spPr>
      </ns0:sp>
      <ns0:sp>
        <ns0:nvSpPr>
          <ns0:cNvPr id="195" name="trace:S07:footer.tagline.jp">
            <ns1:extLst>
              <ns1:ext uri="{FF2B5EF4-FFF2-40B4-BE49-F238E27FC236}">
                <ns2:creationId id="{CC551A73-8A40-43DC-8AE9-E22C3299D458}"/>
              </ns1:ext>
            </ns1:extLst>
          </ns0:cNvPr>
          <ns0:cNvSpPr>
            <ns1:spLocks noGrp="1"/>
          </ns0:cNvSpPr>
          <ns0:nvPr/>
        </ns0:nvSpPr>
        <ns0:spPr>
          <ns1:xfrm>
            <ns1:off x="2819400" y="8229600"/>
            <ns1:ext cx="3238500" cy="4286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>
              <ns1:lnSpc>
                <ns1:spcPct val="115000"/>
              </ns1:lnSpc>
              <ns1:buNone/>
              <ns1:defRPr sz="1050">
                <ns1:solidFill>
                  <ns1:srgbClr val="5D6A76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050">
                <ns1:solidFill>
                  <ns1:srgbClr val="5D6A76"/>
                </ns1:solidFill>
                <ns1:latin typeface="Yu Gothic"/>
                <ns1:ea typeface="Yu Gothic"/>
                <ns1:cs typeface="Yu Gothic"/>
              </ns1:rPr>
              <ns1:t>人とテクノロジーで、より良い社会をつくる</ns1:t>
            </ns1:r>
          </ns1:p>
          <ns1:p>
            <ns1:pPr>
              <ns1:lnSpc>
                <ns1:spcPct val="115000"/>
              </ns1:lnSpc>
              <ns1:buNone/>
              <ns1:defRPr sz="1050">
                <ns1:solidFill>
                  <ns1:srgbClr val="5D6A76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050">
                <ns1:solidFill>
                  <ns1:srgbClr val="5D6A76"/>
                </ns1:solidFill>
                <ns1:latin typeface="Yu Gothic"/>
                <ns1:ea typeface="Yu Gothic"/>
                <ns1:cs typeface="Yu Gothic"/>
              </ns1:rPr>
              <ns1:t>Think Together, Create the Next.</ns1:t>
            </ns1:r>
          </ns1:p>
        </ns0:txBody>
      </ns0:sp>
      <ns0:sp>
        <ns0:nvSpPr>
          <ns0:cNvPr id="197" name="trace:S07:content.auto.172">
            <ns1:extLst>
              <ns1:ext uri="{FF2B5EF4-FFF2-40B4-BE49-F238E27FC236}">
                <ns2:creationId id="{EF7B69D3-0EFA-4C6D-A3B5-2440FA1FD620}"/>
              </ns1:ext>
            </ns1:extLst>
          </ns0:cNvPr>
          <ns0:cNvSpPr>
            <ns1:spLocks noGrp="1"/>
          </ns0:cNvSpPr>
          <ns0:nvPr/>
        </ns0:nvSpPr>
        <ns0:spPr>
          <ns1:xfrm>
            <ns1:off x="15573375" y="8467725"/>
            <ns1:ext cx="285750" cy="19050"/>
          </ns1:xfrm>
          <ns1:prstGeom prst="rect">
            <ns1:avLst/>
          </ns1:prstGeom>
          <ns1:solidFill>
            <ns1:srgbClr val="FFFFFF"/>
          </ns1:solidFill>
          <ns1:ln w="0">
            <ns1:noFill/>
            <ns1:prstDash val="solid"/>
          </ns1:ln>
        </ns0:spPr>
      </ns0:sp>
      <ns0:sp>
        <ns0:nvSpPr>
          <ns0:cNvPr id="198" name="trace:S07:content.auto.173">
            <ns1:extLst>
              <ns1:ext uri="{FF2B5EF4-FFF2-40B4-BE49-F238E27FC236}">
                <ns2:creationId id="{C6057AE2-D1E9-443B-BB4D-63EAFCDF0F4D}"/>
              </ns1:ext>
            </ns1:extLst>
          </ns0:cNvPr>
          <ns0:cNvSpPr>
            <ns1:spLocks noGrp="1"/>
          </ns0:cNvSpPr>
          <ns0:nvPr/>
        </ns0:nvSpPr>
        <ns0:spPr>
          <ns1:xfrm>
            <ns1:off x="12573000" y="6858000"/>
            <ns1:ext cx="3352800" cy="2105025"/>
          </ns1:xfrm>
          <ns1:custGeom>
            <ns1:pathLst>
              <ns1:path w="3352800" h="2105025">
                <ns1:moveTo>
                  <ns1:pt x="1571625" y="0"/>
                </ns1:moveTo>
                <ns1:lnTo>
                  <ns1:pt x="3352800" y="0"/>
                </ns1:lnTo>
                <ns1:lnTo>
                  <ns1:pt x="1809750" y="2105025"/>
                </ns1:lnTo>
                <ns1:lnTo>
                  <ns1:pt x="0" y="2105025"/>
                </ns1:lnTo>
                <ns1:close/>
              </ns1:path>
            </ns1:pathLst>
          </ns1:custGeom>
          <ns1:solidFill>
            <ns1:srgbClr val="E31B23"/>
          </ns1:solidFill>
          <ns1:ln w="0">
            <ns1:noFill/>
            <ns1:prstDash val="solid"/>
          </ns1:ln>
        </ns0:spPr>
      </ns0:sp>
      <ns0:sp>
        <ns0:nvSpPr>
          <ns0:cNvPr id="199" name="trace:S07:content.auto.174">
            <ns1:extLst>
              <ns1:ext uri="{FF2B5EF4-FFF2-40B4-BE49-F238E27FC236}">
                <ns2:creationId id="{04CD8F89-6647-4601-8553-0BB88B41210F}"/>
              </ns1:ext>
            </ns1:extLst>
          </ns0:cNvPr>
          <ns0:cNvSpPr>
            <ns1:spLocks noGrp="1"/>
          </ns0:cNvSpPr>
          <ns0:nvPr/>
        </ns0:nvSpPr>
        <ns0:spPr>
          <ns1:xfrm>
            <ns1:off x="13144500" y="7239000"/>
            <ns1:ext cx="2781300" cy="1724025"/>
          </ns1:xfrm>
          <ns1:custGeom>
            <ns1:pathLst>
              <ns1:path w="2781300" h="1724025">
                <ns1:moveTo>
                  <ns1:pt x="1285875" y="0"/>
                </ns1:moveTo>
                <ns1:lnTo>
                  <ns1:pt x="2209800" y="0"/>
                </ns1:lnTo>
                <ns1:lnTo>
                  <ns1:pt x="838200" y="1724025"/>
                </ns1:lnTo>
                <ns1:lnTo>
                  <ns1:pt x="0" y="1724025"/>
                </ns1:lnTo>
                <ns1:close/>
              </ns1:path>
            </ns1:pathLst>
          </ns1:custGeom>
          <ns1:solidFill>
            <ns1:srgbClr val="B5121B"/>
          </ns1:solidFill>
          <ns1:ln w="0">
            <ns1:noFill/>
            <ns1:prstDash val="solid"/>
          </ns1:ln>
        </ns0:spPr>
      </ns0:sp>
      <ns0:sp>
        <ns0:nvSpPr>
          <ns0:cNvPr id="200" name="trace:S07:footer.date">
            <ns1:extLst>
              <ns1:ext uri="{FF2B5EF4-FFF2-40B4-BE49-F238E27FC236}">
                <ns2:creationId id="{457618A4-160F-479E-B1AF-B0FDD53838F5}"/>
              </ns1:ext>
            </ns1:extLst>
          </ns0:cNvPr>
          <ns0:cNvSpPr>
            <ns1:spLocks noGrp="1"/>
          </ns0:cNvSpPr>
          <ns0:nvPr/>
        </ns0:nvSpPr>
        <ns0:spPr>
          <ns1:xfrm>
            <ns1:off x="14420850" y="8362950"/>
            <ns1:ext cx="1066800" cy="238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>
            <ns1:noAutofit/>
          </ns1:bodyPr>
          <ns1:lstStyle/>
          <ns1:p>
            <ns1:pPr algn="r">
              <ns1:buNone/>
              <ns1:defRPr sz="1200" b="1">
                <ns1:solidFill>
                  <ns1:srgbClr val="FFFFFF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200" b="1">
                <ns1:solidFill>
                  <ns1:srgbClr val="FFFFFF"/>
                </ns1:solidFill>
                <ns1:latin typeface="Yu Gothic"/>
                <ns1:ea typeface="Yu Gothic"/>
                <ns1:cs typeface="Yu Gothic"/>
              </ns1:rPr>
              <ns1:t>2026.08.26</ns1:t>
            </ns1:r>
          </ns1:p>
        </ns0:txBody>
      </ns0:sp>
      <ns0:sp>
        <ns0:nvSpPr>
          <ns0:cNvPr id="201" name="trace:S07:content.auto.175">
            <ns1:extLst>
              <ns1:ext uri="{FF2B5EF4-FFF2-40B4-BE49-F238E27FC236}">
                <ns2:creationId id="{5A54405C-4F77-4815-AE67-C21D68B34A4F}"/>
              </ns1:ext>
            </ns1:extLst>
          </ns0:cNvPr>
          <ns0:cNvSpPr>
            <ns1:spLocks noGrp="1"/>
          </ns0:cNvSpPr>
          <ns0:nvPr/>
        </ns0:nvSpPr>
        <ns0:spPr>
          <ns1:xfrm>
            <ns1:off x="15573375" y="8467725"/>
            <ns1:ext cx="285750" cy="19050"/>
          </ns1:xfrm>
          <ns1:prstGeom prst="rect">
            <ns1:avLst/>
          </ns1:prstGeom>
          <ns1:solidFill>
            <ns1:srgbClr val="FFFFFF"/>
          </ns1:solidFill>
          <ns1:ln w="0">
            <ns1:noFill/>
            <ns1:prstDash val="solid"/>
          </ns1:ln>
        </ns0:spPr>
      </ns0:sp>
      <ns0:pic>
        <ns0:nvPicPr>
          <ns0:cNvPr id="399" name="trace:S07:image.1"/>
          <ns0:cNvPicPr>
            <ns1:picLocks noChangeAspect="1"/>
          </ns0:cNvPicPr>
          <ns0:nvPr/>
        </ns0:nvPicPr>
        <ns0:blipFill>
          <ns1:blip ns3:embed="Rf739e4e5d6a04564"/>
          <ns1:srcRect l="0" t="0" r="0" b="0"/>
          <ns1:stretch>
            <ns1:fillRect l="0" t="0" r="0" b="0"/>
          </ns1:stretch>
        </ns0:blipFill>
        <ns0:spPr>
          <ns1:xfrm>
            <ns1:off x="13335000" y="0"/>
            <ns1:ext cx="2590800" cy="3943350"/>
          </ns1:xfrm>
          <ns1:prstGeom prst="rect">
            <ns1:avLst/>
          </ns1:prstGeom>
        </ns0:spPr>
      </ns0:pic>
      <ns0:sp>
        <ns0:nvSpPr>
          <ns0:cNvPr id="204" name="trace:S07:content.auto.176">
            <ns1:extLst>
              <ns1:ext uri="{FF2B5EF4-FFF2-40B4-BE49-F238E27FC236}">
                <ns2:creationId id="{9D2E91D2-1A23-4A44-A1A8-097A2BBFA8BE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8286750"/>
            <ns1:ext cx="295275" cy="104775"/>
          </ns1:xfrm>
          <ns1:custGeom>
            <ns1:pathLst>
              <ns1:path w="295275" h="104775">
                <ns1:moveTo>
                  <ns1:pt x="0" y="38100"/>
                </ns1:moveTo>
                <ns1:lnTo>
                  <ns1:pt x="161925" y="0"/>
                </ns1:lnTo>
                <ns1:lnTo>
                  <ns1:pt x="295275" y="47625"/>
                </ns1:lnTo>
                <ns1:lnTo>
                  <ns1:pt x="133350" y="95250"/>
                </ns1:lnTo>
                <ns1:close/>
              </ns1:path>
            </ns1:pathLst>
          </ns1:custGeom>
          <ns1:solidFill>
            <ns1:srgbClr val="F21D27"/>
          </ns1:solidFill>
          <ns1:ln w="0">
            <ns1:noFill/>
            <ns1:prstDash val="solid"/>
          </ns1:ln>
        </ns0:spPr>
      </ns0:sp>
      <ns0:sp>
        <ns0:nvSpPr>
          <ns0:cNvPr id="205" name="trace:S07:content.auto.177">
            <ns1:extLst>
              <ns1:ext uri="{FF2B5EF4-FFF2-40B4-BE49-F238E27FC236}">
                <ns2:creationId id="{A4E5AAD5-BC52-4A24-8D03-D2F2D56E88DA}"/>
              </ns1:ext>
            </ns1:extLst>
          </ns0:cNvPr>
          <ns0:cNvSpPr>
            <ns1:spLocks noGrp="1"/>
          </ns0:cNvSpPr>
          <ns0:nvPr/>
        </ns0:nvSpPr>
        <ns0:spPr>
          <ns1:xfrm>
            <ns1:off x="733425" y="8382000"/>
            <ns1:ext cx="180975" cy="85725"/>
          </ns1:xfrm>
          <ns1:custGeom>
            <ns1:pathLst>
              <ns1:path w="180975" h="85725">
                <ns1:moveTo>
                  <ns1:pt x="0" y="0"/>
                </ns1:moveTo>
                <ns1:lnTo>
                  <ns1:pt x="180975" y="38100"/>
                </ns1:lnTo>
                <ns1:lnTo>
                  <ns1:pt x="180975" y="85725"/>
                </ns1:lnTo>
                <ns1:lnTo>
                  <ns1:pt x="0" y="47625"/>
                </ns1:lnTo>
                <ns1:close/>
              </ns1:path>
            </ns1:pathLst>
          </ns1:custGeom>
          <ns1:solidFill>
            <ns1:srgbClr val="555D63"/>
          </ns1:solidFill>
          <ns1:ln w="0">
            <ns1:noFill/>
            <ns1:prstDash val="solid"/>
          </ns1:ln>
        </ns0:spPr>
      </ns0:sp>
      <ns0:sp>
        <ns0:nvSpPr>
          <ns0:cNvPr id="206" name="trace:S07:content.auto.178">
            <ns1:extLst>
              <ns1:ext uri="{FF2B5EF4-FFF2-40B4-BE49-F238E27FC236}">
                <ns2:creationId id="{D7A6C575-A150-4DE6-BEC7-DB64F2D8122D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8391525"/>
            <ns1:ext cx="285750" cy="104775"/>
          </ns1:xfrm>
          <ns1:custGeom>
            <ns1:pathLst>
              <ns1:path w="285750" h="104775">
                <ns1:moveTo>
                  <ns1:pt x="0" y="38100"/>
                </ns1:moveTo>
                <ns1:lnTo>
                  <ns1:pt x="161925" y="0"/>
                </ns1:lnTo>
                <ns1:lnTo>
                  <ns1:pt x="285750" y="47625"/>
                </ns1:lnTo>
                <ns1:lnTo>
                  <ns1:pt x="123825" y="95250"/>
                </ns1:lnTo>
                <ns1:close/>
              </ns1:path>
            </ns1:pathLst>
          </ns1:custGeom>
          <ns1:solidFill>
            <ns1:srgbClr val="2B3136"/>
          </ns1:solidFill>
          <ns1:ln w="0">
            <ns1:noFill/>
            <ns1:prstDash val="solid"/>
          </ns1:ln>
        </ns0:spPr>
      </ns0:sp>
    </ns0:spTree>
    <ns0:extLst>
      <ns0:ext uri="{BB962C8B-B14F-4D97-AF65-F5344CB8AC3E}">
        <ns4:creationId val="591254859"/>
      </ns0:ext>
    </ns0:extLst>
  </ns0:cSld>
</ns0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2026-09-19T11:46:55.0970000Z</dcterms:created>
  <dcterms:modified xsi:type="dcterms:W3CDTF">2026-09-19T11:46:55.0970000Z</dcterms:modified>
</coreProperties>
</file>