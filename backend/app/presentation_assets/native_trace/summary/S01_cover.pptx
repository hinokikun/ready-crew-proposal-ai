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e352c3def84234" /><Relationship Type="http://schemas.openxmlformats.org/officeDocument/2006/relationships/extended-properties" Target="/docProps/app.xml" Id="Rbdb8044834fa4180" /><Relationship Type="http://schemas.openxmlformats.org/officeDocument/2006/relationships/officeDocument" Target="/ppt/presentation.xml" Id="R874f718d8b0f47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7cca5af8b4441f"/>
  </p:sldMasterIdLst>
  <p:notesMasterIdLst>
    <p:notesMasterId xmlns:r="http://schemas.openxmlformats.org/officeDocument/2006/relationships" r:id="R5a198f2220584c14"/>
  </p:notesMasterIdLst>
  <p:sldIdLst>
    <p:sldId xmlns:r="http://schemas.openxmlformats.org/officeDocument/2006/relationships" id="256" r:id="R04ed74f27a4946eb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312fd2e97e4024" /><Relationship Type="http://schemas.openxmlformats.org/officeDocument/2006/relationships/slideMaster" Target="/ppt/slideMasters/slideMaster1.xml" Id="Rd47cca5af8b4441f" /><Relationship Type="http://schemas.openxmlformats.org/officeDocument/2006/relationships/notesMaster" Target="/ppt/notesMasters/notesMaster1.xml" Id="R5a198f2220584c14" /><Relationship Type="http://schemas.openxmlformats.org/officeDocument/2006/relationships/presProps" Target="/ppt/presProps.xml" Id="Rd82273a055874b3d" /><Relationship Type="http://schemas.openxmlformats.org/officeDocument/2006/relationships/tableStyles" Target="/ppt/tableStyles.xml" Id="Re40b22c476dd4ef9" /><Relationship Type="http://schemas.openxmlformats.org/officeDocument/2006/relationships/slide" Target="/ppt/slides/slide1.xml" Id="R04ed74f27a4946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11e919d0c24f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b6c36b42fd40d7" /><Relationship Type="http://schemas.openxmlformats.org/officeDocument/2006/relationships/notesMaster" Target="/ppt/notesMasters/notesMaster1.xml" Id="Rae28a95f61df43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f5954a97040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24fdb645df47ee" /><Relationship Type="http://schemas.openxmlformats.org/officeDocument/2006/relationships/slideLayout" Target="/ppt/slideLayouts/slideLayout1.xml" Id="Ra000d6c7e5f244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00d6c7e5f244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91d0b96e44bcc" /><Relationship Type="http://schemas.openxmlformats.org/officeDocument/2006/relationships/image" Target="/ppt/media/image.png" Id="R7f78e6d2a3e844ad" /><Relationship Type="http://schemas.openxmlformats.org/officeDocument/2006/relationships/notesSlide" Target="/ppt/notesSlides/notesSlide1.xml" Id="R39384be717494701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6" name="trace:S01:content.auto">
            <ns1:extLst>
              <ns1:ext uri="{FF2B5EF4-FFF2-40B4-BE49-F238E27FC236}">
                <ns2:creationId id="{401232FD-4D17-4D3E-8F5A-DADAF5958505}"/>
              </ns1:ext>
            </ns1:extLst>
          </ns0:cNvPr>
          <ns0:cNvSpPr>
            <ns1:spLocks noGrp="1"/>
          </ns0:cNvSpPr>
          <ns0:nvPr/>
        </ns0:nvSpPr>
        <ns0:spPr>
          <ns1:xfrm>
            <ns1:off x="9667875" y="0"/>
            <ns1:ext cx="6257925" cy="8963025"/>
          </ns1:xfrm>
          <ns1:prstGeom prst="rect">
            <ns1:avLst/>
          </ns1:prstGeom>
          <ns1:gradFill>
            <ns1:gsLst>
              <ns1:gs pos="0">
                <ns1:srgbClr val="D8E8F5"/>
              </ns1:gs>
              <ns1:gs pos="62000">
                <ns1:srgbClr val="F5E9DC"/>
              </ns1:gs>
              <ns1:gs pos="100000">
                <ns1:srgbClr val="F8F7F3"/>
              </ns1:gs>
            </ns1:gsLst>
            <ns1:lin ang="10800000"/>
          </ns1:gradFill>
          <ns1:ln w="0">
            <ns1:noFill/>
            <ns1:prstDash val="solid"/>
          </ns1:ln>
        </ns0:spPr>
      </ns0:sp>
      <ns0:pic>
        <ns0:nvPicPr>
          <ns0:cNvPr id="39" name="trace:S01:image.1"/>
          <ns0:cNvPicPr>
            <ns1:picLocks noChangeAspect="1"/>
          </ns0:cNvPicPr>
          <ns0:nvPr/>
        </ns0:nvPicPr>
        <ns0:blipFill>
          <ns1:blip ns3:embed="R7f78e6d2a3e844ad"/>
          <ns1:stretch/>
        </ns0:blipFill>
        <ns0:spPr>
          <ns1:xfrm>
            <ns1:off x="9810750" y="4953000"/>
            <ns1:ext cx="6115050" cy="4010025"/>
          </ns1:xfrm>
          <ns1:prstGeom prst="rect">
            <ns1:avLst/>
          </ns1:prstGeom>
        </ns0:spPr>
      </ns0:pic>
      <ns0:sp>
        <ns0:nvSpPr>
          <ns0:cNvPr id="3" name="trace:S01:content.auto.2">
            <ns1:extLst>
              <ns1:ext uri="{FF2B5EF4-FFF2-40B4-BE49-F238E27FC236}">
                <ns2:creationId id="{B37AE97E-AFBF-473F-AAC5-D08434A3C285}"/>
              </ns1:ext>
            </ns1:extLst>
          </ns0:cNvPr>
          <ns0:cNvSpPr>
            <ns1:spLocks noGrp="1"/>
          </ns0:cNvSpPr>
          <ns0:nvPr/>
        </ns0:nvSpPr>
        <ns0:spPr>
          <ns1:xfrm>
            <ns1:off x="2381250" y="0"/>
            <ns1:ext cx="8191500" cy="8963025"/>
          </ns1:xfrm>
          <ns1:custGeom>
            <ns1:pathLst>
              <ns1:path w="8191500" h="8963025">
                <ns1:moveTo>
                  <ns1:pt x="3810000" y="0"/>
                </ns1:moveTo>
                <ns1:lnTo>
                  <ns1:pt x="8191500" y="0"/>
                </ns1:lnTo>
                <ns1:lnTo>
                  <ns1:pt x="4714875" y="8963025"/>
                </ns1:lnTo>
                <ns1:lnTo>
                  <ns1:pt x="0" y="8963025"/>
                </ns1:lnTo>
                <ns1:close/>
              </ns1:path>
            </ns1:pathLst>
          </ns1:custGeom>
          <ns1:solidFill>
            <ns1:srgbClr val="F3F5F7"/>
          </ns1:solidFill>
          <ns1:ln w="0">
            <ns1:noFill/>
            <ns1:prstDash val="solid"/>
          </ns1:ln>
        </ns0:spPr>
      </ns0:sp>
      <ns0:sp>
        <ns0:nvSpPr>
          <ns0:cNvPr id="4" name="trace:S01:content.auto.3">
            <ns1:extLst>
              <ns1:ext uri="{FF2B5EF4-FFF2-40B4-BE49-F238E27FC236}">
                <ns2:creationId id="{B15000B6-85E4-45C0-B383-44FC27997EBE}"/>
              </ns1:ext>
            </ns1:extLst>
          </ns0:cNvPr>
          <ns0:cNvSpPr>
            <ns1:spLocks noGrp="1"/>
          </ns0:cNvSpPr>
          <ns0:nvPr/>
        </ns0:nvSpPr>
        <ns0:spPr>
          <ns1:xfrm>
            <ns1:off x="3476625" y="0"/>
            <ns1:ext cx="8191500" cy="8963025"/>
          </ns1:xfrm>
          <ns1:custGeom>
            <ns1:pathLst>
              <ns1:path w="8191500" h="8963025">
                <ns1:moveTo>
                  <ns1:pt x="3667125" y="0"/>
                </ns1:moveTo>
                <ns1:lnTo>
                  <ns1:pt x="8191500" y="0"/>
                </ns1:lnTo>
                <ns1:lnTo>
                  <ns1:pt x="4714875" y="8963025"/>
                </ns1:lnTo>
                <ns1:lnTo>
                  <ns1:pt x="0" y="8963025"/>
                </ns1:lnTo>
                <ns1:close/>
              </ns1:path>
            </ns1:pathLst>
          </ns1:custGeom>
          <ns1:solidFill>
            <ns1:srgbClr val="FFFFFF">
              <ns1:alpha val="82000"/>
            </ns1:srgbClr>
          </ns1:solidFill>
          <ns1:ln w="0">
            <ns1:noFill/>
            <ns1:prstDash val="solid"/>
          </ns1:ln>
        </ns0:spPr>
      </ns0:sp>
      <ns0:sp>
        <ns0:nvSpPr>
          <ns0:cNvPr id="5" name="trace:S01:content.auto.4">
            <ns1:extLst>
              <ns1:ext uri="{FF2B5EF4-FFF2-40B4-BE49-F238E27FC236}">
                <ns2:creationId id="{C52D6521-4EAB-4683-929D-417091D6E8A8}"/>
              </ns1:ext>
            </ns1:extLst>
          </ns0:cNvPr>
          <ns0:cNvSpPr>
            <ns1:spLocks noGrp="1"/>
          </ns0:cNvSpPr>
          <ns0:nvPr/>
        </ns0:nvSpPr>
        <ns0:spPr>
          <ns1:xfrm>
            <ns1:off x="5715000" y="0"/>
            <ns1:ext cx="4714875" cy="8963025"/>
          </ns1:xfrm>
          <ns1:custGeom>
            <ns1:pathLst>
              <ns1:path w="4714875" h="8963025">
                <ns1:moveTo>
                  <ns1:pt x="2190750" y="0"/>
                </ns1:moveTo>
                <ns1:lnTo>
                  <ns1:pt x="4714875" y="0"/>
                </ns1:lnTo>
                <ns1:lnTo>
                  <ns1:pt x="1285875" y="8963025"/>
                </ns1:lnTo>
                <ns1:lnTo>
                  <ns1:pt x="0" y="8963025"/>
                </ns1:lnTo>
                <ns1:close/>
              </ns1:path>
            </ns1:pathLst>
          </ns1:custGeom>
          <ns1:solidFill>
            <ns1:srgbClr val="E7EDF2">
              <ns1:alpha val="62000"/>
            </ns1:srgbClr>
          </ns1:solidFill>
          <ns1:ln w="0">
            <ns1:noFill/>
            <ns1:prstDash val="solid"/>
          </ns1:ln>
        </ns0:spPr>
      </ns0:sp>
      <ns0:sp>
        <ns0:nvSpPr>
          <ns0:cNvPr id="6" name="trace:S01:content.auto.5">
            <ns1:extLst>
              <ns1:ext uri="{FF2B5EF4-FFF2-40B4-BE49-F238E27FC236}">
                <ns2:creationId id="{F089DC2B-8319-4576-9FD0-112E44265C1D}"/>
              </ns1:ext>
            </ns1:extLst>
          </ns0:cNvPr>
          <ns0:cNvSpPr>
            <ns1:spLocks noGrp="1"/>
          </ns0:cNvSpPr>
          <ns0:nvPr/>
        </ns0:nvSpPr>
        <ns0:spPr>
          <ns1:xfrm>
            <ns1:off x="7315200" y="0"/>
            <ns1:ext cx="4733925" cy="8963025"/>
          </ns1:xfrm>
          <ns1:custGeom>
            <ns1:pathLst>
              <ns1:path w="4733925" h="8963025">
                <ns1:moveTo>
                  <ns1:pt x="3476625" y="0"/>
                </ns1:moveTo>
                <ns1:lnTo>
                  <ns1:pt x="4733925" y="0"/>
                </ns1:lnTo>
                <ns1:lnTo>
                  <ns1:pt x="1257300" y="8963025"/>
                </ns1:lnTo>
                <ns1:lnTo>
                  <ns1:pt x="0" y="8963025"/>
                </ns1:lnTo>
                <ns1:close/>
              </ns1:path>
            </ns1:pathLst>
          </ns1:custGeom>
          <ns1:solidFill>
            <ns1:srgbClr val="D71920"/>
          </ns1:solidFill>
          <ns1:ln w="0">
            <ns1:noFill/>
            <ns1:prstDash val="solid"/>
          </ns1:ln>
        </ns0:spPr>
      </ns0:sp>
      <ns0:sp>
        <ns0:nvSpPr>
          <ns0:cNvPr id="7" name="trace:S01:content.auto.6">
            <ns1:extLst>
              <ns1:ext uri="{FF2B5EF4-FFF2-40B4-BE49-F238E27FC236}">
                <ns2:creationId id="{48007DD7-CBE9-42DA-A8AF-3492C9D66071}"/>
              </ns1:ext>
            </ns1:extLst>
          </ns0:cNvPr>
          <ns0:cNvSpPr>
            <ns1:spLocks noGrp="1"/>
          </ns0:cNvSpPr>
          <ns0:nvPr/>
        </ns0:nvSpPr>
        <ns0:spPr>
          <ns1:xfrm>
            <ns1:off x="8572500" y="0"/>
            <ns1:ext cx="3905250" cy="8963025"/>
          </ns1:xfrm>
          <ns1:custGeom>
            <ns1:pathLst>
              <ns1:path w="3905250" h="8963025">
                <ns1:moveTo>
                  <ns1:pt x="3476625" y="0"/>
                </ns1:moveTo>
                <ns1:lnTo>
                  <ns1:pt x="3905250" y="0"/>
                </ns1:lnTo>
                <ns1:lnTo>
                  <ns1:pt x="428625" y="8963025"/>
                </ns1:lnTo>
                <ns1:lnTo>
                  <ns1:pt x="0" y="8963025"/>
                </ns1:lnTo>
                <ns1:close/>
              </ns1:path>
            </ns1:pathLst>
          </ns1:custGeom>
          <ns1:solidFill>
            <ns1:srgbClr val="FFFFFF">
              <ns1:alpha val="74000"/>
            </ns1:srgbClr>
          </ns1:solidFill>
          <ns1:ln w="0">
            <ns1:noFill/>
            <ns1:prstDash val="solid"/>
          </ns1:ln>
        </ns0:spPr>
      </ns0:sp>
      <ns0:sp>
        <ns0:nvSpPr>
          <ns0:cNvPr id="8" name="trace:S01:content.auto.7">
            <ns1:extLst>
              <ns1:ext uri="{FF2B5EF4-FFF2-40B4-BE49-F238E27FC236}">
                <ns2:creationId id="{9A71138D-C0CA-4AEA-B889-77F006926DEF}"/>
              </ns1:ext>
            </ns1:extLst>
          </ns0:cNvPr>
          <ns0:cNvSpPr>
            <ns1:spLocks noGrp="1"/>
          </ns0:cNvSpPr>
          <ns0:nvPr/>
        </ns0:nvSpPr>
        <ns0:spPr>
          <ns1:xfrm>
            <ns1:off x="11953875" y="4953000"/>
            <ns1:ext cx="3971925" cy="4010025"/>
          </ns1:xfrm>
          <ns1:custGeom>
            <ns1:pathLst>
              <ns1:path w="3971925" h="4010025">
                <ns1:moveTo>
                  <ns1:pt x="1171575" y="1000125"/>
                </ns1:moveTo>
                <ns1:lnTo>
                  <ns1:pt x="3971925" y="0"/>
                </ns1:lnTo>
                <ns1:lnTo>
                  <ns1:pt x="3971925" y="4010025"/>
                </ns1:lnTo>
                <ns1:lnTo>
                  <ns1:pt x="0" y="4010025"/>
                </ns1:lnTo>
                <ns1:close/>
              </ns1:path>
            </ns1:pathLst>
          </ns1:custGeom>
          <ns1:solidFill>
            <ns1:srgbClr val="B80F1B"/>
          </ns1:solidFill>
          <ns1:ln w="0">
            <ns1:noFill/>
            <ns1:prstDash val="solid"/>
          </ns1:ln>
        </ns0:spPr>
      </ns0:sp>
      <ns0:sp>
        <ns0:nvSpPr>
          <ns0:cNvPr id="9" name="trace:S01:content.auto.8">
            <ns1:extLst>
              <ns1:ext uri="{FF2B5EF4-FFF2-40B4-BE49-F238E27FC236}">
                <ns2:creationId id="{FAE51F89-416D-46EF-9A10-492A9C577038}"/>
              </ns1:ext>
            </ns1:extLst>
          </ns0:cNvPr>
          <ns0:cNvSpPr>
            <ns1:spLocks noGrp="1"/>
          </ns0:cNvSpPr>
          <ns0:nvPr/>
        </ns0:nvSpPr>
        <ns0:spPr>
          <ns1:xfrm>
            <ns1:off x="13201650" y="5238750"/>
            <ns1:ext cx="2724150" cy="3724275"/>
          </ns1:xfrm>
          <ns1:custGeom>
            <ns1:pathLst>
              <ns1:path w="2724150" h="3724275">
                <ns1:moveTo>
                  <ns1:pt x="990600" y="571500"/>
                </ns1:moveTo>
                <ns1:lnTo>
                  <ns1:pt x="2724150" y="0"/>
                </ns1:lnTo>
                <ns1:lnTo>
                  <ns1:pt x="2724150" y="3724275"/>
                </ns1:lnTo>
                <ns1:lnTo>
                  <ns1:pt x="0" y="3724275"/>
                </ns1:lnTo>
                <ns1:close/>
              </ns1:path>
            </ns1:pathLst>
          </ns1:custGeom>
          <ns1:solidFill>
            <ns1:srgbClr val="E3212A"/>
          </ns1:solidFill>
          <ns1:ln w="0">
            <ns1:noFill/>
            <ns1:prstDash val="solid"/>
          </ns1:ln>
        </ns0:spPr>
      </ns0:sp>
      <ns0:sp>
        <ns0:nvSpPr>
          <ns0:cNvPr id="10" name="trace:S01:header.brand">
            <ns1:extLst>
              <ns1:ext uri="{FF2B5EF4-FFF2-40B4-BE49-F238E27FC236}">
                <ns2:creationId id="{5A30CB4A-364B-4C07-AF42-51BBF0C2A478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457200"/>
            <ns1:ext cx="110490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3150" b="1">
                <ns1:solidFill>
                  <ns1:srgbClr val="D719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3150" b="1">
                <ns1:solidFill>
                  <ns1:srgbClr val="D71920"/>
                </ns1:solidFill>
                <ns1:latin typeface="Yu Gothic"/>
                <ns1:ea typeface="Yu Gothic"/>
                <ns1:cs typeface="Yu Gothic"/>
              </ns1:rPr>
              <ns1:t>提案</ns1:t>
            </ns1:r>
          </ns1:p>
        </ns0:txBody>
      </ns0:sp>
      <ns0:sp>
        <ns0:nvSpPr>
          <ns0:cNvPr id="11" name="trace:S01:header.brand.2">
            <ns1:extLst>
              <ns1:ext uri="{FF2B5EF4-FFF2-40B4-BE49-F238E27FC236}">
                <ns2:creationId id="{833D2F94-669A-42DC-A365-84046F0A514B}"/>
              </ns1:ext>
            </ns1:extLst>
          </ns0:cNvPr>
          <ns0:cNvSpPr>
            <ns1:spLocks noGrp="1"/>
          </ns0:cNvSpPr>
          <ns0:nvPr/>
        </ns0:nvSpPr>
        <ns0:spPr>
          <ns1:xfrm>
            <ns1:off x="1895475" y="457200"/>
            <ns1:ext cx="2047875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3150" b="1">
                <ns1:solidFill>
                  <ns1:srgbClr val="121A2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3150" b="1">
                <ns1:solidFill>
                  <ns1:srgbClr val="121A21"/>
                </ns1:solidFill>
                <ns1:latin typeface="Yu Gothic"/>
                <ns1:ea typeface="Yu Gothic"/>
                <ns1:cs typeface="Yu Gothic"/>
              </ns1:rPr>
              <ns1:t>クエスト</ns1:t>
            </ns1:r>
          </ns1:p>
        </ns0:txBody>
      </ns0:sp>
      <ns0:sp>
        <ns0:nvSpPr>
          <ns0:cNvPr id="12" name="trace:S01:content.auto.9">
            <ns1:extLst>
              <ns1:ext uri="{FF2B5EF4-FFF2-40B4-BE49-F238E27FC236}">
                <ns2:creationId id="{01B51DFA-697A-4F10-8257-0C6D8928F4BC}"/>
              </ns1:ext>
            </ns1:extLst>
          </ns0:cNvPr>
          <ns0:cNvSpPr>
            <ns1:spLocks noGrp="1"/>
          </ns0:cNvSpPr>
          <ns0:nvPr/>
        </ns0:nvSpPr>
        <ns0:spPr>
          <ns1:xfrm>
            <ns1:off x="790575" y="1000125"/>
            <ns1:ext cx="6858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00" b="1">
                <ns1:solidFill>
                  <ns1:srgbClr val="D719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D71920"/>
                </ns1:solidFill>
                <ns1:latin typeface="Yu Gothic"/>
                <ns1:ea typeface="Yu Gothic"/>
                <ns1:cs typeface="Yu Gothic"/>
              </ns1:rPr>
              <ns1:t>AIで、</ns1:t>
            </ns1:r>
          </ns1:p>
        </ns0:txBody>
      </ns0:sp>
      <ns0:sp>
        <ns0:nvSpPr>
          <ns0:cNvPr id="13" name="trace:S01:title.primary">
            <ns1:extLst>
              <ns1:ext uri="{FF2B5EF4-FFF2-40B4-BE49-F238E27FC236}">
                <ns2:creationId id="{3C79A289-A836-4420-A61F-E36389803BE5}"/>
              </ns1:ext>
            </ns1:extLst>
          </ns0:cNvPr>
          <ns0:cNvSpPr>
            <ns1:spLocks noGrp="1"/>
          </ns0:cNvSpPr>
          <ns0:nvPr/>
        </ns0:nvSpPr>
        <ns0:spPr>
          <ns1:xfrm>
            <ns1:off x="1438275" y="1000125"/>
            <ns1:ext cx="3048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200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rPr>
              <ns1:t>提案をもっと速く、もっと強く。</ns1:t>
            </ns1:r>
          </ns1:p>
        </ns0:txBody>
      </ns0:sp>
      <ns0:sp>
        <ns0:nvSpPr>
          <ns0:cNvPr id="14" name="trace:S01:title.primary.2">
            <ns1:extLst>
              <ns1:ext uri="{FF2B5EF4-FFF2-40B4-BE49-F238E27FC236}">
                <ns2:creationId id="{BDD3D79C-159C-44B8-A1D3-38EB1089F2DC}"/>
              </ns1:ext>
            </ns1:extLst>
          </ns0:cNvPr>
          <ns0:cNvSpPr>
            <ns1:spLocks noGrp="1"/>
          </ns0:cNvSpPr>
          <ns0:nvPr/>
        </ns0:nvSpPr>
        <ns0:spPr>
          <ns1:xfrm>
            <ns1:off x="13287375" y="457200"/>
            <ns1:ext cx="2190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975" b="0">
                <ns1:solidFill>
                  <ns1:srgbClr val="121A21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121A21"/>
                </ns1:solidFill>
                <ns1:latin typeface="Arial"/>
                <ns1:ea typeface="Arial"/>
                <ns1:cs typeface="Arial"/>
              </ns1:rPr>
              <ns1:t>T H I N K   T O G E T H E R .</ns1:t>
            </ns1:r>
          </ns1:p>
        </ns0:txBody>
      </ns0:sp>
      <ns0:sp>
        <ns0:nvSpPr>
          <ns0:cNvPr id="15" name="trace:S01:title.primary.3">
            <ns1:extLst>
              <ns1:ext uri="{FF2B5EF4-FFF2-40B4-BE49-F238E27FC236}">
                <ns2:creationId id="{18313C8F-FEFC-4A8C-ACEE-23E324D49822}"/>
              </ns1:ext>
            </ns1:extLst>
          </ns0:cNvPr>
          <ns0:cNvSpPr>
            <ns1:spLocks noGrp="1"/>
          </ns0:cNvSpPr>
          <ns0:nvPr/>
        </ns0:nvSpPr>
        <ns0:spPr>
          <ns1:xfrm>
            <ns1:off x="13287375" y="714375"/>
            <ns1:ext cx="2286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975" b="0">
                <ns1:solidFill>
                  <ns1:srgbClr val="121A21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121A21"/>
                </ns1:solidFill>
                <ns1:latin typeface="Arial"/>
                <ns1:ea typeface="Arial"/>
                <ns1:cs typeface="Arial"/>
              </ns1:rPr>
              <ns1:t>C R E A T E   T H E   N E X T .</ns1:t>
            </ns1:r>
          </ns1:p>
        </ns0:txBody>
      </ns0:sp>
      <ns0:sp>
        <ns0:nvSpPr>
          <ns0:cNvPr id="16" name="trace:S01:content.auto.10">
            <ns1:extLst>
              <ns1:ext uri="{FF2B5EF4-FFF2-40B4-BE49-F238E27FC236}">
                <ns2:creationId id="{4C62ED6F-DAE7-4C58-BE69-D6BE712A2F8A}"/>
              </ns1:ext>
            </ns1:extLst>
          </ns0:cNvPr>
          <ns0:cNvSpPr>
            <ns1:spLocks noGrp="1"/>
          </ns0:cNvSpPr>
          <ns0:nvPr/>
        </ns0:nvSpPr>
        <ns0:spPr>
          <ns1:xfrm>
            <ns1:off x="13296900" y="1028700"/>
            <ns1:ext cx="457200" cy="28575"/>
          </ns1:xfrm>
          <ns1:prstGeom prst="rect">
            <ns1:avLst/>
          </ns1:prstGeom>
          <ns1:solidFill>
            <ns1:srgbClr val="D71920"/>
          </ns1:solidFill>
          <ns1:ln w="0">
            <ns1:noFill/>
            <ns1:prstDash val="solid"/>
          </ns1:ln>
        </ns0:spPr>
      </ns0:sp>
      <ns0:sp>
        <ns0:nvSpPr>
          <ns0:cNvPr id="17" name="trace:S01:content.auto.11">
            <ns1:extLst>
              <ns1:ext uri="{FF2B5EF4-FFF2-40B4-BE49-F238E27FC236}">
                <ns2:creationId id="{7A11426F-CB10-4444-8ED6-2595AE9B0C65}"/>
              </ns1:ext>
            </ns1:extLst>
          </ns0:cNvPr>
          <ns0:cNvSpPr>
            <ns1:spLocks noGrp="1"/>
          </ns0:cNvSpPr>
          <ns0:nvPr/>
        </ns0:nvSpPr>
        <ns0:spPr>
          <ns1:xfrm>
            <ns1:off x="13754100" y="1028700"/>
            <ns1:ext cx="1657350" cy="19050"/>
          </ns1:xfrm>
          <ns1:prstGeom prst="rect">
            <ns1:avLst/>
          </ns1:prstGeom>
          <ns1:solidFill>
            <ns1:srgbClr val="52606B"/>
          </ns1:solidFill>
          <ns1:ln w="0">
            <ns1:noFill/>
            <ns1:prstDash val="solid"/>
          </ns1:ln>
        </ns0:spPr>
      </ns0:sp>
      <ns0:sp>
        <ns0:nvSpPr>
          <ns0:cNvPr id="18" name="trace:S01:title.primary.4">
            <ns1:extLst>
              <ns1:ext uri="{FF2B5EF4-FFF2-40B4-BE49-F238E27FC236}">
                <ns2:creationId id="{2182B40F-7F89-4464-9CAA-63CD605E5836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190750"/>
            <ns1:ext cx="5810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2025" b="1">
                <ns1:solidFill>
                  <ns1:srgbClr val="D719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1">
                <ns1:solidFill>
                  <ns1:srgbClr val="D71920"/>
                </ns1:solidFill>
                <ns1:latin typeface="Yu Gothic"/>
                <ns1:ea typeface="Yu Gothic"/>
                <ns1:cs typeface="Yu Gothic"/>
              </ns1:rPr>
              <ns1:t>御社の課題を、共に解決するパートナーへ</ns1:t>
            </ns1:r>
          </ns1:p>
        </ns0:txBody>
      </ns0:sp>
      <ns0:sp>
        <ns0:nvSpPr>
          <ns0:cNvPr id="19" name="trace:S01:title.primary.5">
            <ns1:extLst>
              <ns1:ext uri="{FF2B5EF4-FFF2-40B4-BE49-F238E27FC236}">
                <ns2:creationId id="{3836D7F7-7CB3-4FAA-AFB3-C096C04D0940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809875"/>
            <ns1:ext cx="6096000" cy="1000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5850" b="1">
                <ns1:solidFill>
                  <ns1:srgbClr val="121A2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5850" b="1">
                <ns1:solidFill>
                  <ns1:srgbClr val="121A21"/>
                </ns1:solidFill>
                <ns1:latin typeface="Yu Gothic"/>
                <ns1:ea typeface="Yu Gothic"/>
                <ns1:cs typeface="Yu Gothic"/>
              </ns1:rPr>
              <ns1:t>AIでつくる、</ns1:t>
            </ns1:r>
          </ns1:p>
        </ns0:txBody>
      </ns0:sp>
      <ns0:sp>
        <ns0:nvSpPr>
          <ns0:cNvPr id="20" name="trace:S01:content.auto.12">
            <ns1:extLst>
              <ns1:ext uri="{FF2B5EF4-FFF2-40B4-BE49-F238E27FC236}">
                <ns2:creationId id="{9DAB9C30-6028-4E82-944B-E4B0AA0BB8BF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3952875"/>
            <ns1:ext cx="533400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5850" b="1">
                <ns1:solidFill>
                  <ns1:srgbClr val="D719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5850" b="1">
                <ns1:solidFill>
                  <ns1:srgbClr val="D71920"/>
                </ns1:solidFill>
                <ns1:latin typeface="Yu Gothic"/>
                <ns1:ea typeface="Yu Gothic"/>
                <ns1:cs typeface="Yu Gothic"/>
              </ns1:rPr>
              <ns1:t>持続的な成長</ns1:t>
            </ns1:r>
          </ns1:p>
        </ns0:txBody>
      </ns0:sp>
      <ns0:sp>
        <ns0:nvSpPr>
          <ns0:cNvPr id="21" name="trace:S01:content.auto.13">
            <ns1:extLst>
              <ns1:ext uri="{FF2B5EF4-FFF2-40B4-BE49-F238E27FC236}">
                <ns2:creationId id="{712FCD1D-F8B5-4650-BD5D-234233FC9656}"/>
              </ns1:ext>
            </ns1:extLst>
          </ns0:cNvPr>
          <ns0:cNvSpPr>
            <ns1:spLocks noGrp="1"/>
          </ns0:cNvSpPr>
          <ns0:nvPr/>
        </ns0:nvSpPr>
        <ns0:spPr>
          <ns1:xfrm>
            <ns1:off x="6000750" y="3952875"/>
            <ns1:ext cx="285750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5850" b="1">
                <ns1:solidFill>
                  <ns1:srgbClr val="121A2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5850" b="1">
                <ns1:solidFill>
                  <ns1:srgbClr val="121A21"/>
                </ns1:solidFill>
                <ns1:latin typeface="Yu Gothic"/>
                <ns1:ea typeface="Yu Gothic"/>
                <ns1:cs typeface="Yu Gothic"/>
              </ns1:rPr>
              <ns1:t>の未来</ns1:t>
            </ns1:r>
          </ns1:p>
        </ns0:txBody>
      </ns0:sp>
      <ns0:sp>
        <ns0:nvSpPr>
          <ns0:cNvPr id="22" name="trace:S01:content.auto.14">
            <ns1:extLst>
              <ns1:ext uri="{FF2B5EF4-FFF2-40B4-BE49-F238E27FC236}">
                <ns2:creationId id="{E9E0FAAF-1BD3-4F1B-8887-A9176FE12800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5381625"/>
            <ns1:ext cx="590550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2025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rPr>
              <ns1:t>業務の効率化から、新たな価値創造まで</ns1:t>
            </ns1:r>
          </ns1:p>
          <ns1:p>
            <ns1:pPr algn="l">
              <ns1:buNone/>
              <ns1:defRPr sz="2025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rPr>
              <ns1:t>AIの力で、御社のビジネスを次のステージへ</ns1:t>
            </ns1:r>
          </ns1:p>
        </ns0:txBody>
      </ns0:sp>
      <ns0:sp>
        <ns0:nvSpPr>
          <ns0:cNvPr id="23" name="trace:S01:content.auto.15">
            <ns1:extLst>
              <ns1:ext uri="{FF2B5EF4-FFF2-40B4-BE49-F238E27FC236}">
                <ns2:creationId id="{E4B27A62-97E2-4CF7-BF93-40B284471966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6496050"/>
            <ns1:ext cx="600075" cy="47625"/>
          </ns1:xfrm>
          <ns1:prstGeom prst="rect">
            <ns1:avLst/>
          </ns1:prstGeom>
          <ns1:solidFill>
            <ns1:srgbClr val="D71920"/>
          </ns1:solidFill>
          <ns1:ln w="0">
            <ns1:noFill/>
            <ns1:prstDash val="solid"/>
          </ns1:ln>
        </ns0:spPr>
      </ns0:sp>
      <ns0:sp>
        <ns0:nvSpPr>
          <ns0:cNvPr id="24" name="trace:S01:footer.date">
            <ns1:extLst>
              <ns1:ext uri="{FF2B5EF4-FFF2-40B4-BE49-F238E27FC236}">
                <ns2:creationId id="{050C9528-73CB-4933-BF84-C39DE9C9ECCD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6829425"/>
            <ns1:ext cx="1714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75" b="0">
                <ns1:solidFill>
                  <ns1:srgbClr val="33404A"/>
                </ns1:solidFill>
                <ns1:latin typeface="Arial"/>
                <ns1:ea typeface="Arial"/>
                <ns1:cs typeface="Arial"/>
              </ns1:defRPr>
            </ns1:pPr>
            <ns1:r>
              <ns1:rPr sz="1575" b="0">
                <ns1:solidFill>
                  <ns1:srgbClr val="33404A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26" name="trace:S01:content.auto.16">
            <ns1:extLst>
              <ns1:ext uri="{FF2B5EF4-FFF2-40B4-BE49-F238E27FC236}">
                <ns2:creationId id="{CA587108-ADF7-40DA-B7CF-760FA53F2297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7934325"/>
            <ns1:ext cx="342900" cy="228600"/>
          </ns1:xfrm>
          <ns1:custGeom>
            <ns1:pathLst>
              <ns1:path w="342900" h="228600">
                <ns1:moveTo>
                  <ns1:pt x="0" y="133350"/>
                </ns1:moveTo>
                <ns1:lnTo>
                  <ns1:pt x="161925" y="0"/>
                </ns1:lnTo>
                <ns1:lnTo>
                  <ns1:pt x="342900" y="95250"/>
                </ns1:lnTo>
                <ns1:lnTo>
                  <ns1:pt x="180975" y="228600"/>
                </ns1:lnTo>
                <ns1:close/>
              </ns1:path>
            </ns1:pathLst>
          </ns1:custGeom>
          <ns1:solidFill>
            <ns1:srgbClr val="D71920"/>
          </ns1:solidFill>
          <ns1:ln w="0">
            <ns1:noFill/>
            <ns1:prstDash val="solid"/>
          </ns1:ln>
        </ns0:spPr>
      </ns0:sp>
      <ns0:sp>
        <ns0:nvSpPr>
          <ns0:cNvPr id="27" name="trace:S01:content.auto.17">
            <ns1:extLst>
              <ns1:ext uri="{FF2B5EF4-FFF2-40B4-BE49-F238E27FC236}">
                <ns2:creationId id="{987F699C-119D-4E7A-8A24-35985F764032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8067675"/>
            <ns1:ext cx="180975" cy="257175"/>
          </ns1:xfrm>
          <ns1:custGeom>
            <ns1:pathLst>
              <ns1:path w="180975" h="257175">
                <ns1:moveTo>
                  <ns1:pt x="0" y="0"/>
                </ns1:moveTo>
                <ns1:lnTo>
                  <ns1:pt x="180975" y="95250"/>
                </ns1:lnTo>
                <ns1:lnTo>
                  <ns1:pt x="180975" y="257175"/>
                </ns1:lnTo>
                <ns1:lnTo>
                  <ns1:pt x="0" y="161925"/>
                </ns1:lnTo>
                <ns1:close/>
              </ns1:path>
            </ns1:pathLst>
          </ns1:custGeom>
          <ns1:solidFill>
            <ns1:srgbClr val="111820"/>
          </ns1:solidFill>
          <ns1:ln w="0">
            <ns1:noFill/>
            <ns1:prstDash val="solid"/>
          </ns1:ln>
        </ns0:spPr>
      </ns0:sp>
      <ns0:sp>
        <ns0:nvSpPr>
          <ns0:cNvPr id="28" name="trace:S01:content.auto.18">
            <ns1:extLst>
              <ns1:ext uri="{FF2B5EF4-FFF2-40B4-BE49-F238E27FC236}">
                <ns2:creationId id="{4765F700-0F80-4E4A-8A0A-D1387723B531}"/>
              </ns1:ext>
            </ns1:extLst>
          </ns0:cNvPr>
          <ns0:cNvSpPr>
            <ns1:spLocks noGrp="1"/>
          </ns0:cNvSpPr>
          <ns0:nvPr/>
        </ns0:nvSpPr>
        <ns0:spPr>
          <ns1:xfrm>
            <ns1:off x="981075" y="8029575"/>
            <ns1:ext cx="161925" cy="295275"/>
          </ns1:xfrm>
          <ns1:custGeom>
            <ns1:pathLst>
              <ns1:path w="161925" h="295275">
                <ns1:moveTo>
                  <ns1:pt x="0" y="133350"/>
                </ns1:moveTo>
                <ns1:lnTo>
                  <ns1:pt x="161925" y="0"/>
                </ns1:lnTo>
                <ns1:lnTo>
                  <ns1:pt x="161925" y="161925"/>
                </ns1:lnTo>
                <ns1:lnTo>
                  <ns1:pt x="0" y="295275"/>
                </ns1:lnTo>
                <ns1:close/>
              </ns1:path>
            </ns1:pathLst>
          </ns1:custGeom>
          <ns1:solidFill>
            <ns1:srgbClr val="707A83"/>
          </ns1:solidFill>
          <ns1:ln w="0">
            <ns1:noFill/>
            <ns1:prstDash val="solid"/>
          </ns1:ln>
        </ns0:spPr>
      </ns0:sp>
      <ns0:sp>
        <ns0:nvSpPr>
          <ns0:cNvPr id="29" name="trace:S01:footer.brand">
            <ns1:extLst>
              <ns1:ext uri="{FF2B5EF4-FFF2-40B4-BE49-F238E27FC236}">
                <ns2:creationId id="{3510800B-24DB-4A10-9D17-14132F2725FB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7991475"/>
            <ns1:ext cx="1619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650" b="1">
                <ns1:solidFill>
                  <ns1:srgbClr val="121A21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21A21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30" name="trace:S01:content.auto.19">
            <ns1:extLst>
              <ns1:ext uri="{FF2B5EF4-FFF2-40B4-BE49-F238E27FC236}">
                <ns2:creationId id="{93F9CCA5-A178-42C7-A211-75D1CB586A27}"/>
              </ns1:ext>
            </ns1:extLst>
          </ns0:cNvPr>
          <ns0:cNvSpPr>
            <ns1:spLocks noGrp="1"/>
          </ns0:cNvSpPr>
          <ns0:nvPr/>
        </ns0:nvSpPr>
        <ns0:spPr>
          <ns1:xfrm>
            <ns1:off x="2924175" y="7934325"/>
            <ns1:ext cx="19050" cy="438150"/>
          </ns1:xfrm>
          <ns1:prstGeom prst="rect">
            <ns1:avLst/>
          </ns1:prstGeom>
          <ns1:solidFill>
            <ns1:srgbClr val="6C747C"/>
          </ns1:solidFill>
          <ns1:ln w="0">
            <ns1:noFill/>
            <ns1:prstDash val="solid"/>
          </ns1:ln>
        </ns0:spPr>
      </ns0:sp>
      <ns0:sp>
        <ns0:nvSpPr>
          <ns0:cNvPr id="31" name="trace:S01:footer.tagline.jp">
            <ns1:extLst>
              <ns1:ext uri="{FF2B5EF4-FFF2-40B4-BE49-F238E27FC236}">
                <ns2:creationId id="{5566AE73-1F9D-4540-A225-B9E81A06A1B4}"/>
              </ns1:ext>
            </ns1:extLst>
          </ns0:cNvPr>
          <ns0:cNvSpPr>
            <ns1:spLocks noGrp="1"/>
          </ns0:cNvSpPr>
          <ns0:nvPr/>
        </ns0:nvSpPr>
        <ns0:spPr>
          <ns1:xfrm>
            <ns1:off x="3238500" y="7962900"/>
            <ns1:ext cx="3238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125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rPr>
              <ns1:t>人とテクノロジーで、より良い社会をつくる</ns1:t>
            </ns1:r>
          </ns1:p>
        </ns0:txBody>
      </ns0:sp>
      <ns0:sp>
        <ns0:nvSpPr>
          <ns0:cNvPr id="32" name="trace:S01:footer.tagline.en">
            <ns1:extLst>
              <ns1:ext uri="{FF2B5EF4-FFF2-40B4-BE49-F238E27FC236}">
                <ns2:creationId id="{F8D8BD4F-496C-4119-95E4-6D772102B676}"/>
              </ns1:ext>
            </ns1:extLst>
          </ns0:cNvPr>
          <ns0:cNvSpPr>
            <ns1:spLocks noGrp="1"/>
          </ns0:cNvSpPr>
          <ns0:nvPr/>
        </ns0:nvSpPr>
        <ns0:spPr>
          <ns1:xfrm>
            <ns1:off x="3238500" y="8191500"/>
            <ns1:ext cx="3238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125" b="0">
                <ns1:solidFill>
                  <ns1:srgbClr val="33404A"/>
                </ns1:solidFill>
                <ns1:latin typeface="Arial"/>
                <ns1:ea typeface="Arial"/>
                <ns1:cs typeface="Arial"/>
              </ns1:defRPr>
            </ns1:pPr>
            <ns1:r>
              <ns1:rPr sz="1125" b="0">
                <ns1:solidFill>
                  <ns1:srgbClr val="33404A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33" name="trace:S01:title.primary.6">
            <ns1:extLst>
              <ns1:ext uri="{FF2B5EF4-FFF2-40B4-BE49-F238E27FC236}">
                <ns2:creationId id="{46C7AFC0-7342-4310-828E-1F3C6564FE26}"/>
              </ns1:ext>
            </ns1:extLst>
          </ns0:cNvPr>
          <ns0:cNvSpPr>
            <ns1:spLocks noGrp="1"/>
          </ns0:cNvSpPr>
          <ns0:nvPr/>
        </ns0:nvSpPr>
        <ns0:spPr>
          <ns1:xfrm>
            <ns1:off x="14097000" y="2019300"/>
            <ns1:ext cx="1524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125" b="0">
                <ns1:solidFill>
                  <ns1:srgbClr val="121A21"/>
                </ns1:solidFill>
                <ns1:latin typeface="Arial"/>
                <ns1:ea typeface="Arial"/>
                <ns1:cs typeface="Arial"/>
              </ns1:defRPr>
            </ns1:pPr>
            <ns1:r>
              <ns1:rPr sz="1125" b="0">
                <ns1:solidFill>
                  <ns1:srgbClr val="121A21"/>
                </ns1:solidFill>
                <ns1:latin typeface="Arial"/>
                <ns1:ea typeface="Arial"/>
                <ns1:cs typeface="Arial"/>
              </ns1:rPr>
              <ns1:t>B U S I N E S S</ns1:t>
            </ns1:r>
          </ns1:p>
        </ns0:txBody>
      </ns0:sp>
      <ns0:sp>
        <ns0:nvSpPr>
          <ns0:cNvPr id="34" name="trace:S01:title.primary.7">
            <ns1:extLst>
              <ns1:ext uri="{FF2B5EF4-FFF2-40B4-BE49-F238E27FC236}">
                <ns2:creationId id="{0CB6F341-0703-4BDE-AAA4-6543C0830AF3}"/>
              </ns1:ext>
            </ns1:extLst>
          </ns0:cNvPr>
          <ns0:cNvSpPr>
            <ns1:spLocks noGrp="1"/>
          </ns0:cNvSpPr>
          <ns0:nvPr/>
        </ns0:nvSpPr>
        <ns0:spPr>
          <ns1:xfrm>
            <ns1:off x="14344650" y="2352675"/>
            <ns1:ext cx="952500" cy="1600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275" b="0">
                <ns1:solidFill>
                  <ns1:srgbClr val="121A2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121A21"/>
                </ns1:solidFill>
                <ns1:latin typeface="Arial"/>
                <ns1:ea typeface="Arial"/>
                <ns1:cs typeface="Arial"/>
              </ns1:rPr>
              <ns1:t>×</ns1:t>
            </ns1:r>
          </ns1:p>
          <ns1:p>
            <ns1:pPr algn="ctr">
              <ns1:buNone/>
              <ns1:defRPr sz="1275" b="0">
                <ns1:solidFill>
                  <ns1:srgbClr val="121A2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121A21"/>
                </ns1:solidFill>
                <ns1:latin typeface="Arial"/>
                <ns1:ea typeface="Arial"/>
                <ns1:cs typeface="Arial"/>
              </ns1:rPr>
              <ns1:t>A I</ns1:t>
            </ns1:r>
          </ns1:p>
          <ns1:p>
            <ns1:pPr algn="ctr">
              <ns1:buNone/>
              <ns1:defRPr sz="1275" b="0">
                <ns1:solidFill>
                  <ns1:srgbClr val="121A2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121A21"/>
                </ns1:solidFill>
                <ns1:latin typeface="Arial"/>
                <ns1:ea typeface="Arial"/>
                <ns1:cs typeface="Arial"/>
              </ns1:rPr>
              <ns1:t>×</ns1:t>
            </ns1:r>
          </ns1:p>
          <ns1:p>
            <ns1:pPr algn="ctr">
              <ns1:buNone/>
              <ns1:defRPr sz="1275" b="0">
                <ns1:solidFill>
                  <ns1:srgbClr val="121A2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121A21"/>
                </ns1:solidFill>
                <ns1:latin typeface="Arial"/>
                <ns1:ea typeface="Arial"/>
                <ns1:cs typeface="Arial"/>
              </ns1:rPr>
              <ns1:t>P E O P L E</ns1:t>
            </ns1:r>
          </ns1:p>
        </ns0:txBody>
      </ns0:sp>
      <ns0:sp>
        <ns0:nvSpPr>
          <ns0:cNvPr id="35" name="trace:S01:content.auto.20">
            <ns1:extLst>
              <ns1:ext uri="{FF2B5EF4-FFF2-40B4-BE49-F238E27FC236}">
                <ns2:creationId id="{D4480E5B-02F5-4802-BFDC-A574F138CA49}"/>
              </ns1:ext>
            </ns1:extLst>
          </ns0:cNvPr>
          <ns0:cNvSpPr>
            <ns1:spLocks noGrp="1"/>
          </ns0:cNvSpPr>
          <ns0:nvPr/>
        </ns0:nvSpPr>
        <ns0:spPr>
          <ns1:xfrm>
            <ns1:off x="13754100" y="7572375"/>
            <ns1:ext cx="1952625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7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7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ともに描く、</ns1:t>
            </ns1:r>
          </ns1:p>
          <ns1:p>
            <ns1:pPr algn="l">
              <ns1:buNone/>
              <ns1:defRPr sz="17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7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次のあたりまえ。</ns1:t>
            </ns1:r>
          </ns1:p>
        </ns0:txBody>
      </ns0:sp>
    </ns0:spTree>
    <ns0:extLst>
      <ns0:ext uri="{BB962C8B-B14F-4D97-AF65-F5344CB8AC3E}">
        <ns4:creationId val="1420327245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2026-09-18T20:51:44.1560000Z</dcterms:created>
  <dcterms:modified xsi:type="dcterms:W3CDTF">2026-09-18T20:51:44.1560000Z</dcterms:modified>
</coreProperties>
</file>