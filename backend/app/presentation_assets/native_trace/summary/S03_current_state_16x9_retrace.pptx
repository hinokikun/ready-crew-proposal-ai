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920924f0f4e8e" /><Relationship Type="http://schemas.openxmlformats.org/officeDocument/2006/relationships/extended-properties" Target="/docProps/app.xml" Id="R2990cba926e843b6" /><Relationship Type="http://schemas.openxmlformats.org/officeDocument/2006/relationships/officeDocument" Target="/ppt/presentation.xml" Id="R354046b7fce5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a9e59117e4081"/>
  </p:sldMasterIdLst>
  <p:notesMasterIdLst>
    <p:notesMasterId xmlns:r="http://schemas.openxmlformats.org/officeDocument/2006/relationships" r:id="R540d3998e4d04d4a"/>
  </p:notesMasterIdLst>
  <p:sldIdLst>
    <p:sldId xmlns:r="http://schemas.openxmlformats.org/officeDocument/2006/relationships" id="256" r:id="R780b782d77ee4b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715ca3b55a402e" /><Relationship Type="http://schemas.openxmlformats.org/officeDocument/2006/relationships/slideMaster" Target="/ppt/slideMasters/slideMaster1.xml" Id="R88ba9e59117e4081" /><Relationship Type="http://schemas.openxmlformats.org/officeDocument/2006/relationships/notesMaster" Target="/ppt/notesMasters/notesMaster1.xml" Id="R540d3998e4d04d4a" /><Relationship Type="http://schemas.openxmlformats.org/officeDocument/2006/relationships/presProps" Target="/ppt/presProps.xml" Id="Rbaceb789dfc84386" /><Relationship Type="http://schemas.openxmlformats.org/officeDocument/2006/relationships/tableStyles" Target="/ppt/tableStyles.xml" Id="R53339ba4b28a470f" /><Relationship Type="http://schemas.openxmlformats.org/officeDocument/2006/relationships/slide" Target="/ppt/slides/slide1.xml" Id="R780b782d77ee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4ded5f38284e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409cca26048c0" /><Relationship Type="http://schemas.openxmlformats.org/officeDocument/2006/relationships/notesMaster" Target="/ppt/notesMasters/notesMaster1.xml" Id="Rae92be2990d4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e33b403074f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0981b79604a51" /><Relationship Type="http://schemas.openxmlformats.org/officeDocument/2006/relationships/slideLayout" Target="/ppt/slideLayouts/slideLayout1.xml" Id="R7c44b75bae6445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4b75bae6445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79ec10d7a44af" /><Relationship Type="http://schemas.openxmlformats.org/officeDocument/2006/relationships/notesSlide" Target="/ppt/notesSlides/notesSlide1.xml" Id="R6a38fc3de93247cf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0" name="trace:S03:content.auto">
            <ns1:extLst>
              <ns1:ext uri="{FF2B5EF4-FFF2-40B4-BE49-F238E27FC236}">
                <ns2:creationId id="{7A34B98A-D453-476D-8619-8354E13A8CC9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161925"/>
            <ns1:ext cx="361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05</ns1:t>
            </ns1:r>
          </ns1:p>
        </ns0:txBody>
      </ns0:sp>
      <ns0:sp>
        <ns0:nvSpPr>
          <ns0:cNvPr id="2" name="trace:S03:content.auto.2">
            <ns1:extLst>
              <ns1:ext uri="{FF2B5EF4-FFF2-40B4-BE49-F238E27FC236}">
                <ns2:creationId id="{4518CCFD-68BB-4371-A52C-7DF12B87955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61925"/>
            <ns1:ext cx="1619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現状理解</ns1:t>
            </ns1:r>
          </ns1:p>
        </ns0:txBody>
      </ns0:sp>
      <ns0:sp>
        <ns0:nvSpPr>
          <ns0:cNvPr id="3" name="trace:S03:content.auto.3">
            <ns1:extLst>
              <ns1:ext uri="{FF2B5EF4-FFF2-40B4-BE49-F238E27FC236}">
                <ns2:creationId id="{38A570CB-909A-4E0E-AEDA-62FC8399F10B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276225"/>
            <ns1:ext cx="9229725" cy="0"/>
          </ns1:xfrm>
          <ns1:prstGeom prst="line">
            <ns1:avLst/>
          </ns1:prstGeom>
          <ns1:noFill/>
          <ns1:ln w="11430">
            <ns1:solidFill>
              <ns1:srgbClr val="0B1E34"/>
            </ns1:solidFill>
            <ns1:prstDash val="solid"/>
          </ns1:ln>
        </ns0:spPr>
      </ns0:sp>
      <ns0:sp>
        <ns0:nvSpPr>
          <ns0:cNvPr id="4" name="trace:S03:footer.date">
            <ns1:extLst>
              <ns1:ext uri="{FF2B5EF4-FFF2-40B4-BE49-F238E27FC236}">
                <ns2:creationId id="{63D62DD7-54E0-4EEB-8CBC-337A23993277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61925"/>
            <ns1:ext cx="12001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5" name="trace:S03:content.auto.4">
            <ns1:extLst>
              <ns1:ext uri="{FF2B5EF4-FFF2-40B4-BE49-F238E27FC236}">
                <ns2:creationId id="{00E87D93-F13C-469C-9B04-8FE74CA71529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552450"/>
            <ns1:ext cx="68580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現状理解</ns1:t>
            </ns1:r>
          </ns1:p>
        </ns0:txBody>
      </ns0:sp>
      <ns0:sp>
        <ns0:nvSpPr>
          <ns0:cNvPr id="6" name="trace:S03:content.auto.5">
            <ns1:extLst>
              <ns1:ext uri="{FF2B5EF4-FFF2-40B4-BE49-F238E27FC236}">
                <ns2:creationId id="{E72BA414-389A-4300-AB7D-D96AB9C135E3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1381125"/>
            <ns1:ext cx="5810250" cy="2809875"/>
          </ns1:xfrm>
          <ns1:custGeom>
            <ns1:pathLst>
              <ns1:path w="5810250" h="2809875">
                <ns1:moveTo>
                  <ns1:pt x="0" y="0"/>
                </ns1:moveTo>
                <ns1:lnTo>
                  <ns1:pt x="5486400" y="0"/>
                </ns1:lnTo>
                <ns1:lnTo>
                  <ns1:pt x="5810250" y="1404938"/>
                </ns1:lnTo>
                <ns1:lnTo>
                  <ns1:pt x="5486400" y="2809875"/>
                </ns1:lnTo>
                <ns1:lnTo>
                  <ns1:pt x="0" y="2809875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7" name="trace:S03:content.auto.6">
            <ns1:extLst>
              <ns1:ext uri="{FF2B5EF4-FFF2-40B4-BE49-F238E27FC236}">
                <ns2:creationId id="{884F3C21-F230-42FA-B303-1FB11C634CCE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161925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" name="trace:S03:title.primary">
            <ns1:extLst>
              <ns1:ext uri="{FF2B5EF4-FFF2-40B4-BE49-F238E27FC236}">
                <ns2:creationId id="{B2011AB2-3EEE-45E9-BE19-E6B5ABF1CDF4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1600200"/>
            <ns1:ext cx="452437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業務プロセスの現状</ns1:t>
            </ns1:r>
          </ns1:p>
        </ns0:txBody>
      </ns0:sp>
      <ns0:sp>
        <ns0:nvSpPr>
          <ns0:cNvPr id="9" name="trace:S03:content.auto.7">
            <ns1:extLst>
              <ns1:ext uri="{FF2B5EF4-FFF2-40B4-BE49-F238E27FC236}">
                <ns2:creationId id="{7B846686-6639-476D-BEEA-8915D9ABA45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20980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0" name="trace:S03:title.primary.2">
            <ns1:extLst>
              <ns1:ext uri="{FF2B5EF4-FFF2-40B4-BE49-F238E27FC236}">
                <ns2:creationId id="{DE7C3DFF-F3BE-42D4-9F7C-D0F744474C3C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133600"/>
            <ns1:ext cx="46863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荷受け・検品・撮影・登録・販売の各工程について、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確認項目と作業のつながりを整理します</ns1:t>
            </ns1:r>
          </ns1:p>
        </ns0:txBody>
      </ns0:sp>
      <ns0:sp>
        <ns0:nvSpPr>
          <ns0:cNvPr id="11" name="trace:S03:content.auto.8">
            <ns1:extLst>
              <ns1:ext uri="{FF2B5EF4-FFF2-40B4-BE49-F238E27FC236}">
                <ns2:creationId id="{272AD3A3-DE37-41FC-96CC-08135565A3F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7622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2" name="trace:S03:title.primary.3">
            <ns1:extLst>
              <ns1:ext uri="{FF2B5EF4-FFF2-40B4-BE49-F238E27FC236}">
                <ns2:creationId id="{1F4B3050-ED12-4355-87E7-BAB73792CA50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686050"/>
            <ns1:ext cx="46863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担当者の判断手順、例外対応、引継ぎ条件は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確認済み情報に基づき整理します</ns1:t>
            </ns1:r>
          </ns1:p>
        </ns0:txBody>
      </ns0:sp>
      <ns0:sp>
        <ns0:nvSpPr>
          <ns0:cNvPr id="13" name="trace:S03:content.auto.9">
            <ns1:extLst>
              <ns1:ext uri="{FF2B5EF4-FFF2-40B4-BE49-F238E27FC236}">
                <ns2:creationId id="{4413FF97-FBC3-46F3-A940-C9E4C6ADD0B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86100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14" name="trace:S03:content.auto.10">
            <ns1:extLst>
              <ns1:ext uri="{FF2B5EF4-FFF2-40B4-BE49-F238E27FC236}">
                <ns2:creationId id="{50BC21B7-7043-46BF-B4AF-D6AC22244E9A}"/>
              </ns1:ext>
            </ns1:extLst>
          </ns0:cNvPr>
          <ns0:cNvSpPr>
            <ns1:spLocks noGrp="1"/>
          </ns0:cNvSpPr>
          <ns0:nvPr/>
        </ns0:nvSpPr>
        <ns0:spPr>
          <ns1:xfrm>
            <ns1:off x="885825" y="3333750"/>
            <ns1:ext cx="285750" cy="219075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5" name="trace:S03:content.auto.11">
            <ns1:extLst>
              <ns1:ext uri="{FF2B5EF4-FFF2-40B4-BE49-F238E27FC236}">
                <ns2:creationId id="{23516D6E-A5F5-41A0-A1B3-1C97B07EA9C6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" y="3409950"/>
            <ns1:ext cx="161925" cy="142875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6" name="trace:S03:content.auto.12">
            <ns1:extLst>
              <ns1:ext uri="{FF2B5EF4-FFF2-40B4-BE49-F238E27FC236}">
                <ns2:creationId id="{1F65B5B1-CCEB-4407-8E86-89CC1340FF3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524250"/>
            <ns1:ext cx="114300" cy="11430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7" name="trace:S03:content.auto.13">
            <ns1:extLst>
              <ns1:ext uri="{FF2B5EF4-FFF2-40B4-BE49-F238E27FC236}">
                <ns2:creationId id="{7F077214-CAD2-467C-8F98-E86A49E808C9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524250"/>
            <ns1:ext cx="114300" cy="11430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8" name="trace:S03:content.auto.14">
            <ns1:extLst>
              <ns1:ext uri="{FF2B5EF4-FFF2-40B4-BE49-F238E27FC236}">
                <ns2:creationId id="{4B74304E-812C-4920-A3C3-57847EA85E27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3457575"/>
            <ns1:ext cx="66675" cy="123825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9" name="trace:S03:content.auto.15">
            <ns1:extLst>
              <ns1:ext uri="{FF2B5EF4-FFF2-40B4-BE49-F238E27FC236}">
                <ns2:creationId id="{6759CFBD-3B57-41BE-825E-FA584B78FE44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3943350"/>
            <ns1:ext cx="8001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荷受け</ns1:t>
            </ns1:r>
          </ns1:p>
        </ns0:txBody>
      </ns0:sp>
      <ns0:sp>
        <ns0:nvSpPr>
          <ns0:cNvPr id="20" name="trace:S03:content.auto.16">
            <ns1:extLst>
              <ns1:ext uri="{FF2B5EF4-FFF2-40B4-BE49-F238E27FC236}">
                <ns2:creationId id="{2EF7C4B7-CDC2-4774-AE5F-37CC5772F506}"/>
              </ns1:ext>
            </ns1:extLst>
          </ns0:cNvPr>
          <ns0:cNvSpPr>
            <ns1:spLocks noGrp="1"/>
          </ns0:cNvSpPr>
          <ns0:nvPr/>
        </ns0:nvSpPr>
        <ns0:spPr>
          <ns1:xfrm>
            <ns1:off x="1628775" y="3400425"/>
            <ns1:ext cx="209550" cy="17145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21" name="trace:S03:content.auto.17">
            <ns1:extLst>
              <ns1:ext uri="{FF2B5EF4-FFF2-40B4-BE49-F238E27FC236}">
                <ns2:creationId id="{D682F750-0FA4-4411-8B18-7CE6C597F104}"/>
              </ns1:ext>
            </ns1:extLst>
          </ns0:cNvPr>
          <ns0:cNvSpPr>
            <ns1:spLocks noGrp="1"/>
          </ns0:cNvSpPr>
          <ns0:nvPr/>
        </ns0:nvSpPr>
        <ns0:spPr>
          <ns1:xfrm>
            <ns1:off x="1971675" y="3086100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22" name="trace:S03:content.auto.18">
            <ns1:extLst>
              <ns1:ext uri="{FF2B5EF4-FFF2-40B4-BE49-F238E27FC236}">
                <ns2:creationId id="{411832FC-4ED9-4EEC-A714-1DE8AA0F619C}"/>
              </ns1:ext>
            </ns1:extLst>
          </ns0:cNvPr>
          <ns0:cNvSpPr>
            <ns1:spLocks noGrp="1"/>
          </ns0:cNvSpPr>
          <ns0:nvPr/>
        </ns0:nvSpPr>
        <ns0:spPr>
          <ns1:xfrm>
            <ns1:off x="2238375" y="3324225"/>
            <ns1:ext cx="266700" cy="2667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23" name="trace:S03:content.auto.19">
            <ns1:extLst>
              <ns1:ext uri="{FF2B5EF4-FFF2-40B4-BE49-F238E27FC236}">
                <ns2:creationId id="{4971C52F-8A73-4604-AE35-5522432A9E83}"/>
              </ns1:ext>
            </ns1:extLst>
          </ns0:cNvPr>
          <ns0:cNvSpPr>
            <ns1:spLocks noGrp="1"/>
          </ns0:cNvSpPr>
          <ns0:nvPr/>
        </ns0:nvSpPr>
        <ns0:spPr>
          <ns1:xfrm>
            <ns1:off x="2447925" y="3571875"/>
            <ns1:ext cx="171450" cy="152400"/>
          </ns1:xfrm>
          <ns1:prstGeom prst="line">
            <ns1:avLst/>
          </ns1:prstGeom>
          <ns1:noFill/>
          <ns1:ln w="38100">
            <ns1:solidFill>
              <ns1:srgbClr val="0B1E34"/>
            </ns1:solidFill>
            <ns1:prstDash val="solid"/>
          </ns1:ln>
        </ns0:spPr>
      </ns0:sp>
      <ns0:sp>
        <ns0:nvSpPr>
          <ns0:cNvPr id="24" name="trace:S03:content.auto.20">
            <ns1:extLst>
              <ns1:ext uri="{FF2B5EF4-FFF2-40B4-BE49-F238E27FC236}">
                <ns2:creationId id="{4D38EDC8-7AC0-4B25-A01E-37B5C68E5785}"/>
              </ns1:ext>
            </ns1:extLst>
          </ns0:cNvPr>
          <ns0:cNvSpPr>
            <ns1:spLocks noGrp="1"/>
          </ns0:cNvSpPr>
          <ns0:nvPr/>
        </ns0:nvSpPr>
        <ns0:spPr>
          <ns1:xfrm>
            <ns1:off x="2333625" y="3419475"/>
            <ns1:ext cx="95250" cy="952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25" name="trace:S03:content.auto.21">
            <ns1:extLst>
              <ns1:ext uri="{FF2B5EF4-FFF2-40B4-BE49-F238E27FC236}">
                <ns2:creationId id="{293FDB39-6210-4A76-9CED-6B96832107D4}"/>
              </ns1:ext>
            </ns1:extLst>
          </ns0:cNvPr>
          <ns0:cNvSpPr>
            <ns1:spLocks noGrp="1"/>
          </ns0:cNvSpPr>
          <ns0:nvPr/>
        </ns0:nvSpPr>
        <ns0:spPr>
          <ns1:xfrm>
            <ns1:off x="1981200" y="3943350"/>
            <ns1:ext cx="8001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検品</ns1:t>
            </ns1:r>
          </ns1:p>
        </ns0:txBody>
      </ns0:sp>
      <ns0:sp>
        <ns0:nvSpPr>
          <ns0:cNvPr id="26" name="trace:S03:content.auto.22">
            <ns1:extLst>
              <ns1:ext uri="{FF2B5EF4-FFF2-40B4-BE49-F238E27FC236}">
                <ns2:creationId id="{3198E280-6268-4936-BB85-379FC2B8DBB1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3400425"/>
            <ns1:ext cx="209550" cy="17145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27" name="trace:S03:content.auto.23">
            <ns1:extLst>
              <ns1:ext uri="{FF2B5EF4-FFF2-40B4-BE49-F238E27FC236}">
                <ns2:creationId id="{CC17123F-F9FF-459A-9106-4AA365960B1E}"/>
              </ns1:ext>
            </ns1:extLst>
          </ns0:cNvPr>
          <ns0:cNvSpPr>
            <ns1:spLocks noGrp="1"/>
          </ns0:cNvSpPr>
          <ns0:nvPr/>
        </ns0:nvSpPr>
        <ns0:spPr>
          <ns1:xfrm>
            <ns1:off x="3248025" y="3086100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28" name="trace:S03:content.auto.24">
            <ns1:extLst>
              <ns1:ext uri="{FF2B5EF4-FFF2-40B4-BE49-F238E27FC236}">
                <ns2:creationId id="{BDA3CE02-662F-4E4B-84FF-04ED19727ACC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3333750"/>
            <ns1:ext cx="495300" cy="323850"/>
          </ns1:xfrm>
          <ns1:prstGeom prst="roundRect">
            <ns1:avLst>
              <ns1:gd name="adj" fmla="val 23529"/>
            </ns1:avLst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29" name="trace:S03:content.auto.25">
            <ns1:extLst>
              <ns1:ext uri="{FF2B5EF4-FFF2-40B4-BE49-F238E27FC236}">
                <ns2:creationId id="{8841D7F1-BD5B-4B45-B2B1-1818DEFEA39F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3267075"/>
            <ns1:ext cx="171450" cy="762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0" name="trace:S03:content.auto.26">
            <ns1:extLst>
              <ns1:ext uri="{FF2B5EF4-FFF2-40B4-BE49-F238E27FC236}">
                <ns2:creationId id="{3DE77B63-C244-4482-B954-3359DF61FF48}"/>
              </ns1:ext>
            </ns1:extLst>
          </ns0:cNvPr>
          <ns0:cNvSpPr>
            <ns1:spLocks noGrp="1"/>
          </ns0:cNvSpPr>
          <ns0:nvPr/>
        </ns0:nvSpPr>
        <ns0:spPr>
          <ns1:xfrm>
            <ns1:off x="3562350" y="3400425"/>
            <ns1:ext cx="190500" cy="1905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1" name="trace:S03:content.auto.27">
            <ns1:extLst>
              <ns1:ext uri="{FF2B5EF4-FFF2-40B4-BE49-F238E27FC236}">
                <ns2:creationId id="{CEC809AD-0A69-4F45-9EA4-C816AC1F57D8}"/>
              </ns1:ext>
            </ns1:extLst>
          </ns0:cNvPr>
          <ns0:cNvSpPr>
            <ns1:spLocks noGrp="1"/>
          </ns0:cNvSpPr>
          <ns0:nvPr/>
        </ns0:nvSpPr>
        <ns0:spPr>
          <ns1:xfrm>
            <ns1:off x="3257550" y="3943350"/>
            <ns1:ext cx="8001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撮影</ns1:t>
            </ns1:r>
          </ns1:p>
        </ns0:txBody>
      </ns0:sp>
      <ns0:sp>
        <ns0:nvSpPr>
          <ns0:cNvPr id="32" name="trace:S03:content.auto.28">
            <ns1:extLst>
              <ns1:ext uri="{FF2B5EF4-FFF2-40B4-BE49-F238E27FC236}">
                <ns2:creationId id="{62D365E1-FB1A-424F-983F-E747D4DC3ED4}"/>
              </ns1:ext>
            </ns1:extLst>
          </ns0:cNvPr>
          <ns0:cNvSpPr>
            <ns1:spLocks noGrp="1"/>
          </ns0:cNvSpPr>
          <ns0:nvPr/>
        </ns0:nvSpPr>
        <ns0:spPr>
          <ns1:xfrm>
            <ns1:off x="4191000" y="3400425"/>
            <ns1:ext cx="209550" cy="17145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33" name="trace:S03:content.auto.29">
            <ns1:extLst>
              <ns1:ext uri="{FF2B5EF4-FFF2-40B4-BE49-F238E27FC236}">
                <ns2:creationId id="{87E9D9DC-A8A0-406F-A736-2C377D6A318D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3086100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34" name="trace:S03:content.auto.30">
            <ns1:extLst>
              <ns1:ext uri="{FF2B5EF4-FFF2-40B4-BE49-F238E27FC236}">
                <ns2:creationId id="{446BE22F-E313-4AE5-82FA-D94B10C1705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286125"/>
            <ns1:ext cx="533400" cy="342900"/>
          </ns1:xfrm>
          <ns1:prstGeom prst="roundRect">
            <ns1:avLst>
              <ns1:gd name="adj" fmla="val 22222"/>
            </ns1:avLst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5" name="trace:S03:content.auto.31">
            <ns1:extLst>
              <ns1:ext uri="{FF2B5EF4-FFF2-40B4-BE49-F238E27FC236}">
                <ns2:creationId id="{BAED0811-C941-462E-9AEB-3226452AC9B4}"/>
              </ns1:ext>
            </ns1:extLst>
          </ns0:cNvPr>
          <ns0:cNvSpPr>
            <ns1:spLocks noGrp="1"/>
          </ns0:cNvSpPr>
          <ns0:nvPr/>
        </ns0:nvSpPr>
        <ns0:spPr>
          <ns1:xfrm>
            <ns1:off x="4591050" y="3638550"/>
            <ns1:ext cx="685800" cy="571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6" name="trace:S03:content.auto.32">
            <ns1:extLst>
              <ns1:ext uri="{FF2B5EF4-FFF2-40B4-BE49-F238E27FC236}">
                <ns2:creationId id="{31ED7999-6928-412D-9F6D-F3F490BD39E9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3409950"/>
            <ns1:ext cx="76200" cy="762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7" name="trace:S03:content.auto.33">
            <ns1:extLst>
              <ns1:ext uri="{FF2B5EF4-FFF2-40B4-BE49-F238E27FC236}">
                <ns2:creationId id="{B1179D40-AE6C-4602-8E7B-01FDA765CA4D}"/>
              </ns1:ext>
            </ns1:extLst>
          </ns0:cNvPr>
          <ns0:cNvSpPr>
            <ns1:spLocks noGrp="1"/>
          </ns0:cNvSpPr>
          <ns0:nvPr/>
        </ns0:nvSpPr>
        <ns0:spPr>
          <ns1:xfrm>
            <ns1:off x="4533900" y="3943350"/>
            <ns1:ext cx="8001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出品登録</ns1:t>
            </ns1:r>
          </ns1:p>
        </ns0:txBody>
      </ns0:sp>
      <ns0:sp>
        <ns0:nvSpPr>
          <ns0:cNvPr id="38" name="trace:S03:content.auto.34">
            <ns1:extLst>
              <ns1:ext uri="{FF2B5EF4-FFF2-40B4-BE49-F238E27FC236}">
                <ns2:creationId id="{5A9B1FBB-0E3C-4930-AE4E-C23C7CB8363E}"/>
              </ns1:ext>
            </ns1:extLst>
          </ns0:cNvPr>
          <ns0:cNvSpPr>
            <ns1:spLocks noGrp="1"/>
          </ns0:cNvSpPr>
          <ns0:nvPr/>
        </ns0:nvSpPr>
        <ns0:spPr>
          <ns1:xfrm>
            <ns1:off x="5467350" y="3400425"/>
            <ns1:ext cx="209550" cy="17145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39" name="trace:S03:content.auto.35">
            <ns1:extLst>
              <ns1:ext uri="{FF2B5EF4-FFF2-40B4-BE49-F238E27FC236}">
                <ns2:creationId id="{DD734389-8721-416A-9D5C-D332889F729B}"/>
              </ns1:ext>
            </ns1:extLst>
          </ns0:cNvPr>
          <ns0:cNvSpPr>
            <ns1:spLocks noGrp="1"/>
          </ns0:cNvSpPr>
          <ns0:nvPr/>
        </ns0:nvSpPr>
        <ns0:spPr>
          <ns1:xfrm>
            <ns1:off x="5286375" y="3086100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40" name="trace:S03:content.auto.36">
            <ns1:extLst>
              <ns1:ext uri="{FF2B5EF4-FFF2-40B4-BE49-F238E27FC236}">
                <ns2:creationId id="{61575196-CA1F-4E66-8DF8-1BF332189BB0}"/>
              </ns1:ext>
            </ns1:extLst>
          </ns0:cNvPr>
          <ns0:cNvSpPr>
            <ns1:spLocks noGrp="1"/>
          </ns0:cNvSpPr>
          <ns0:nvPr/>
        </ns0:nvSpPr>
        <ns0:spPr>
          <ns1:xfrm>
            <ns1:off x="5467350" y="3533775"/>
            <ns1:ext cx="104775" cy="1905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41" name="trace:S03:content.auto.37">
            <ns1:extLst>
              <ns1:ext uri="{FF2B5EF4-FFF2-40B4-BE49-F238E27FC236}">
                <ns2:creationId id="{BF20D4B1-F6F1-4B4A-9406-A9EFEED7615E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438525"/>
            <ns1:ext cx="104775" cy="2857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42" name="trace:S03:content.auto.38">
            <ns1:extLst>
              <ns1:ext uri="{FF2B5EF4-FFF2-40B4-BE49-F238E27FC236}">
                <ns2:creationId id="{17D78AD5-5974-427D-B6F8-462DF2FFEF5D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3324225"/>
            <ns1:ext cx="104775" cy="4000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3" name="trace:S03:content.auto.39">
            <ns1:extLst>
              <ns1:ext uri="{FF2B5EF4-FFF2-40B4-BE49-F238E27FC236}">
                <ns2:creationId id="{ED16BDBC-ED0A-45A8-B803-7E859584DEB3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3943350"/>
            <ns1:ext cx="8001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販売</ns1:t>
            </ns1:r>
          </ns1:p>
        </ns0:txBody>
      </ns0:sp>
      <ns0:sp>
        <ns0:nvSpPr>
          <ns0:cNvPr id="44" name="trace:S03:content.auto.40">
            <ns1:extLst>
              <ns1:ext uri="{FF2B5EF4-FFF2-40B4-BE49-F238E27FC236}">
                <ns2:creationId id="{135A4BB0-FFDC-4EF7-A7E9-6E545B0DF3D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1381125"/>
            <ns1:ext cx="5543550" cy="2809875"/>
          </ns1:xfrm>
          <ns1:custGeom>
            <ns1:pathLst>
              <ns1:path w="5543550" h="2809875">
                <ns1:moveTo>
                  <ns1:pt x="0" y="0"/>
                </ns1:moveTo>
                <ns1:lnTo>
                  <ns1:pt x="5219700" y="0"/>
                </ns1:lnTo>
                <ns1:lnTo>
                  <ns1:pt x="5543550" y="1404938"/>
                </ns1:lnTo>
                <ns1:lnTo>
                  <ns1:pt x="5219700" y="2809875"/>
                </ns1:lnTo>
                <ns1:lnTo>
                  <ns1:pt x="0" y="2809875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45" name="trace:S03:content.auto.41">
            <ns1:extLst>
              <ns1:ext uri="{FF2B5EF4-FFF2-40B4-BE49-F238E27FC236}">
                <ns2:creationId id="{E756CBF2-88AE-44D0-BFC2-BF360C9DBD7F}"/>
              </ns1:ext>
            </ns1:extLst>
          </ns0:cNvPr>
          <ns0:cNvSpPr>
            <ns1:spLocks noGrp="1"/>
          </ns0:cNvSpPr>
          <ns0:nvPr/>
        </ns0:nvSpPr>
        <ns0:spPr>
          <ns1:xfrm>
            <ns1:off x="6515100" y="161925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6" name="trace:S03:title.primary.4">
            <ns1:extLst>
              <ns1:ext uri="{FF2B5EF4-FFF2-40B4-BE49-F238E27FC236}">
                <ns2:creationId id="{4D55D667-9164-4176-BC8E-C68F7E74B2DF}"/>
              </ns1:ext>
            </ns1:extLst>
          </ns0:cNvPr>
          <ns0:cNvSpPr>
            <ns1:spLocks noGrp="1"/>
          </ns0:cNvSpPr>
          <ns0:nvPr/>
        </ns0:nvSpPr>
        <ns0:spPr>
          <ns1:xfrm>
            <ns1:off x="6753225" y="1600200"/>
            <ns1:ext cx="452437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データ活用の現状</ns1:t>
            </ns1:r>
          </ns1:p>
        </ns0:txBody>
      </ns0:sp>
      <ns0:sp>
        <ns0:nvSpPr>
          <ns0:cNvPr id="47" name="trace:S03:content.auto.42">
            <ns1:extLst>
              <ns1:ext uri="{FF2B5EF4-FFF2-40B4-BE49-F238E27FC236}">
                <ns2:creationId id="{FB12ACCE-2445-456E-8CA5-2A5137564D59}"/>
              </ns1:ext>
            </ns1:extLst>
          </ns0:cNvPr>
          <ns0:cNvSpPr>
            <ns1:spLocks noGrp="1"/>
          </ns0:cNvSpPr>
          <ns0:nvPr/>
        </ns0:nvSpPr>
        <ns0:spPr>
          <ns1:xfrm>
            <ns1:off x="6553200" y="220980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8" name="trace:S03:title.primary.5">
            <ns1:extLst>
              <ns1:ext uri="{FF2B5EF4-FFF2-40B4-BE49-F238E27FC236}">
                <ns2:creationId id="{CB17E69A-53FC-441A-A62F-0BA505CA21A1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2133600"/>
            <ns1:ext cx="46863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画像・品目情報・等級判断・取引履歴の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管理単位と参照方法を整理します</ns1:t>
            </ns1:r>
          </ns1:p>
        </ns0:txBody>
      </ns0:sp>
      <ns0:sp>
        <ns0:nvSpPr>
          <ns0:cNvPr id="49" name="trace:S03:content.auto.43">
            <ns1:extLst>
              <ns1:ext uri="{FF2B5EF4-FFF2-40B4-BE49-F238E27FC236}">
                <ns2:creationId id="{A09B1B6A-DCEE-4B19-991D-EA740C662C7D}"/>
              </ns1:ext>
            </ns1:extLst>
          </ns0:cNvPr>
          <ns0:cNvSpPr>
            <ns1:spLocks noGrp="1"/>
          </ns0:cNvSpPr>
          <ns0:nvPr/>
        </ns0:nvSpPr>
        <ns0:spPr>
          <ns1:xfrm>
            <ns1:off x="6553200" y="27622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0" name="trace:S03:title.primary.6">
            <ns1:extLst>
              <ns1:ext uri="{FF2B5EF4-FFF2-40B4-BE49-F238E27FC236}">
                <ns2:creationId id="{BA7501EB-34AE-47E6-A60E-962602CA49B2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2686050"/>
            <ns1:ext cx="46863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過去実績の参照範囲と再利用条件は、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確認済みの運用情報に基づき確定します</ns1:t>
            </ns1:r>
          </ns1:p>
        </ns0:txBody>
      </ns0:sp>
      <ns0:sp>
        <ns0:nvSpPr>
          <ns0:cNvPr id="51" name="trace:S03:content.auto.44">
            <ns1:extLst>
              <ns1:ext uri="{FF2B5EF4-FFF2-40B4-BE49-F238E27FC236}">
                <ns2:creationId id="{75CDBECF-C3C3-4DF5-9E8D-CE103E4BB390}"/>
              </ns1:ext>
            </ns1:extLst>
          </ns0:cNvPr>
          <ns0:cNvSpPr>
            <ns1:spLocks noGrp="1"/>
          </ns0:cNvSpPr>
          <ns0:nvPr/>
        </ns0:nvSpPr>
        <ns0:spPr>
          <ns1:xfrm>
            <ns1:off x="6496050" y="3162300"/>
            <ns1:ext cx="1181100" cy="1047750"/>
          </ns1:xfrm>
          <ns1:prstGeom prst="roundRect">
            <ns1:avLst>
              <ns1:gd name="adj" fmla="val 7273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52" name="trace:S03:content.auto.45">
            <ns1:extLst>
              <ns1:ext uri="{FF2B5EF4-FFF2-40B4-BE49-F238E27FC236}">
                <ns2:creationId id="{761A0ACC-E2A2-4824-BFF9-1426FD52A01E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3257550"/>
            <ns1:ext cx="857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画像データ</ns1:t>
            </ns1:r>
          </ns1:p>
        </ns0:txBody>
      </ns0:sp>
      <ns0:sp>
        <ns0:nvSpPr>
          <ns0:cNvPr id="53" name="trace:S03:content.auto.46">
            <ns1:extLst>
              <ns1:ext uri="{FF2B5EF4-FFF2-40B4-BE49-F238E27FC236}">
                <ns2:creationId id="{5F8CCF84-DEB3-484B-B02A-796E0F5ACD17}"/>
              </ns1:ext>
            </ns1:extLst>
          </ns0:cNvPr>
          <ns0:cNvSpPr>
            <ns1:spLocks noGrp="1"/>
          </ns0:cNvSpPr>
          <ns0:nvPr/>
        </ns0:nvSpPr>
        <ns0:spPr>
          <ns1:xfrm>
            <ns1:off x="6610350" y="3524250"/>
            <ns1:ext cx="95250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54" name="trace:S03:content.auto.47">
            <ns1:extLst>
              <ns1:ext uri="{FF2B5EF4-FFF2-40B4-BE49-F238E27FC236}">
                <ns2:creationId id="{968A0FA6-4EB0-442E-9077-D5CB1B35EAEF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3667125"/>
            <ns1:ext cx="6667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55" name="trace:S03:content.auto.48">
            <ns1:extLst>
              <ns1:ext uri="{FF2B5EF4-FFF2-40B4-BE49-F238E27FC236}">
                <ns2:creationId id="{981493A4-76BA-4621-8197-FE0E66361DEC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3790950"/>
            <ns1:ext cx="5905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56" name="trace:S03:content.auto.49">
            <ns1:extLst>
              <ns1:ext uri="{FF2B5EF4-FFF2-40B4-BE49-F238E27FC236}">
                <ns2:creationId id="{4A32111A-2154-42FF-85DF-A61D6BB3801E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3914775"/>
            <ns1:ext cx="5143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57" name="trace:S03:content.auto.50">
            <ns1:extLst>
              <ns1:ext uri="{FF2B5EF4-FFF2-40B4-BE49-F238E27FC236}">
                <ns2:creationId id="{AC4B7973-D6B5-46FD-BC2A-B43AE93B3E9A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4038600"/>
            <ns1:ext cx="4381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58" name="trace:S03:content.auto.51">
            <ns1:extLst>
              <ns1:ext uri="{FF2B5EF4-FFF2-40B4-BE49-F238E27FC236}">
                <ns2:creationId id="{2D5C6F18-CBD5-4EE7-A10A-76AE6F83CCDB}"/>
              </ns1:ext>
            </ns1:extLst>
          </ns0:cNvPr>
          <ns0:cNvSpPr>
            <ns1:spLocks noGrp="1"/>
          </ns0:cNvSpPr>
          <ns0:nvPr/>
        </ns0:nvSpPr>
        <ns0:spPr>
          <ns1:xfrm>
            <ns1:off x="7791450" y="3162300"/>
            <ns1:ext cx="1181100" cy="1047750"/>
          </ns1:xfrm>
          <ns1:prstGeom prst="roundRect">
            <ns1:avLst>
              <ns1:gd name="adj" fmla="val 7273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59" name="trace:S03:content.auto.52">
            <ns1:extLst>
              <ns1:ext uri="{FF2B5EF4-FFF2-40B4-BE49-F238E27FC236}">
                <ns2:creationId id="{B075C9D9-F524-4E90-9466-0C1D7AD7AE95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3257550"/>
            <ns1:ext cx="857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品目情報</ns1:t>
            </ns1:r>
          </ns1:p>
        </ns0:txBody>
      </ns0:sp>
      <ns0:sp>
        <ns0:nvSpPr>
          <ns0:cNvPr id="60" name="trace:S03:content.auto.53">
            <ns1:extLst>
              <ns1:ext uri="{FF2B5EF4-FFF2-40B4-BE49-F238E27FC236}">
                <ns2:creationId id="{840A77E3-5E3D-4F6A-A6B5-652C551900C4}"/>
              </ns1:ext>
            </ns1:extLst>
          </ns0:cNvPr>
          <ns0:cNvSpPr>
            <ns1:spLocks noGrp="1"/>
          </ns0:cNvSpPr>
          <ns0:nvPr/>
        </ns0:nvSpPr>
        <ns0:spPr>
          <ns1:xfrm>
            <ns1:off x="7905750" y="3524250"/>
            <ns1:ext cx="95250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61" name="trace:S03:content.auto.54">
            <ns1:extLst>
              <ns1:ext uri="{FF2B5EF4-FFF2-40B4-BE49-F238E27FC236}">
                <ns2:creationId id="{8C9A271B-BC8B-404D-B662-DF3B0E1DAEE9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3667125"/>
            <ns1:ext cx="6667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62" name="trace:S03:content.auto.55">
            <ns1:extLst>
              <ns1:ext uri="{FF2B5EF4-FFF2-40B4-BE49-F238E27FC236}">
                <ns2:creationId id="{3382B320-ED7D-439C-94AC-9C1916F4E831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3790950"/>
            <ns1:ext cx="5905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63" name="trace:S03:content.auto.56">
            <ns1:extLst>
              <ns1:ext uri="{FF2B5EF4-FFF2-40B4-BE49-F238E27FC236}">
                <ns2:creationId id="{57178FAB-2472-4A9E-B02F-D31D9CC73574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3914775"/>
            <ns1:ext cx="5143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64" name="trace:S03:content.auto.57">
            <ns1:extLst>
              <ns1:ext uri="{FF2B5EF4-FFF2-40B4-BE49-F238E27FC236}">
                <ns2:creationId id="{6FEF3B5B-E2CC-4711-AE32-57A979670146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4038600"/>
            <ns1:ext cx="4381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65" name="trace:S03:content.auto.58">
            <ns1:extLst>
              <ns1:ext uri="{FF2B5EF4-FFF2-40B4-BE49-F238E27FC236}">
                <ns2:creationId id="{62306924-6A54-420A-8BF8-A9CC84FCAA3A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3162300"/>
            <ns1:ext cx="1181100" cy="1047750"/>
          </ns1:xfrm>
          <ns1:prstGeom prst="roundRect">
            <ns1:avLst>
              <ns1:gd name="adj" fmla="val 7273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66" name="trace:S03:content.auto.59">
            <ns1:extLst>
              <ns1:ext uri="{FF2B5EF4-FFF2-40B4-BE49-F238E27FC236}">
                <ns2:creationId id="{649BD6FA-A752-43D9-9B8E-9FC9749EE96B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257550"/>
            <ns1:ext cx="857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等級判断</ns1:t>
            </ns1:r>
          </ns1:p>
        </ns0:txBody>
      </ns0:sp>
      <ns0:sp>
        <ns0:nvSpPr>
          <ns0:cNvPr id="67" name="trace:S03:content.auto.60">
            <ns1:extLst>
              <ns1:ext uri="{FF2B5EF4-FFF2-40B4-BE49-F238E27FC236}">
                <ns2:creationId id="{F0D1A28D-E985-45C5-B60A-DB71A24A8969}"/>
              </ns1:ext>
            </ns1:extLst>
          </ns0:cNvPr>
          <ns0:cNvSpPr>
            <ns1:spLocks noGrp="1"/>
          </ns0:cNvSpPr>
          <ns0:nvPr/>
        </ns0:nvSpPr>
        <ns0:spPr>
          <ns1:xfrm>
            <ns1:off x="9201150" y="3524250"/>
            <ns1:ext cx="95250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68" name="trace:S03:content.auto.61">
            <ns1:extLst>
              <ns1:ext uri="{FF2B5EF4-FFF2-40B4-BE49-F238E27FC236}">
                <ns2:creationId id="{CEE0B75F-5E47-450D-A8DD-9D5712315641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667125"/>
            <ns1:ext cx="6667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69" name="trace:S03:content.auto.62">
            <ns1:extLst>
              <ns1:ext uri="{FF2B5EF4-FFF2-40B4-BE49-F238E27FC236}">
                <ns2:creationId id="{A88DE6B5-ECF0-42BF-A523-A3C4C63F9850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790950"/>
            <ns1:ext cx="5905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0" name="trace:S03:content.auto.63">
            <ns1:extLst>
              <ns1:ext uri="{FF2B5EF4-FFF2-40B4-BE49-F238E27FC236}">
                <ns2:creationId id="{6BE91BF0-89D8-48CC-AC64-A32B8383108F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914775"/>
            <ns1:ext cx="5143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1" name="trace:S03:content.auto.64">
            <ns1:extLst>
              <ns1:ext uri="{FF2B5EF4-FFF2-40B4-BE49-F238E27FC236}">
                <ns2:creationId id="{C98A51E2-20D0-4C03-8097-D57E7D6B6453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4038600"/>
            <ns1:ext cx="4381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2" name="trace:S03:content.auto.65">
            <ns1:extLst>
              <ns1:ext uri="{FF2B5EF4-FFF2-40B4-BE49-F238E27FC236}">
                <ns2:creationId id="{B5878369-42DC-4611-857A-0F72E88B359A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0" y="3162300"/>
            <ns1:ext cx="1181100" cy="1047750"/>
          </ns1:xfrm>
          <ns1:prstGeom prst="roundRect">
            <ns1:avLst>
              <ns1:gd name="adj" fmla="val 7273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73" name="trace:S03:content.auto.66">
            <ns1:extLst>
              <ns1:ext uri="{FF2B5EF4-FFF2-40B4-BE49-F238E27FC236}">
                <ns2:creationId id="{E3FA00D8-1766-4FBD-BD79-B609FB2AC88F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257550"/>
            <ns1:ext cx="857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取引履歴</ns1:t>
            </ns1:r>
          </ns1:p>
        </ns0:txBody>
      </ns0:sp>
      <ns0:sp>
        <ns0:nvSpPr>
          <ns0:cNvPr id="74" name="trace:S03:content.auto.67">
            <ns1:extLst>
              <ns1:ext uri="{FF2B5EF4-FFF2-40B4-BE49-F238E27FC236}">
                <ns2:creationId id="{83EB741E-9B26-4C9D-A04B-8B7C5CB88768}"/>
              </ns1:ext>
            </ns1:extLst>
          </ns0:cNvPr>
          <ns0:cNvSpPr>
            <ns1:spLocks noGrp="1"/>
          </ns0:cNvSpPr>
          <ns0:nvPr/>
        </ns0:nvSpPr>
        <ns0:spPr>
          <ns1:xfrm>
            <ns1:off x="10496550" y="3524250"/>
            <ns1:ext cx="95250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75" name="trace:S03:content.auto.68">
            <ns1:extLst>
              <ns1:ext uri="{FF2B5EF4-FFF2-40B4-BE49-F238E27FC236}">
                <ns2:creationId id="{F74A8EBF-C430-494B-8286-E9A8AC2363FE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667125"/>
            <ns1:ext cx="6667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6" name="trace:S03:content.auto.69">
            <ns1:extLst>
              <ns1:ext uri="{FF2B5EF4-FFF2-40B4-BE49-F238E27FC236}">
                <ns2:creationId id="{084DFDB7-5CA8-4143-BE4B-C6880AF18FC7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790950"/>
            <ns1:ext cx="5905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7" name="trace:S03:content.auto.70">
            <ns1:extLst>
              <ns1:ext uri="{FF2B5EF4-FFF2-40B4-BE49-F238E27FC236}">
                <ns2:creationId id="{88A04ED8-86BC-47C0-8DB4-76B9A91FF9D1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914775"/>
            <ns1:ext cx="5143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8" name="trace:S03:content.auto.71">
            <ns1:extLst>
              <ns1:ext uri="{FF2B5EF4-FFF2-40B4-BE49-F238E27FC236}">
                <ns2:creationId id="{717B0C33-92B7-4BAD-8EBF-3371D0BE527F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4038600"/>
            <ns1:ext cx="438150" cy="57150"/>
          </ns1:xfrm>
          <ns1:prstGeom prst="rect">
            <ns1:avLst/>
          </ns1:prstGeom>
          <ns1:solidFill>
            <ns1:srgbClr val="E5EBF2"/>
          </ns1:solidFill>
          <ns1:ln w="0">
            <ns1:noFill/>
            <ns1:prstDash val="solid"/>
          </ns1:ln>
        </ns0:spPr>
      </ns0:sp>
      <ns0:sp>
        <ns0:nvSpPr>
          <ns0:cNvPr id="79" name="trace:S03:content.auto.72">
            <ns1:extLst>
              <ns1:ext uri="{FF2B5EF4-FFF2-40B4-BE49-F238E27FC236}">
                <ns2:creationId id="{105B61CE-6E49-4F4C-A9E4-B67B78BC8579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4343400"/>
            <ns1:ext cx="11468100" cy="1590675"/>
          </ns1:xfrm>
          <ns1:prstGeom prst="rect">
            <ns1:avLst/>
          </ns1:pr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80" name="trace:S03:content.auto.73">
            <ns1:extLst>
              <ns1:ext uri="{FF2B5EF4-FFF2-40B4-BE49-F238E27FC236}">
                <ns2:creationId id="{726953DD-A326-403B-9ACF-878951E44F78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455295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1" name="trace:S03:content.auto.74">
            <ns1:extLst>
              <ns1:ext uri="{FF2B5EF4-FFF2-40B4-BE49-F238E27FC236}">
                <ns2:creationId id="{63501547-7475-46B9-A4E1-05315CAB138F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4533900"/>
            <ns1:ext cx="433387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現状から見える論点</ns1:t>
            </ns1:r>
          </ns1:p>
        </ns0:txBody>
      </ns0:sp>
      <ns0:sp>
        <ns0:nvSpPr>
          <ns0:cNvPr id="82" name="trace:S03:content.auto.75">
            <ns1:extLst>
              <ns1:ext uri="{FF2B5EF4-FFF2-40B4-BE49-F238E27FC236}">
                <ns2:creationId id="{59233654-275A-4A23-B17E-39EDB89207C9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4972050"/>
            <ns1:ext cx="723900" cy="7239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83" name="trace:S03:content.auto.76">
            <ns1:extLst>
              <ns1:ext uri="{FF2B5EF4-FFF2-40B4-BE49-F238E27FC236}">
                <ns2:creationId id="{55785FFC-55C1-4230-A777-94DAEDD01588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153025"/>
            <ns1:ext cx="133350" cy="1333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84" name="trace:S03:content.auto.77">
            <ns1:extLst>
              <ns1:ext uri="{FF2B5EF4-FFF2-40B4-BE49-F238E27FC236}">
                <ns2:creationId id="{107BD115-A15E-43A7-9A0D-57305822A350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153025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5" name="trace:S03:content.auto.78">
            <ns1:extLst>
              <ns1:ext uri="{FF2B5EF4-FFF2-40B4-BE49-F238E27FC236}">
                <ns2:creationId id="{4C977774-4945-4767-8B6A-B65511F7AED3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353050"/>
            <ns1:ext cx="209550" cy="171450"/>
          </ns1:xfrm>
          <ns1:prstGeom prst="line">
            <ns1:avLst/>
          </ns1:prstGeom>
          <ns1:noFill/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86" name="trace:S03:content.auto.79">
            <ns1:extLst>
              <ns1:ext uri="{FF2B5EF4-FFF2-40B4-BE49-F238E27FC236}">
                <ns2:creationId id="{28CC41D4-9557-4107-8299-B590B9F7AC92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353050"/>
            <ns1:ext cx="209550" cy="171450"/>
          </ns1:xfrm>
          <ns1:prstGeom prst="line">
            <ns1:avLst/>
          </ns1:prstGeom>
          <ns1:noFill/>
          <ns1:ln w="28575">
            <ns1:solidFill>
              <ns1:srgbClr val="F01D2D"/>
            </ns1:solidFill>
            <ns1:prstDash val="solid"/>
          </ns1:ln>
        </ns0:spPr>
      </ns0:sp>
      <ns0:sp>
        <ns0:nvSpPr>
          <ns0:cNvPr id="87" name="trace:S03:content.auto.80">
            <ns1:extLst>
              <ns1:ext uri="{FF2B5EF4-FFF2-40B4-BE49-F238E27FC236}">
                <ns2:creationId id="{8A3CA423-41E7-4CB3-95F5-8377D1BBA15C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5057775"/>
            <ns1:ext cx="2571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判断基準のばらつき</ns1:t>
            </ns1:r>
          </ns1:p>
        </ns0:txBody>
      </ns0:sp>
      <ns0:sp>
        <ns0:nvSpPr>
          <ns0:cNvPr id="88" name="trace:S03:content.auto.81">
            <ns1:extLst>
              <ns1:ext uri="{FF2B5EF4-FFF2-40B4-BE49-F238E27FC236}">
                <ns2:creationId id="{93DBC4AF-F814-44B0-8484-B3D4BD42CBDF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5362575"/>
            <ns1:ext cx="2667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判断基準と例外対応の現状を整理し、</ns1:t>
            </ns1:r>
          </ns1:p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根拠が確認できる範囲で表示します。</ns1:t>
            </ns1:r>
          </ns1:p>
        </ns0:txBody>
      </ns0:sp>
      <ns0:sp>
        <ns0:nvSpPr>
          <ns0:cNvPr id="89" name="trace:S03:content.auto.82">
            <ns1:extLst>
              <ns1:ext uri="{FF2B5EF4-FFF2-40B4-BE49-F238E27FC236}">
                <ns2:creationId id="{0E93BA91-B61A-4220-A82A-4EB286ADEEF8}"/>
              </ns1:ext>
            </ns1:extLst>
          </ns0:cNvPr>
          <ns0:cNvSpPr>
            <ns1:spLocks noGrp="1"/>
          </ns0:cNvSpPr>
          <ns0:nvPr/>
        </ns0:nvSpPr>
        <ns0:spPr>
          <ns1:xfrm>
            <ns1:off x="4133850" y="5086350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90" name="trace:S03:content.auto.83">
            <ns1:extLst>
              <ns1:ext uri="{FF2B5EF4-FFF2-40B4-BE49-F238E27FC236}">
                <ns2:creationId id="{43131C8D-3E89-4536-ABFC-A6FD293D9C4D}"/>
              </ns1:ext>
            </ns1:extLst>
          </ns0:cNvPr>
          <ns0:cNvSpPr>
            <ns1:spLocks noGrp="1"/>
          </ns0:cNvSpPr>
          <ns0:nvPr/>
        </ns0:nvSpPr>
        <ns0:spPr>
          <ns1:xfrm>
            <ns1:off x="4229100" y="4972050"/>
            <ns1:ext cx="723900" cy="7239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91" name="trace:S03:content.auto.84">
            <ns1:extLst>
              <ns1:ext uri="{FF2B5EF4-FFF2-40B4-BE49-F238E27FC236}">
                <ns2:creationId id="{D07A9EA2-FA0F-4885-A860-A209AED45EFA}"/>
              </ns1:ext>
            </ns1:extLst>
          </ns0:cNvPr>
          <ns0:cNvSpPr>
            <ns1:spLocks noGrp="1"/>
          </ns0:cNvSpPr>
          <ns0:nvPr/>
        </ns0:nvSpPr>
        <ns0:spPr>
          <ns1:xfrm>
            <ns1:off x="4343400" y="5172075"/>
            <ns1:ext cx="495300" cy="323850"/>
          </ns1:xfrm>
          <ns1:prstGeom prst="roundRect">
            <ns1:avLst>
              <ns1:gd name="adj" fmla="val 23529"/>
            </ns1:avLst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92" name="trace:S03:content.auto.85">
            <ns1:extLst>
              <ns1:ext uri="{FF2B5EF4-FFF2-40B4-BE49-F238E27FC236}">
                <ns2:creationId id="{89524BF5-D7F7-4B61-9CE8-B023036FB1D1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5105400"/>
            <ns1:ext cx="171450" cy="762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93" name="trace:S03:content.auto.86">
            <ns1:extLst>
              <ns1:ext uri="{FF2B5EF4-FFF2-40B4-BE49-F238E27FC236}">
                <ns2:creationId id="{85CD130D-296A-4A2B-9C85-889B644C7F4D}"/>
              </ns1:ext>
            </ns1:extLst>
          </ns0:cNvPr>
          <ns0:cNvSpPr>
            <ns1:spLocks noGrp="1"/>
          </ns0:cNvSpPr>
          <ns0:nvPr/>
        </ns0:nvSpPr>
        <ns0:spPr>
          <ns1:xfrm>
            <ns1:off x="4495800" y="5238750"/>
            <ns1:ext cx="190500" cy="1905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94" name="trace:S03:content.auto.87">
            <ns1:extLst>
              <ns1:ext uri="{FF2B5EF4-FFF2-40B4-BE49-F238E27FC236}">
                <ns2:creationId id="{59A222EB-EE21-4F24-8C06-285F37072FAF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5057775"/>
            <ns1:ext cx="2571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撮影品質のばらつき</ns1:t>
            </ns1:r>
          </ns1:p>
        </ns0:txBody>
      </ns0:sp>
      <ns0:sp>
        <ns0:nvSpPr>
          <ns0:cNvPr id="95" name="trace:S03:content.auto.88">
            <ns1:extLst>
              <ns1:ext uri="{FF2B5EF4-FFF2-40B4-BE49-F238E27FC236}">
                <ns2:creationId id="{5307F0E4-F8A4-45EB-8C28-B2031FECDF49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5362575"/>
            <ns1:ext cx="2667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撮影条件と画像確認の現状を整理し、</ns1:t>
            </ns1:r>
          </ns1:p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未確認の条件は確定前として扱います。</ns1:t>
            </ns1:r>
          </ns1:p>
        </ns0:txBody>
      </ns0:sp>
      <ns0:sp>
        <ns0:nvSpPr>
          <ns0:cNvPr id="96" name="trace:S03:content.auto.89">
            <ns1:extLst>
              <ns1:ext uri="{FF2B5EF4-FFF2-40B4-BE49-F238E27FC236}">
                <ns2:creationId id="{24D82896-EFF7-417B-B61F-1698D0F2E612}"/>
              </ns1:ext>
            </ns1:extLst>
          </ns0:cNvPr>
          <ns0:cNvSpPr>
            <ns1:spLocks noGrp="1"/>
          </ns0:cNvSpPr>
          <ns0:nvPr/>
        </ns0:nvSpPr>
        <ns0:spPr>
          <ns1:xfrm>
            <ns1:off x="7772400" y="5086350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97" name="trace:S03:content.auto.90">
            <ns1:extLst>
              <ns1:ext uri="{FF2B5EF4-FFF2-40B4-BE49-F238E27FC236}">
                <ns2:creationId id="{8ABE73F1-CB2A-4276-89CF-62C9D883B35F}"/>
              </ns1:ext>
            </ns1:extLst>
          </ns0:cNvPr>
          <ns0:cNvSpPr>
            <ns1:spLocks noGrp="1"/>
          </ns0:cNvSpPr>
          <ns0:nvPr/>
        </ns0:nvSpPr>
        <ns0:spPr>
          <ns1:xfrm>
            <ns1:off x="7867650" y="4972050"/>
            <ns1:ext cx="723900" cy="7239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98" name="trace:S03:content.auto.91">
            <ns1:extLst>
              <ns1:ext uri="{FF2B5EF4-FFF2-40B4-BE49-F238E27FC236}">
                <ns2:creationId id="{009E7EE4-A6E0-4B78-BF60-0476BA96666C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5124450"/>
            <ns1:ext cx="304800" cy="419100"/>
          </ns1:xfrm>
          <ns1:prstGeom prst="roundRect">
            <ns1:avLst>
              <ns1:gd name="adj" fmla="val 25000"/>
            </ns1:avLst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99" name="trace:S03:content.auto.92">
            <ns1:extLst>
              <ns1:ext uri="{FF2B5EF4-FFF2-40B4-BE49-F238E27FC236}">
                <ns2:creationId id="{93AFDE58-3F23-4D37-A36B-F47BFDAC6D5B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257800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00" name="trace:S03:content.auto.93">
            <ns1:extLst>
              <ns1:ext uri="{FF2B5EF4-FFF2-40B4-BE49-F238E27FC236}">
                <ns2:creationId id="{B180235C-390C-407E-9C4C-651465AC88A9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343525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01" name="trace:S03:content.auto.94">
            <ns1:extLst>
              <ns1:ext uri="{FF2B5EF4-FFF2-40B4-BE49-F238E27FC236}">
                <ns2:creationId id="{EDB02F71-FDD4-49D6-B38B-F7E427AC4683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429250"/>
            <ns1:ext cx="9525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02" name="trace:S03:content.auto.95">
            <ns1:extLst>
              <ns1:ext uri="{FF2B5EF4-FFF2-40B4-BE49-F238E27FC236}">
                <ns2:creationId id="{172E9E34-0648-4179-ADF3-DD4401F3509B}"/>
              </ns1:ext>
            </ns1:extLst>
          </ns0:cNvPr>
          <ns0:cNvSpPr>
            <ns1:spLocks noGrp="1"/>
          </ns0:cNvSpPr>
          <ns0:nvPr/>
        </ns0:nvSpPr>
        <ns0:spPr>
          <ns1:xfrm>
            <ns1:off x="8705850" y="5057775"/>
            <ns1:ext cx="2571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手入力・照合作業の負荷</ns1:t>
            </ns1:r>
          </ns1:p>
        </ns0:txBody>
      </ns0:sp>
      <ns0:sp>
        <ns0:nvSpPr>
          <ns0:cNvPr id="103" name="trace:S03:content.auto.96">
            <ns1:extLst>
              <ns1:ext uri="{FF2B5EF4-FFF2-40B4-BE49-F238E27FC236}">
                <ns2:creationId id="{318CE49E-F343-4676-95D5-F1AC287CB779}"/>
              </ns1:ext>
            </ns1:extLst>
          </ns0:cNvPr>
          <ns0:cNvSpPr>
            <ns1:spLocks noGrp="1"/>
          </ns0:cNvSpPr>
          <ns0:nvPr/>
        </ns0:nvSpPr>
        <ns0:spPr>
          <ns1:xfrm>
            <ns1:off x="8705850" y="5362575"/>
            <ns1:ext cx="2667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品目情報・判断情報・履歴の照合単位を整理し、</ns1:t>
            </ns1:r>
          </ns1:p>
          <ns1:p>
            <ns1:pPr>
              <ns1:lnSpc>
                <ns1:spcPct val="112000"/>
              </ns1:lnSpc>
              <ns1:buNone/>
              <ns1:def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実作業の負荷は確認後に確定します。</ns1:t>
            </ns1:r>
          </ns1:p>
        </ns0:txBody>
      </ns0:sp>
      <ns0:sp>
        <ns0:nvSpPr>
          <ns0:cNvPr id="104" name="trace:S03:content.auto.97">
            <ns1:extLst>
              <ns1:ext uri="{FF2B5EF4-FFF2-40B4-BE49-F238E27FC236}">
                <ns2:creationId id="{684975E7-6290-41FD-863F-9DF1794FF261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381750"/>
            <ns1:ext cx="11506200" cy="0"/>
          </ns1:xfrm>
          <ns1:prstGeom prst="line">
            <ns1:avLst/>
          </ns1:prstGeom>
          <ns1:noFill/>
          <ns1:ln w="13335">
            <ns1:solidFill>
              <ns1:srgbClr val="F01D2D"/>
            </ns1:solidFill>
            <ns1:prstDash val="solid"/>
          </ns1:ln>
        </ns0:spPr>
      </ns0:sp>
      <ns0:sp>
        <ns0:nvSpPr>
          <ns0:cNvPr id="105" name="trace:S03:content.auto.98">
            <ns1:extLst>
              <ns1:ext uri="{FF2B5EF4-FFF2-40B4-BE49-F238E27FC236}">
                <ns2:creationId id="{229C6576-F5B0-4BE0-8C42-EFB2C03C141B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486525"/>
            <ns1:ext cx="4191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05</ns1:t>
            </ns1:r>
          </ns1:p>
        </ns0:txBody>
      </ns0:sp>
      <ns0:sp>
        <ns0:nvSpPr>
          <ns0:cNvPr id="106" name="trace:S03:footer.brand">
            <ns1:extLst>
              <ns1:ext uri="{FF2B5EF4-FFF2-40B4-BE49-F238E27FC236}">
                <ns2:creationId id="{A63C49CE-A480-4E00-9D24-C5692D0475E6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448425"/>
            <ns1:ext cx="1238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07" name="trace:S03:footer.tagline.jp">
            <ns1:extLst>
              <ns1:ext uri="{FF2B5EF4-FFF2-40B4-BE49-F238E27FC236}">
                <ns2:creationId id="{52CD94CC-4530-404C-9536-55D1937AEE09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41985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08" name="trace:S03:footer.tagline.en">
            <ns1:extLst>
              <ns1:ext uri="{FF2B5EF4-FFF2-40B4-BE49-F238E27FC236}">
                <ns2:creationId id="{6CE382B2-5D4D-4994-823D-727170DD9DC3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55320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09" name="trace:S03:footer.brand.2">
            <ns1:extLst>
              <ns1:ext uri="{FF2B5EF4-FFF2-40B4-BE49-F238E27FC236}">
                <ns2:creationId id="{A7C4AE3F-B458-49ED-A711-F83A6A8AE5F8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648652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75247042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2026-09-27T22:13:23.8100000Z</dcterms:created>
  <dcterms:modified xsi:type="dcterms:W3CDTF">2026-09-27T22:13:23.8100000Z</dcterms:modified>
</coreProperties>
</file>