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1ce557be94008" /><Relationship Type="http://schemas.openxmlformats.org/officeDocument/2006/relationships/extended-properties" Target="/docProps/app.xml" Id="Rc1f1f73a34c84665" /><Relationship Type="http://schemas.openxmlformats.org/officeDocument/2006/relationships/officeDocument" Target="/ppt/presentation.xml" Id="R61b931d0533440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ade3df456427d"/>
  </p:sldMasterIdLst>
  <p:notesMasterIdLst>
    <p:notesMasterId xmlns:r="http://schemas.openxmlformats.org/officeDocument/2006/relationships" r:id="Rda529e79643e48f5"/>
  </p:notesMasterIdLst>
  <p:sldIdLst>
    <p:sldId xmlns:r="http://schemas.openxmlformats.org/officeDocument/2006/relationships" id="256" r:id="R0698677ba04b49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cfc4fca8a146ec" /><Relationship Type="http://schemas.openxmlformats.org/officeDocument/2006/relationships/slideMaster" Target="/ppt/slideMasters/slideMaster1.xml" Id="R6f9ade3df456427d" /><Relationship Type="http://schemas.openxmlformats.org/officeDocument/2006/relationships/notesMaster" Target="/ppt/notesMasters/notesMaster1.xml" Id="Rda529e79643e48f5" /><Relationship Type="http://schemas.openxmlformats.org/officeDocument/2006/relationships/presProps" Target="/ppt/presProps.xml" Id="Re3201a81cfb24bcc" /><Relationship Type="http://schemas.openxmlformats.org/officeDocument/2006/relationships/tableStyles" Target="/ppt/tableStyles.xml" Id="Rbfdeca7d6ddc42a6" /><Relationship Type="http://schemas.openxmlformats.org/officeDocument/2006/relationships/slide" Target="/ppt/slides/slide1.xml" Id="R0698677ba04b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ba7b178e6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9bc612534491a" /><Relationship Type="http://schemas.openxmlformats.org/officeDocument/2006/relationships/notesMaster" Target="/ppt/notesMasters/notesMaster1.xml" Id="Rcf7e14576cd8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6d539c7aa4e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37457a8c24443d" /><Relationship Type="http://schemas.openxmlformats.org/officeDocument/2006/relationships/slideLayout" Target="/ppt/slideLayouts/slideLayout1.xml" Id="R1a17249fe160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7249fe160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3ebdd48694f11" /><Relationship Type="http://schemas.openxmlformats.org/officeDocument/2006/relationships/notesSlide" Target="/ppt/notesSlides/notesSlide1.xml" Id="Re2ca78b4977447a4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2" name="trace:S05:content.auto">
            <ns1:extLst>
              <ns1:ext uri="{FF2B5EF4-FFF2-40B4-BE49-F238E27FC236}">
                <ns2:creationId id="{850B358F-8D18-4111-81F1-015F8346C8B1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161925"/>
            <ns1:ext cx="361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07</ns1:t>
            </ns1:r>
          </ns1:p>
        </ns0:txBody>
      </ns0:sp>
      <ns0:sp>
        <ns0:nvSpPr>
          <ns0:cNvPr id="2" name="trace:S05:content.auto.2">
            <ns1:extLst>
              <ns1:ext uri="{FF2B5EF4-FFF2-40B4-BE49-F238E27FC236}">
                <ns2:creationId id="{8433882D-8F47-4F1E-956D-09F5C99BCD7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61925"/>
            <ns1:ext cx="16192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ご提案内容</ns1:t>
            </ns1:r>
          </ns1:p>
        </ns0:txBody>
      </ns0:sp>
      <ns0:sp>
        <ns0:nvSpPr>
          <ns0:cNvPr id="3" name="trace:S05:content.auto.3">
            <ns1:extLst>
              <ns1:ext uri="{FF2B5EF4-FFF2-40B4-BE49-F238E27FC236}">
                <ns2:creationId id="{70AD8015-7DBD-4DBA-AA50-C93112156123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276225"/>
            <ns1:ext cx="9229725" cy="0"/>
          </ns1:xfrm>
          <ns1:prstGeom prst="line">
            <ns1:avLst/>
          </ns1:prstGeom>
          <ns1:noFill/>
          <ns1:ln w="11430">
            <ns1:solidFill>
              <ns1:srgbClr val="0B1E34"/>
            </ns1:solidFill>
            <ns1:prstDash val="solid"/>
          </ns1:ln>
        </ns0:spPr>
      </ns0:sp>
      <ns0:sp>
        <ns0:nvSpPr>
          <ns0:cNvPr id="4" name="trace:S05:footer.date">
            <ns1:extLst>
              <ns1:ext uri="{FF2B5EF4-FFF2-40B4-BE49-F238E27FC236}">
                <ns2:creationId id="{E971A681-75A5-4C03-A889-614E143E9E2F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161925"/>
            <ns1:ext cx="12001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90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5" name="trace:S05:title.primary">
            <ns1:extLst>
              <ns1:ext uri="{FF2B5EF4-FFF2-40B4-BE49-F238E27FC236}">
                <ns2:creationId id="{D6BB8AD9-56A4-4699-99CD-97BC9F722F51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552450"/>
            <ns1:ext cx="6858000" cy="533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36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提案コンセプト</ns1:t>
            </ns1:r>
          </ns1:p>
        </ns0:txBody>
      </ns0:sp>
      <ns0:sp>
        <ns0:nvSpPr>
          <ns0:cNvPr id="6" name="trace:S05:title.primary.2">
            <ns1:extLst>
              <ns1:ext uri="{FF2B5EF4-FFF2-40B4-BE49-F238E27FC236}">
                <ns2:creationId id="{4E8ADC81-2020-4D4D-A431-5DF656888C59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1200150"/>
            <ns1:ext cx="100965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21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人の判断を支援し、標準化と処理スピードを両立</ns1:t>
            </ns1:r>
          </ns1:p>
        </ns0:txBody>
      </ns0:sp>
      <ns0:sp>
        <ns0:nvSpPr>
          <ns0:cNvPr id="7" name="trace:S05:content.auto.4">
            <ns1:extLst>
              <ns1:ext uri="{FF2B5EF4-FFF2-40B4-BE49-F238E27FC236}">
                <ns2:creationId id="{B03F0151-8A96-4D7D-91F1-599CC6BFCAD2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2076450"/>
            <ns1:ext cx="5676900" cy="1885950"/>
          </ns1:xfrm>
          <ns1:custGeom>
            <ns1:pathLst>
              <ns1:path w="5676900" h="1885950">
                <ns1:moveTo>
                  <ns1:pt x="0" y="0"/>
                </ns1:moveTo>
                <ns1:lnTo>
                  <ns1:pt x="5353050" y="0"/>
                </ns1:lnTo>
                <ns1:lnTo>
                  <ns1:pt x="5676900" y="942975"/>
                </ns1:lnTo>
                <ns1:lnTo>
                  <ns1:pt x="5353050" y="1885950"/>
                </ns1:lnTo>
                <ns1:lnTo>
                  <ns1:pt x="0" y="1885950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8" name="trace:S05:content.auto.5">
            <ns1:extLst>
              <ns1:ext uri="{FF2B5EF4-FFF2-40B4-BE49-F238E27FC236}">
                <ns2:creationId id="{4D5FC8DF-8B4F-4A54-A850-2BDE1FF7B058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2324100"/>
            <ns1:ext cx="76200" cy="3619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9" name="trace:S05:title.primary.3">
            <ns1:extLst>
              <ns1:ext uri="{FF2B5EF4-FFF2-40B4-BE49-F238E27FC236}">
                <ns2:creationId id="{198C8635-7288-4BCB-B9B4-B9E30451D621}"/>
              </ns1:ext>
            </ns1:extLst>
          </ns0:cNvPr>
          <ns0:cNvSpPr>
            <ns1:spLocks noGrp="1"/>
          </ns0:cNvSpPr>
          <ns0:nvPr/>
        </ns0:nvSpPr>
        <ns0:spPr>
          <ns1:xfrm>
            <ns1:off x="828675" y="2305050"/>
            <ns1:ext cx="423862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AIが候補を提示</ns1:t>
            </ns1:r>
          </ns1:p>
        </ns0:txBody>
      </ns0:sp>
      <ns0:sp>
        <ns0:nvSpPr>
          <ns0:cNvPr id="10" name="trace:S05:lead">
            <ns1:extLst>
              <ns1:ext uri="{FF2B5EF4-FFF2-40B4-BE49-F238E27FC236}">
                <ns2:creationId id="{FEB4BC54-CBEA-423E-8FCC-3AE60855E8B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895600"/>
            <ns1:ext cx="34290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2000"/>
              </ns1:lnSpc>
              <ns1:buNone/>
              <ns1:def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案件情報をもとに候補を整理し、</ns1:t>
            </ns1:r>
          </ns1:p>
          <ns1:p>
            <ns1:pPr>
              <ns1:lnSpc>
                <ns1:spcPct val="112000"/>
              </ns1:lnSpc>
              <ns1:buNone/>
              <ns1:def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担当者が確認できる形で提示します</ns1:t>
            </ns1:r>
          </ns1:p>
        </ns0:txBody>
      </ns0:sp>
      <ns0:sp>
        <ns0:nvSpPr>
          <ns0:cNvPr id="11" name="trace:S05:content.auto.6">
            <ns1:extLst>
              <ns1:ext uri="{FF2B5EF4-FFF2-40B4-BE49-F238E27FC236}">
                <ns2:creationId id="{2FB7220F-79AA-42AD-8C37-35BB9C946717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2800350"/>
            <ns1:ext cx="552450" cy="800100"/>
          </ns1:xfrm>
          <ns1:prstGeom prst="roundRect">
            <ns1:avLst>
              <ns1:gd name="adj" fmla="val 13793"/>
            </ns1:avLst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12" name="trace:S05:content.auto.7">
            <ns1:extLst>
              <ns1:ext uri="{FF2B5EF4-FFF2-40B4-BE49-F238E27FC236}">
                <ns2:creationId id="{F9EF79DC-6597-4D5E-957A-78E58F01895F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2962275"/>
            <ns1:ext cx="476250" cy="4762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13" name="trace:S05:content.auto.8">
            <ns1:extLst>
              <ns1:ext uri="{FF2B5EF4-FFF2-40B4-BE49-F238E27FC236}">
                <ns2:creationId id="{05F4474D-5BE3-4E87-9D84-3FF894DA4EBE}"/>
              </ns1:ext>
            </ns1:extLst>
          </ns0:cNvPr>
          <ns0:cNvSpPr>
            <ns1:spLocks noGrp="1"/>
          </ns0:cNvSpPr>
          <ns0:nvPr/>
        </ns0:nvSpPr>
        <ns0:spPr>
          <ns1:xfrm>
            <ns1:off x="3895725" y="320040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4" name="trace:S05:content.auto.9">
            <ns1:extLst>
              <ns1:ext uri="{FF2B5EF4-FFF2-40B4-BE49-F238E27FC236}">
                <ns2:creationId id="{00EC162F-1764-4228-8E40-3B9E03167F85}"/>
              </ns1:ext>
            </ns1:extLst>
          </ns0:cNvPr>
          <ns0:cNvSpPr>
            <ns1:spLocks noGrp="1"/>
          </ns0:cNvSpPr>
          <ns0:nvPr/>
        </ns0:nvSpPr>
        <ns0:spPr>
          <ns1:xfrm>
            <ns1:off x="3886200" y="3390900"/>
            <ns1:ext cx="0" cy="0"/>
          </ns1:xfrm>
          <ns1:prstGeom prst="line">
            <ns1:avLst/>
          </ns1:prstGeom>
          <ns1:noFill/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15" name="trace:S05:content.auto.10">
            <ns1:extLst>
              <ns1:ext uri="{FF2B5EF4-FFF2-40B4-BE49-F238E27FC236}">
                <ns2:creationId id="{5FB70137-26D1-49C7-B5B5-FA1E043335EE}"/>
              </ns1:ext>
            </ns1:extLst>
          </ns0:cNvPr>
          <ns0:cNvSpPr>
            <ns1:spLocks noGrp="1"/>
          </ns0:cNvSpPr>
          <ns0:nvPr/>
        </ns0:nvSpPr>
        <ns0:spPr>
          <ns1:xfrm>
            <ns1:off x="3724275" y="2971800"/>
            <ns1:ext cx="152400" cy="209550"/>
          </ns1:xfrm>
          <ns1:prstGeom prst="ellipse">
            <ns1:avLst/>
          </ns1:prstGeom>
          <ns1:solidFill>
            <ns1:srgbClr val="F6A9B0"/>
          </ns1:solidFill>
          <ns1:ln w="0">
            <ns1:noFill/>
            <ns1:prstDash val="solid"/>
          </ns1:ln>
        </ns0:spPr>
      </ns0:sp>
      <ns0:sp>
        <ns0:nvSpPr>
          <ns0:cNvPr id="16" name="trace:S05:content.auto.11">
            <ns1:extLst>
              <ns1:ext uri="{FF2B5EF4-FFF2-40B4-BE49-F238E27FC236}">
                <ns2:creationId id="{844360C7-873E-4FB1-AC88-837022F6083C}"/>
              </ns1:ext>
            </ns1:extLst>
          </ns0:cNvPr>
          <ns0:cNvSpPr>
            <ns1:spLocks noGrp="1"/>
          </ns0:cNvSpPr>
          <ns0:nvPr/>
        </ns0:nvSpPr>
        <ns0:spPr>
          <ns1:xfrm>
            <ns1:off x="3914775" y="2933700"/>
            <ns1:ext cx="152400" cy="209550"/>
          </ns1:xfrm>
          <ns1:prstGeom prst="ellipse">
            <ns1:avLst/>
          </ns1:prstGeom>
          <ns1:solidFill>
            <ns1:srgbClr val="E85F71"/>
          </ns1:solidFill>
          <ns1:ln w="0">
            <ns1:noFill/>
            <ns1:prstDash val="solid"/>
          </ns1:ln>
        </ns0:spPr>
      </ns0:sp>
      <ns0:sp>
        <ns0:nvSpPr>
          <ns0:cNvPr id="17" name="trace:S05:content.auto.12">
            <ns1:extLst>
              <ns1:ext uri="{FF2B5EF4-FFF2-40B4-BE49-F238E27FC236}">
                <ns2:creationId id="{EDA8E04C-05FA-41BB-A742-4E5C40DAF1C2}"/>
              </ns1:ext>
            </ns1:extLst>
          </ns0:cNvPr>
          <ns0:cNvSpPr>
            <ns1:spLocks noGrp="1"/>
          </ns0:cNvSpPr>
          <ns0:nvPr/>
        </ns0:nvSpPr>
        <ns0:spPr>
          <ns1:xfrm>
            <ns1:off x="4067175" y="3000375"/>
            <ns1:ext cx="152400" cy="209550"/>
          </ns1:xfrm>
          <ns1:prstGeom prst="ellipse">
            <ns1:avLst/>
          </ns1:prstGeom>
          <ns1:solidFill>
            <ns1:srgbClr val="FFFFFF"/>
          </ns1:solidFill>
          <ns1:ln w="9525">
            <ns1:solidFill>
              <ns1:srgbClr val="F01D2D"/>
            </ns1:solidFill>
            <ns1:prstDash val="solid"/>
          </ns1:ln>
        </ns0:spPr>
      </ns0:sp>
      <ns0:sp>
        <ns0:nvSpPr>
          <ns0:cNvPr id="18" name="trace:S05:content.auto.13">
            <ns1:extLst>
              <ns1:ext uri="{FF2B5EF4-FFF2-40B4-BE49-F238E27FC236}">
                <ns2:creationId id="{FC905EB2-0B4D-48BF-9382-1BC29D3DF503}"/>
              </ns1:ext>
            </ns1:extLst>
          </ns0:cNvPr>
          <ns0:cNvSpPr>
            <ns1:spLocks noGrp="1"/>
          </ns0:cNvSpPr>
          <ns0:nvPr/>
        </ns0:nvSpPr>
        <ns0:spPr>
          <ns1:xfrm>
            <ns1:off x="3590925" y="2857500"/>
            <ns1:ext cx="133350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19" name="trace:S05:content.auto.14">
            <ns1:extLst>
              <ns1:ext uri="{FF2B5EF4-FFF2-40B4-BE49-F238E27FC236}">
                <ns2:creationId id="{45DCC65C-958D-4827-9387-861FE3FE0390}"/>
              </ns1:ext>
            </ns1:extLst>
          </ns0:cNvPr>
          <ns0:cNvSpPr>
            <ns1:spLocks noGrp="1"/>
          </ns0:cNvSpPr>
          <ns0:nvPr/>
        </ns0:nvSpPr>
        <ns0:spPr>
          <ns1:xfrm>
            <ns1:off x="3590925" y="2857500"/>
            <ns1:ext cx="0" cy="13335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0" name="trace:S05:content.auto.15">
            <ns1:extLst>
              <ns1:ext uri="{FF2B5EF4-FFF2-40B4-BE49-F238E27FC236}">
                <ns2:creationId id="{F0948202-7BDF-4438-A841-9645B6BBC5F9}"/>
              </ns1:ext>
            </ns1:extLst>
          </ns0:cNvPr>
          <ns0:cNvSpPr>
            <ns1:spLocks noGrp="1"/>
          </ns0:cNvSpPr>
          <ns0:nvPr/>
        </ns0:nvSpPr>
        <ns0:spPr>
          <ns1:xfrm>
            <ns1:off x="4067175" y="2857500"/>
            <ns1:ext cx="133350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1" name="trace:S05:content.auto.16">
            <ns1:extLst>
              <ns1:ext uri="{FF2B5EF4-FFF2-40B4-BE49-F238E27FC236}">
                <ns2:creationId id="{61FEDD03-6599-4789-9741-2F5C8F3756FC}"/>
              </ns1:ext>
            </ns1:extLst>
          </ns0:cNvPr>
          <ns0:cNvSpPr>
            <ns1:spLocks noGrp="1"/>
          </ns0:cNvSpPr>
          <ns0:nvPr/>
        </ns0:nvSpPr>
        <ns0:spPr>
          <ns1:xfrm>
            <ns1:off x="4200525" y="2857500"/>
            <ns1:ext cx="0" cy="13335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2" name="trace:S05:content.auto.17">
            <ns1:extLst>
              <ns1:ext uri="{FF2B5EF4-FFF2-40B4-BE49-F238E27FC236}">
                <ns2:creationId id="{7F8E75FB-B9C8-4F96-9C1A-FE7B482AB9B6}"/>
              </ns1:ext>
            </ns1:extLst>
          </ns0:cNvPr>
          <ns0:cNvSpPr>
            <ns1:spLocks noGrp="1"/>
          </ns0:cNvSpPr>
          <ns0:nvPr/>
        </ns0:nvSpPr>
        <ns0:spPr>
          <ns1:xfrm>
            <ns1:off x="3590925" y="3543300"/>
            <ns1:ext cx="133350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3" name="trace:S05:content.auto.18">
            <ns1:extLst>
              <ns1:ext uri="{FF2B5EF4-FFF2-40B4-BE49-F238E27FC236}">
                <ns2:creationId id="{3F46CA78-D1A8-4EA2-A62F-20DCB95190A0}"/>
              </ns1:ext>
            </ns1:extLst>
          </ns0:cNvPr>
          <ns0:cNvSpPr>
            <ns1:spLocks noGrp="1"/>
          </ns0:cNvSpPr>
          <ns0:nvPr/>
        </ns0:nvSpPr>
        <ns0:spPr>
          <ns1:xfrm>
            <ns1:off x="3590925" y="3409950"/>
            <ns1:ext cx="0" cy="13335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4" name="trace:S05:content.auto.19">
            <ns1:extLst>
              <ns1:ext uri="{FF2B5EF4-FFF2-40B4-BE49-F238E27FC236}">
                <ns2:creationId id="{667180D8-1A8D-4CB9-9AD4-0A6C65DEEF16}"/>
              </ns1:ext>
            </ns1:extLst>
          </ns0:cNvPr>
          <ns0:cNvSpPr>
            <ns1:spLocks noGrp="1"/>
          </ns0:cNvSpPr>
          <ns0:nvPr/>
        </ns0:nvSpPr>
        <ns0:spPr>
          <ns1:xfrm>
            <ns1:off x="4067175" y="3543300"/>
            <ns1:ext cx="133350" cy="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5" name="trace:S05:content.auto.20">
            <ns1:extLst>
              <ns1:ext uri="{FF2B5EF4-FFF2-40B4-BE49-F238E27FC236}">
                <ns2:creationId id="{A35D375A-4053-4338-876A-34D7E34567F0}"/>
              </ns1:ext>
            </ns1:extLst>
          </ns0:cNvPr>
          <ns0:cNvSpPr>
            <ns1:spLocks noGrp="1"/>
          </ns0:cNvSpPr>
          <ns0:nvPr/>
        </ns0:nvSpPr>
        <ns0:spPr>
          <ns1:xfrm>
            <ns1:off x="4200525" y="3409950"/>
            <ns1:ext cx="0" cy="133350"/>
          </ns1:xfrm>
          <ns1:prstGeom prst="line">
            <ns1:avLst/>
          </ns1:prstGeom>
          <ns1:noFill/>
          <ns1:ln w="19050">
            <ns1:solidFill>
              <ns1:srgbClr val="F01D2D"/>
            </ns1:solidFill>
            <ns1:prstDash val="solid"/>
          </ns1:ln>
        </ns0:spPr>
      </ns0:sp>
      <ns0:sp>
        <ns0:nvSpPr>
          <ns0:cNvPr id="26" name="trace:S05:content.auto.21">
            <ns1:extLst>
              <ns1:ext uri="{FF2B5EF4-FFF2-40B4-BE49-F238E27FC236}">
                <ns2:creationId id="{5399861E-E9CC-4E46-A52C-042E23126E2C}"/>
              </ns1:ext>
            </ns1:extLst>
          </ns0:cNvPr>
          <ns0:cNvSpPr>
            <ns1:spLocks noGrp="1"/>
          </ns0:cNvSpPr>
          <ns0:nvPr/>
        </ns0:nvSpPr>
        <ns0:spPr>
          <ns1:xfrm>
            <ns1:off x="4343400" y="2628900"/>
            <ns1:ext cx="781050" cy="8001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27" name="trace:S05:content.auto.22">
            <ns1:extLst>
              <ns1:ext uri="{FF2B5EF4-FFF2-40B4-BE49-F238E27FC236}">
                <ns2:creationId id="{493DA5FC-BF24-43ED-B14E-300A80FF4B7E}"/>
              </ns1:ext>
            </ns1:extLst>
          </ns0:cNvPr>
          <ns0:cNvSpPr>
            <ns1:spLocks noGrp="1"/>
          </ns0:cNvSpPr>
          <ns0:nvPr/>
        </ns0:nvSpPr>
        <ns0:spPr>
          <ns1:xfrm>
            <ns1:off x="4467225" y="2724150"/>
            <ns1:ext cx="571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候補結果</ns1:t>
            </ns1:r>
          </ns1:p>
        </ns0:txBody>
      </ns0:sp>
      <ns0:sp>
        <ns0:nvSpPr>
          <ns0:cNvPr id="28" name="trace:S05:content.auto.23">
            <ns1:extLst>
              <ns1:ext uri="{FF2B5EF4-FFF2-40B4-BE49-F238E27FC236}">
                <ns2:creationId id="{0BB6F162-FC10-4411-915B-AAD9A98353C3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2981325"/>
            <ns1:ext cx="66675" cy="104775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29" name="trace:S05:content.auto.24">
            <ns1:extLst>
              <ns1:ext uri="{FF2B5EF4-FFF2-40B4-BE49-F238E27FC236}">
                <ns2:creationId id="{5F820A80-9EEE-4226-8C73-9E38F47F5262}"/>
              </ns1:ext>
            </ns1:extLst>
          </ns0:cNvPr>
          <ns0:cNvSpPr>
            <ns1:spLocks noGrp="1"/>
          </ns0:cNvSpPr>
          <ns0:nvPr/>
        </ns0:nvSpPr>
        <ns0:spPr>
          <ns1:xfrm>
            <ns1:off x="4591050" y="2990850"/>
            <ns1:ext cx="400050" cy="76200"/>
          </ns1:xfrm>
          <ns1:prstGeom prst="rect">
            <ns1:avLst/>
          </ns1:prstGeom>
          <ns1:solidFill>
            <ns1:srgbClr val="DDE5ED"/>
          </ns1:solidFill>
          <ns1:ln w="0">
            <ns1:noFill/>
            <ns1:prstDash val="solid"/>
          </ns1:ln>
        </ns0:spPr>
      </ns0:sp>
      <ns0:sp>
        <ns0:nvSpPr>
          <ns0:cNvPr id="30" name="trace:S05:content.auto.25">
            <ns1:extLst>
              <ns1:ext uri="{FF2B5EF4-FFF2-40B4-BE49-F238E27FC236}">
                <ns2:creationId id="{5B566F5F-7792-4B21-95C7-6796294C77FD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3133725"/>
            <ns1:ext cx="66675" cy="104775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1" name="trace:S05:content.auto.26">
            <ns1:extLst>
              <ns1:ext uri="{FF2B5EF4-FFF2-40B4-BE49-F238E27FC236}">
                <ns2:creationId id="{D0F0B2A8-DC28-48EF-ACF7-55A3C69A8E2C}"/>
              </ns1:ext>
            </ns1:extLst>
          </ns0:cNvPr>
          <ns0:cNvSpPr>
            <ns1:spLocks noGrp="1"/>
          </ns0:cNvSpPr>
          <ns0:nvPr/>
        </ns0:nvSpPr>
        <ns0:spPr>
          <ns1:xfrm>
            <ns1:off x="4591050" y="3143250"/>
            <ns1:ext cx="400050" cy="76200"/>
          </ns1:xfrm>
          <ns1:prstGeom prst="rect">
            <ns1:avLst/>
          </ns1:prstGeom>
          <ns1:solidFill>
            <ns1:srgbClr val="DDE5ED"/>
          </ns1:solidFill>
          <ns1:ln w="0">
            <ns1:noFill/>
            <ns1:prstDash val="solid"/>
          </ns1:ln>
        </ns0:spPr>
      </ns0:sp>
      <ns0:sp>
        <ns0:nvSpPr>
          <ns0:cNvPr id="32" name="trace:S05:content.auto.27">
            <ns1:extLst>
              <ns1:ext uri="{FF2B5EF4-FFF2-40B4-BE49-F238E27FC236}">
                <ns2:creationId id="{80865AAB-259C-4272-AEEA-A51904487546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3286125"/>
            <ns1:ext cx="66675" cy="104775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3" name="trace:S05:content.auto.28">
            <ns1:extLst>
              <ns1:ext uri="{FF2B5EF4-FFF2-40B4-BE49-F238E27FC236}">
                <ns2:creationId id="{727763BA-1BE5-4014-9452-3D370540D379}"/>
              </ns1:ext>
            </ns1:extLst>
          </ns0:cNvPr>
          <ns0:cNvSpPr>
            <ns1:spLocks noGrp="1"/>
          </ns0:cNvSpPr>
          <ns0:nvPr/>
        </ns0:nvSpPr>
        <ns0:spPr>
          <ns1:xfrm>
            <ns1:off x="4591050" y="3295650"/>
            <ns1:ext cx="400050" cy="76200"/>
          </ns1:xfrm>
          <ns1:prstGeom prst="rect">
            <ns1:avLst/>
          </ns1:prstGeom>
          <ns1:solidFill>
            <ns1:srgbClr val="DDE5ED"/>
          </ns1:solidFill>
          <ns1:ln w="0">
            <ns1:noFill/>
            <ns1:prstDash val="solid"/>
          </ns1:ln>
        </ns0:spPr>
      </ns0:sp>
      <ns0:sp>
        <ns0:nvSpPr>
          <ns0:cNvPr id="34" name="trace:S05:content.auto.29">
            <ns1:extLst>
              <ns1:ext uri="{FF2B5EF4-FFF2-40B4-BE49-F238E27FC236}">
                <ns2:creationId id="{F7D208EC-9E83-4F7B-A566-0A3C6AF00DC3}"/>
              </ns1:ext>
            </ns1:extLst>
          </ns0:cNvPr>
          <ns0:cNvSpPr>
            <ns1:spLocks noGrp="1"/>
          </ns0:cNvSpPr>
          <ns0:nvPr/>
        </ns0:nvSpPr>
        <ns0:spPr>
          <ns1:xfrm>
            <ns1:off x="4200525" y="3124200"/>
            <ns1:ext cx="133350" cy="15240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35" name="trace:S05:content.auto.30">
            <ns1:extLst>
              <ns1:ext uri="{FF2B5EF4-FFF2-40B4-BE49-F238E27FC236}">
                <ns2:creationId id="{5D47AE77-DE5D-45D8-8F84-2077599EE57E}"/>
              </ns1:ext>
            </ns1:extLst>
          </ns0:cNvPr>
          <ns0:cNvSpPr>
            <ns1:spLocks noGrp="1"/>
          </ns0:cNvSpPr>
          <ns0:nvPr/>
        </ns0:nvSpPr>
        <ns0:spPr>
          <ns1:xfrm>
            <ns1:off x="6153150" y="2076450"/>
            <ns1:ext cx="5676900" cy="1885950"/>
          </ns1:xfrm>
          <ns1:custGeom>
            <ns1:pathLst>
              <ns1:path w="5676900" h="1885950">
                <ns1:moveTo>
                  <ns1:pt x="0" y="0"/>
                </ns1:moveTo>
                <ns1:lnTo>
                  <ns1:pt x="5353050" y="0"/>
                </ns1:lnTo>
                <ns1:lnTo>
                  <ns1:pt x="5676900" y="942975"/>
                </ns1:lnTo>
                <ns1:lnTo>
                  <ns1:pt x="5353050" y="1885950"/>
                </ns1:lnTo>
                <ns1:lnTo>
                  <ns1:pt x="0" y="1885950"/>
                </ns1:lnTo>
                <ns1:close/>
              </ns1:path>
            </ns1:pathLst>
          </ns1:custGeom>
          <ns1:solidFill>
            <ns1:srgbClr val="F2F6FA"/>
          </ns1:solidFill>
          <ns1:ln w="0">
            <ns1:noFill/>
            <ns1:prstDash val="solid"/>
          </ns1:ln>
        </ns0:spPr>
      </ns0:sp>
      <ns0:sp>
        <ns0:nvSpPr>
          <ns0:cNvPr id="36" name="trace:S05:content.auto.31">
            <ns1:extLst>
              <ns1:ext uri="{FF2B5EF4-FFF2-40B4-BE49-F238E27FC236}">
                <ns2:creationId id="{2A0E71F2-A8A8-420D-9303-279A87E1077C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2324100"/>
            <ns1:ext cx="76200" cy="3619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37" name="trace:S05:content.auto.32">
            <ns1:extLst>
              <ns1:ext uri="{FF2B5EF4-FFF2-40B4-BE49-F238E27FC236}">
                <ns2:creationId id="{24E9FF85-2F91-4365-8B67-570C8F61F806}"/>
              </ns1:ext>
            </ns1:extLst>
          </ns0:cNvPr>
          <ns0:cNvSpPr>
            <ns1:spLocks noGrp="1"/>
          </ns0:cNvSpPr>
          <ns0:nvPr/>
        </ns0:nvSpPr>
        <ns0:spPr>
          <ns1:xfrm>
            <ns1:off x="6619875" y="2305050"/>
            <ns1:ext cx="423862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人が最終判断</ns1:t>
            </ns1:r>
          </ns1:p>
        </ns0:txBody>
      </ns0:sp>
      <ns0:sp>
        <ns0:nvSpPr>
          <ns0:cNvPr id="38" name="trace:S05:lead.2">
            <ns1:extLst>
              <ns1:ext uri="{FF2B5EF4-FFF2-40B4-BE49-F238E27FC236}">
                <ns2:creationId id="{5DD319E3-2839-4F3B-A819-FAB3213ED71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0" y="2895600"/>
            <ns1:ext cx="3429000" cy="609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2000"/>
              </ns1:lnSpc>
              <ns1:buNone/>
              <ns1:def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候補の根拠と例外条件を確認し、</ns1:t>
            </ns1:r>
          </ns1:p>
          <ns1:p>
            <ns1:pPr>
              <ns1:lnSpc>
                <ns1:spcPct val="112000"/>
              </ns1:lnSpc>
              <ns1:buNone/>
              <ns1:def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42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担当者が最終判断します</ns1:t>
            </ns1:r>
          </ns1:p>
        </ns0:txBody>
      </ns0:sp>
      <ns0:sp>
        <ns0:nvSpPr>
          <ns0:cNvPr id="39" name="trace:S05:content.auto.33">
            <ns1:extLst>
              <ns1:ext uri="{FF2B5EF4-FFF2-40B4-BE49-F238E27FC236}">
                <ns2:creationId id="{38E578A5-DD7B-4904-A9A0-73C6A80A5A38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2876550"/>
            <ns1:ext cx="647700" cy="64770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40" name="trace:S05:content.auto.34">
            <ns1:extLst>
              <ns1:ext uri="{FF2B5EF4-FFF2-40B4-BE49-F238E27FC236}">
                <ns2:creationId id="{C8FB03A8-1E76-4178-8AB5-DD43BDD1920F}"/>
              </ns1:ext>
            </ns1:extLst>
          </ns0:cNvPr>
          <ns0:cNvSpPr>
            <ns1:spLocks noGrp="1"/>
          </ns0:cNvSpPr>
          <ns0:nvPr/>
        </ns0:nvSpPr>
        <ns0:spPr>
          <ns1:xfrm>
            <ns1:off x="9582150" y="2943225"/>
            <ns1:ext cx="17145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41" name="trace:S05:content.auto.35">
            <ns1:extLst>
              <ns1:ext uri="{FF2B5EF4-FFF2-40B4-BE49-F238E27FC236}">
                <ns2:creationId id="{C12A334E-6357-4A21-B773-0D32FC31F61B}"/>
              </ns1:ext>
            </ns1:extLst>
          </ns0:cNvPr>
          <ns0:cNvSpPr>
            <ns1:spLocks noGrp="1"/>
          </ns0:cNvSpPr>
          <ns0:nvPr/>
        </ns0:nvSpPr>
        <ns0:spPr>
          <ns1:xfrm>
            <ns1:off x="9505950" y="3143250"/>
            <ns1:ext cx="323850" cy="323850"/>
          </ns1:xfrm>
          <ns1:prstGeom prst="roundRect">
            <ns1:avLst>
              <ns1:gd name="adj" fmla="val 23529"/>
            </ns1:avLst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42" name="trace:S05:content.auto.36">
            <ns1:extLst>
              <ns1:ext uri="{FF2B5EF4-FFF2-40B4-BE49-F238E27FC236}">
                <ns2:creationId id="{F9C3B18D-656E-46A3-8CF1-98D471B2C911}"/>
              </ns1:ext>
            </ns1:extLst>
          </ns0:cNvPr>
          <ns0:cNvSpPr>
            <ns1:spLocks noGrp="1"/>
          </ns0:cNvSpPr>
          <ns0:nvPr/>
        </ns0:nvSpPr>
        <ns0:spPr>
          <ns1:xfrm>
            <ns1:off x="9791700" y="3152775"/>
            <ns1:ext cx="361950" cy="238125"/>
          </ns1:xfrm>
          <ns1:prstGeom prst="roundRect">
            <ns1:avLst>
              <ns1:gd name="adj" fmla="val 32000"/>
            </ns1:avLst>
          </ns1:prstGeom>
          <ns1:solidFill>
            <ns1:srgbClr val="FFFFFF"/>
          </ns1:solidFill>
          <ns1:ln w="19050">
            <ns1:solidFill>
              <ns1:srgbClr val="0B1E34"/>
            </ns1:solidFill>
            <ns1:prstDash val="solid"/>
          </ns1:ln>
        </ns0:spPr>
      </ns0:sp>
      <ns0:sp>
        <ns0:nvSpPr>
          <ns0:cNvPr id="43" name="trace:S05:content.auto.37">
            <ns1:extLst>
              <ns1:ext uri="{FF2B5EF4-FFF2-40B4-BE49-F238E27FC236}">
                <ns2:creationId id="{F5C3FACD-31A2-4B06-A356-6126E8C3E9E8}"/>
              </ns1:ext>
            </ns1:extLst>
          </ns0:cNvPr>
          <ns0:cNvSpPr>
            <ns1:spLocks noGrp="1"/>
          </ns0:cNvSpPr>
          <ns0:nvPr/>
        </ns0:nvSpPr>
        <ns0:spPr>
          <ns1:xfrm>
            <ns1:off x="9848850" y="3228975"/>
            <ns1:ext cx="228600" cy="0"/>
          </ns1:xfrm>
          <ns1:prstGeom prst="line">
            <ns1:avLst/>
          </ns1:prstGeom>
          <ns1:noFill/>
          <ns1:ln w="14288">
            <ns1:solidFill>
              <ns1:srgbClr val="B9C8D8"/>
            </ns1:solidFill>
            <ns1:prstDash val="solid"/>
          </ns1:ln>
        </ns0:spPr>
      </ns0:sp>
      <ns0:sp>
        <ns0:nvSpPr>
          <ns0:cNvPr id="44" name="trace:S05:content.auto.38">
            <ns1:extLst>
              <ns1:ext uri="{FF2B5EF4-FFF2-40B4-BE49-F238E27FC236}">
                <ns2:creationId id="{498DA5AF-4EA0-47B7-A05E-6883240C322E}"/>
              </ns1:ext>
            </ns1:extLst>
          </ns0:cNvPr>
          <ns0:cNvSpPr>
            <ns1:spLocks noGrp="1"/>
          </ns0:cNvSpPr>
          <ns0:nvPr/>
        </ns0:nvSpPr>
        <ns0:spPr>
          <ns1:xfrm>
            <ns1:off x="9934575" y="3276600"/>
            <ns1:ext cx="66675" cy="66675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45" name="trace:S05:content.auto.39">
            <ns1:extLst>
              <ns1:ext uri="{FF2B5EF4-FFF2-40B4-BE49-F238E27FC236}">
                <ns2:creationId id="{BD944F46-18A2-4A07-AAA9-C98B47CFFFBC}"/>
              </ns1:ext>
            </ns1:extLst>
          </ns0:cNvPr>
          <ns0:cNvSpPr>
            <ns1:spLocks noGrp="1"/>
          </ns0:cNvSpPr>
          <ns0:nvPr/>
        </ns0:nvSpPr>
        <ns0:spPr>
          <ns1:xfrm>
            <ns1:off x="9763125" y="3409950"/>
            <ns1:ext cx="457200" cy="0"/>
          </ns1:xfrm>
          <ns1:prstGeom prst="line">
            <ns1:avLst/>
          </ns1:prstGeom>
          <ns1:noFill/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46" name="trace:S05:content.auto.40">
            <ns1:extLst>
              <ns1:ext uri="{FF2B5EF4-FFF2-40B4-BE49-F238E27FC236}">
                <ns2:creationId id="{226457CF-2FC2-409F-86D2-2A2381463019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0" y="3124200"/>
            <ns1:ext cx="171450" cy="152400"/>
          </ns1:xfrm>
          <ns1:prstGeom prst="rightArrow">
            <ns1:avLst/>
          </ns1:prstGeom>
          <ns1:solidFill>
            <ns1:srgbClr val="6E87A4"/>
          </ns1:solidFill>
          <ns1:ln w="0">
            <ns1:noFill/>
            <ns1:prstDash val="solid"/>
          </ns1:ln>
        </ns0:spPr>
      </ns0:sp>
      <ns0:sp>
        <ns0:nvSpPr>
          <ns0:cNvPr id="47" name="trace:S05:content.auto.41">
            <ns1:extLst>
              <ns1:ext uri="{FF2B5EF4-FFF2-40B4-BE49-F238E27FC236}">
                <ns2:creationId id="{B6E834F0-3CD4-4A37-9DEA-2915EFBAED05}"/>
              </ns1:ext>
            </ns1:extLst>
          </ns0:cNvPr>
          <ns0:cNvSpPr>
            <ns1:spLocks noGrp="1"/>
          </ns0:cNvSpPr>
          <ns0:nvPr/>
        </ns0:nvSpPr>
        <ns0:spPr>
          <ns1:xfrm>
            <ns1:off x="10382250" y="2638425"/>
            <ns1:ext cx="1123950" cy="857250"/>
          </ns1:xfrm>
          <ns1:prstGeom prst="roundRect">
            <ns1:avLst>
              <ns1:gd name="adj" fmla="val 8889"/>
            </ns1:avLst>
          </ns1:prstGeom>
          <ns1:solidFill>
            <ns1:srgbClr val="FFFFFF"/>
          </ns1:solidFill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48" name="trace:S05:title.primary.4">
            <ns1:extLst>
              <ns1:ext uri="{FF2B5EF4-FFF2-40B4-BE49-F238E27FC236}">
                <ns2:creationId id="{E580052C-AA3B-4482-89CC-372A2E0BB5C0}"/>
              </ns1:ext>
            </ns1:extLst>
          </ns0:cNvPr>
          <ns0:cNvSpPr>
            <ns1:spLocks noGrp="1"/>
          </ns0:cNvSpPr>
          <ns0:nvPr/>
        </ns0:nvSpPr>
        <ns0:spPr>
          <ns1:xfrm>
            <ns1:off x="10496550" y="2733675"/>
            <ns1:ext cx="85725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9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AIの推定結果</ns1:t>
            </ns1:r>
          </ns1:p>
        </ns0:txBody>
      </ns0:sp>
      <ns0:sp>
        <ns0:nvSpPr>
          <ns0:cNvPr id="49" name="trace:S05:content.auto.42">
            <ns1:extLst>
              <ns1:ext uri="{FF2B5EF4-FFF2-40B4-BE49-F238E27FC236}">
                <ns2:creationId id="{E6958A1D-9E8C-4641-80A4-5CF0FE3CD020}"/>
              </ns1:ext>
            </ns1:extLst>
          </ns0:cNvPr>
          <ns0:cNvSpPr>
            <ns1:spLocks noGrp="1"/>
          </ns0:cNvSpPr>
          <ns0:nvPr/>
        </ns0:nvSpPr>
        <ns0:spPr>
          <ns1:xfrm>
            <ns1:off x="10496550" y="2990850"/>
            <ns1:ext cx="400050" cy="285750"/>
          </ns1:xfrm>
          <ns1:prstGeom prst="rect">
            <ns1:avLst/>
          </ns1:prstGeom>
          <ns1:solidFill>
            <ns1:srgbClr val="EFF3F7"/>
          </ns1:solidFill>
          <ns1:ln w="0">
            <ns1:noFill/>
            <ns1:prstDash val="solid"/>
          </ns1:ln>
        </ns0:spPr>
      </ns0:sp>
      <ns0:sp>
        <ns0:nvSpPr>
          <ns0:cNvPr id="50" name="trace:S05:content.auto.43">
            <ns1:extLst>
              <ns1:ext uri="{FF2B5EF4-FFF2-40B4-BE49-F238E27FC236}">
                <ns2:creationId id="{40851541-5635-43DF-ABA2-AC57F0516071}"/>
              </ns1:ext>
            </ns1:extLst>
          </ns0:cNvPr>
          <ns0:cNvSpPr>
            <ns1:spLocks noGrp="1"/>
          </ns0:cNvSpPr>
          <ns0:nvPr/>
        </ns0:nvSpPr>
        <ns0:spPr>
          <ns1:xfrm>
            <ns1:off x="10972800" y="3000375"/>
            <ns1:ext cx="342900" cy="57150"/>
          </ns1:xfrm>
          <ns1:prstGeom prst="rect">
            <ns1:avLst/>
          </ns1:prstGeom>
          <ns1:solidFill>
            <ns1:srgbClr val="DDE5ED"/>
          </ns1:solidFill>
          <ns1:ln w="0">
            <ns1:noFill/>
            <ns1:prstDash val="solid"/>
          </ns1:ln>
        </ns0:spPr>
      </ns0:sp>
      <ns0:sp>
        <ns0:nvSpPr>
          <ns0:cNvPr id="51" name="trace:S05:content.auto.44">
            <ns1:extLst>
              <ns1:ext uri="{FF2B5EF4-FFF2-40B4-BE49-F238E27FC236}">
                <ns2:creationId id="{A9AF910D-2D01-4118-9B3E-200C1F1BFC15}"/>
              </ns1:ext>
            </ns1:extLst>
          </ns0:cNvPr>
          <ns0:cNvSpPr>
            <ns1:spLocks noGrp="1"/>
          </ns0:cNvSpPr>
          <ns0:nvPr/>
        </ns0:nvSpPr>
        <ns0:spPr>
          <ns1:xfrm>
            <ns1:off x="10972800" y="3105150"/>
            <ns1:ext cx="342900" cy="57150"/>
          </ns1:xfrm>
          <ns1:prstGeom prst="rect">
            <ns1:avLst/>
          </ns1:prstGeom>
          <ns1:solidFill>
            <ns1:srgbClr val="DDE5ED"/>
          </ns1:solidFill>
          <ns1:ln w="0">
            <ns1:noFill/>
            <ns1:prstDash val="solid"/>
          </ns1:ln>
        </ns0:spPr>
      </ns0:sp>
      <ns0:sp>
        <ns0:nvSpPr>
          <ns0:cNvPr id="52" name="trace:S05:content.auto.45">
            <ns1:extLst>
              <ns1:ext uri="{FF2B5EF4-FFF2-40B4-BE49-F238E27FC236}">
                <ns2:creationId id="{3DF767AA-F404-4A64-BC17-8D98CC279F26}"/>
              </ns1:ext>
            </ns1:extLst>
          </ns0:cNvPr>
          <ns0:cNvSpPr>
            <ns1:spLocks noGrp="1"/>
          </ns0:cNvSpPr>
          <ns0:nvPr/>
        </ns0:nvSpPr>
        <ns0:spPr>
          <ns1:xfrm>
            <ns1:off x="10972800" y="3209925"/>
            <ns1:ext cx="342900" cy="57150"/>
          </ns1:xfrm>
          <ns1:prstGeom prst="rect">
            <ns1:avLst/>
          </ns1:prstGeom>
          <ns1:solidFill>
            <ns1:srgbClr val="DDE5ED"/>
          </ns1:solidFill>
          <ns1:ln w="0">
            <ns1:noFill/>
            <ns1:prstDash val="solid"/>
          </ns1:ln>
        </ns0:spPr>
      </ns0:sp>
      <ns0:sp>
        <ns0:nvSpPr>
          <ns0:cNvPr id="53" name="trace:S05:content.auto.46">
            <ns1:extLst>
              <ns1:ext uri="{FF2B5EF4-FFF2-40B4-BE49-F238E27FC236}">
                <ns2:creationId id="{D1E04BB5-353D-4BAF-8FDC-2C8AFAB81383}"/>
              </ns1:ext>
            </ns1:extLst>
          </ns0:cNvPr>
          <ns0:cNvSpPr>
            <ns1:spLocks noGrp="1"/>
          </ns0:cNvSpPr>
          <ns0:nvPr/>
        </ns0:nvSpPr>
        <ns0:spPr>
          <ns1:xfrm>
            <ns1:off x="10477500" y="3333750"/>
            <ns1:ext cx="409575" cy="171450"/>
          </ns1:xfrm>
          <ns1:prstGeom prst="roundRect">
            <ns1:avLst>
              <ns1:gd name="adj" fmla="val 44444"/>
            </ns1:avLst>
          </ns1:prstGeom>
          <ns1:solidFill>
            <ns1:srgbClr val="FFFFFF"/>
          </ns1:solidFill>
          <ns1:ln w="9525">
            <ns1:solidFill>
              <ns1:srgbClr val="0B1E34"/>
            </ns1:solidFill>
            <ns1:prstDash val="solid"/>
          </ns1:ln>
        </ns0:spPr>
      </ns0:sp>
      <ns0:sp>
        <ns0:nvSpPr>
          <ns0:cNvPr id="54" name="trace:S05:content.auto.47">
            <ns1:extLst>
              <ns1:ext uri="{FF2B5EF4-FFF2-40B4-BE49-F238E27FC236}">
                <ns2:creationId id="{2D99875E-2F4D-4D26-939C-09B4F44BE1EE}"/>
              </ns1:ext>
            </ns1:extLst>
          </ns0:cNvPr>
          <ns0:cNvSpPr>
            <ns1:spLocks noGrp="1"/>
          </ns0:cNvSpPr>
          <ns0:nvPr/>
        </ns0:nvSpPr>
        <ns0:spPr>
          <ns1:xfrm>
            <ns1:off x="10544175" y="3333750"/>
            <ns1:ext cx="2667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修正</ns1:t>
            </ns1:r>
          </ns1:p>
        </ns0:txBody>
      </ns0:sp>
      <ns0:sp>
        <ns0:nvSpPr>
          <ns0:cNvPr id="55" name="trace:S05:content.auto.48">
            <ns1:extLst>
              <ns1:ext uri="{FF2B5EF4-FFF2-40B4-BE49-F238E27FC236}">
                <ns2:creationId id="{7190AF94-759F-43E8-97A4-DF7005357E08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0" y="3333750"/>
            <ns1:ext cx="419100" cy="171450"/>
          </ns1:xfrm>
          <ns1:prstGeom prst="roundRect">
            <ns1:avLst>
              <ns1:gd name="adj" fmla="val 44444"/>
            </ns1:avLst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56" name="trace:S05:content.auto.49">
            <ns1:extLst>
              <ns1:ext uri="{FF2B5EF4-FFF2-40B4-BE49-F238E27FC236}">
                <ns2:creationId id="{4FB38325-6F47-4EF4-908B-C89B99725ED0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3333750"/>
            <ns1:ext cx="2667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7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確定</ns1:t>
            </ns1:r>
          </ns1:p>
        </ns0:txBody>
      </ns0:sp>
      <ns0:sp>
        <ns0:nvSpPr>
          <ns0:cNvPr id="57" name="trace:S05:content.auto.50">
            <ns1:extLst>
              <ns1:ext uri="{FF2B5EF4-FFF2-40B4-BE49-F238E27FC236}">
                <ns2:creationId id="{2DC25808-22EA-49FD-B820-F3D676DABA66}"/>
              </ns1:ext>
            </ns1:extLst>
          </ns0:cNvPr>
          <ns0:cNvSpPr>
            <ns1:spLocks noGrp="1"/>
          </ns0:cNvSpPr>
          <ns0:nvPr/>
        </ns0:nvSpPr>
        <ns0:spPr>
          <ns1:xfrm>
            <ns1:off x="5762625" y="4067175"/>
            <ns1:ext cx="666750" cy="228600"/>
          </ns1:xfrm>
          <ns1:prstGeom prst="triangle">
            <ns1:avLst/>
          </ns1:prstGeom>
          <ns1:solidFill>
            <ns1:srgbClr val="D4DCE4"/>
          </ns1:solidFill>
          <ns1:ln w="0">
            <ns1:noFill/>
            <ns1:prstDash val="solid"/>
          </ns1:ln>
        </ns0:spPr>
      </ns0:sp>
      <ns0:sp>
        <ns0:nvSpPr>
          <ns0:cNvPr id="58" name="trace:S05:content.auto.51">
            <ns1:extLst>
              <ns1:ext uri="{FF2B5EF4-FFF2-40B4-BE49-F238E27FC236}">
                <ns2:creationId id="{9C5711CA-C29F-4EAA-BE6E-B281E83167EA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4305300"/>
            <ns1:ext cx="11468100" cy="1571625"/>
          </ns1:xfrm>
          <ns1:prstGeom prst="rect">
            <ns1:avLst/>
          </ns1:prstGeom>
          <ns1:solidFill>
            <ns1:srgbClr val="FFF1F2"/>
          </ns1:solidFill>
          <ns1:ln w="0">
            <ns1:noFill/>
            <ns1:prstDash val="solid"/>
          </ns1:ln>
        </ns0:spPr>
      </ns0:sp>
      <ns0:sp>
        <ns0:nvSpPr>
          <ns0:cNvPr id="59" name="trace:S05:content.auto.52">
            <ns1:extLst>
              <ns1:ext uri="{FF2B5EF4-FFF2-40B4-BE49-F238E27FC236}">
                <ns2:creationId id="{29118940-D252-45FD-A607-3CEAE3303721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4533900"/>
            <ns1:ext cx="76200" cy="3619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60" name="trace:S05:content.auto.53">
            <ns1:extLst>
              <ns1:ext uri="{FF2B5EF4-FFF2-40B4-BE49-F238E27FC236}">
                <ns2:creationId id="{63445C36-F61E-41D0-A3E5-81B58034D610}"/>
              </ns1:ext>
            </ns1:extLst>
          </ns0:cNvPr>
          <ns0:cNvSpPr>
            <ns1:spLocks noGrp="1"/>
          </ns0:cNvSpPr>
          <ns0:nvPr/>
        </ns0:nvSpPr>
        <ns0:spPr>
          <ns1:xfrm>
            <ns1:off x="828675" y="4514850"/>
            <ns1:ext cx="471487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業務に馴染む運用設計</ns1:t>
            </ns1:r>
          </ns1:p>
        </ns0:txBody>
      </ns0:sp>
      <ns0:sp>
        <ns0:nvSpPr>
          <ns0:cNvPr id="61" name="trace:S05:content.auto.54">
            <ns1:extLst>
              <ns1:ext uri="{FF2B5EF4-FFF2-40B4-BE49-F238E27FC236}">
                <ns2:creationId id="{390E1355-249C-4765-B2A6-D7490807BB3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972050"/>
            <ns1:ext cx="9810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人とAIの協働で、判断品質・処理速度・学習資産化を同時に実現</ns1:t>
            </ns1:r>
          </ns1:p>
        </ns0:txBody>
      </ns0:sp>
      <ns0:sp>
        <ns0:nvSpPr>
          <ns0:cNvPr id="62" name="trace:S05:content.auto.55">
            <ns1:extLst>
              <ns1:ext uri="{FF2B5EF4-FFF2-40B4-BE49-F238E27FC236}">
                <ns2:creationId id="{6CA6BD6F-5D70-4BEF-894C-79CBB2B2A7EB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5210175"/>
            <ns1:ext cx="590550" cy="5905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63" name="trace:S05:content.auto.56">
            <ns1:extLst>
              <ns1:ext uri="{FF2B5EF4-FFF2-40B4-BE49-F238E27FC236}">
                <ns2:creationId id="{4C180D70-8C81-4021-9B28-40FE71AE5E10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5314950"/>
            <ns1:ext cx="381000" cy="381000"/>
          </ns1:xfrm>
          <ns1:prstGeom prst="ellipse">
            <ns1:avLst/>
          </ns1:prstGeom>
          <ns1:solidFill>
            <ns1:srgbClr val="FFFFFF"/>
          </ns1:solidFill>
          <ns1:ln w="28575">
            <ns1:solidFill>
              <ns1:srgbClr val="0B1E34"/>
            </ns1:solidFill>
            <ns1:prstDash val="solid"/>
          </ns1:ln>
        </ns0:spPr>
      </ns0:sp>
      <ns0:sp>
        <ns0:nvSpPr>
          <ns0:cNvPr id="64" name="trace:S05:content.auto.57">
            <ns1:extLst>
              <ns1:ext uri="{FF2B5EF4-FFF2-40B4-BE49-F238E27FC236}">
                <ns2:creationId id="{8DE122EC-60A0-4A1E-B565-2243C31A7A00}"/>
              </ns1:ext>
            </ns1:extLst>
          </ns0:cNvPr>
          <ns0:cNvSpPr>
            <ns1:spLocks noGrp="1"/>
          </ns0:cNvSpPr>
          <ns0:nvPr/>
        </ns0:nvSpPr>
        <ns0:spPr>
          <ns1:xfrm>
            <ns1:off x="981075" y="5438775"/>
            <ns1:ext cx="133350" cy="13335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65" name="trace:S05:content.auto.58">
            <ns1:extLst>
              <ns1:ext uri="{FF2B5EF4-FFF2-40B4-BE49-F238E27FC236}">
                <ns2:creationId id="{D8D4F05E-A7A6-48CF-8BD4-72103E13DCFE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523875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6" name="trace:S05:content.auto.59">
            <ns1:extLst>
              <ns1:ext uri="{FF2B5EF4-FFF2-40B4-BE49-F238E27FC236}">
                <ns2:creationId id="{B76F3AAC-03D9-4E6E-B12B-BC2FC5BBE8B1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541020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7" name="trace:S05:content.auto.60">
            <ns1:extLst>
              <ns1:ext uri="{FF2B5EF4-FFF2-40B4-BE49-F238E27FC236}">
                <ns2:creationId id="{0C53959E-3A79-40C4-B7C8-88170E411342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558165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8" name="trace:S05:content.auto.61">
            <ns1:extLst>
              <ns1:ext uri="{FF2B5EF4-FFF2-40B4-BE49-F238E27FC236}">
                <ns2:creationId id="{63A4F2C5-2C81-476F-93BD-1E33D52B23DD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5753100"/>
            <ns1:ext cx="76200" cy="952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69" name="trace:S05:content.auto.62">
            <ns1:extLst>
              <ns1:ext uri="{FF2B5EF4-FFF2-40B4-BE49-F238E27FC236}">
                <ns2:creationId id="{8ACC0A8E-CFC2-4B8E-9ADA-8C03E4D5F0C0}"/>
              </ns1:ext>
            </ns1:extLst>
          </ns0:cNvPr>
          <ns0:cNvSpPr>
            <ns1:spLocks noGrp="1"/>
          </ns0:cNvSpPr>
          <ns0:nvPr/>
        </ns0:nvSpPr>
        <ns0:spPr>
          <ns1:xfrm>
            <ns1:off x="1619250" y="54673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70" name="trace:S05:content.auto.63">
            <ns1:extLst>
              <ns1:ext uri="{FF2B5EF4-FFF2-40B4-BE49-F238E27FC236}">
                <ns2:creationId id="{07A402A0-D549-4C43-8D19-3ED8DE536EBC}"/>
              </ns1:ext>
            </ns1:extLst>
          </ns0:cNvPr>
          <ns0:cNvSpPr>
            <ns1:spLocks noGrp="1"/>
          </ns0:cNvSpPr>
          <ns0:nvPr/>
        </ns0:nvSpPr>
        <ns0:spPr>
          <ns1:xfrm>
            <ns1:off x="1866900" y="5362575"/>
            <ns1:ext cx="2286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既存フローへ組み込みやすい</ns1:t>
            </ns1:r>
          </ns1:p>
        </ns0:txBody>
      </ns0:sp>
      <ns0:sp>
        <ns0:nvSpPr>
          <ns0:cNvPr id="71" name="trace:S05:content.auto.64">
            <ns1:extLst>
              <ns1:ext uri="{FF2B5EF4-FFF2-40B4-BE49-F238E27FC236}">
                <ns2:creationId id="{69069137-CAB1-4B0A-98FD-E249B2C918C4}"/>
              </ns1:ext>
            </ns1:extLst>
          </ns0:cNvPr>
          <ns0:cNvSpPr>
            <ns1:spLocks noGrp="1"/>
          </ns0:cNvSpPr>
          <ns0:nvPr/>
        </ns0:nvSpPr>
        <ns0:spPr>
          <ns1:xfrm>
            <ns1:off x="4210050" y="5295900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72" name="trace:S05:content.auto.65">
            <ns1:extLst>
              <ns1:ext uri="{FF2B5EF4-FFF2-40B4-BE49-F238E27FC236}">
                <ns2:creationId id="{3E71B0FE-94FB-463D-A046-ECB488D0E259}"/>
              </ns1:ext>
            </ns1:extLst>
          </ns0:cNvPr>
          <ns0:cNvSpPr>
            <ns1:spLocks noGrp="1"/>
          </ns0:cNvSpPr>
          <ns0:nvPr/>
        </ns0:nvSpPr>
        <ns0:spPr>
          <ns1:xfrm>
            <ns1:off x="4181475" y="5210175"/>
            <ns1:ext cx="590550" cy="5905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73" name="trace:S05:content.auto.66">
            <ns1:extLst>
              <ns1:ext uri="{FF2B5EF4-FFF2-40B4-BE49-F238E27FC236}">
                <ns2:creationId id="{01A0C3FB-93F7-4DEF-9A16-C6999AD272D1}"/>
              </ns1:ext>
            </ns1:extLst>
          </ns0:cNvPr>
          <ns0:cNvSpPr>
            <ns1:spLocks noGrp="1"/>
          </ns0:cNvSpPr>
          <ns0:nvPr/>
        </ns0:nvSpPr>
        <ns0:spPr>
          <ns1:xfrm>
            <ns1:off x="4210050" y="5276850"/>
            <ns1:ext cx="53340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74" name="trace:S05:content.auto.67">
            <ns1:extLst>
              <ns1:ext uri="{FF2B5EF4-FFF2-40B4-BE49-F238E27FC236}">
                <ns2:creationId id="{54BF7871-04BF-46C0-BB06-698B92D64C13}"/>
              </ns1:ext>
            </ns1:extLst>
          </ns0:cNvPr>
          <ns0:cNvSpPr>
            <ns1:spLocks noGrp="1"/>
          </ns0:cNvSpPr>
          <ns0:nvPr/>
        </ns0:nvSpPr>
        <ns0:spPr>
          <ns1:xfrm>
            <ns1:off x="4210050" y="5362575"/>
            <ns1:ext cx="533400" cy="3619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75" name="trace:S05:content.auto.68">
            <ns1:extLst>
              <ns1:ext uri="{FF2B5EF4-FFF2-40B4-BE49-F238E27FC236}">
                <ns2:creationId id="{F329C28F-4A57-4C74-9D07-71E57AFC0F7F}"/>
              </ns1:ext>
            </ns1:extLst>
          </ns0:cNvPr>
          <ns0:cNvSpPr>
            <ns1:spLocks noGrp="1"/>
          </ns0:cNvSpPr>
          <ns0:nvPr/>
        </ns0:nvSpPr>
        <ns0:spPr>
          <ns1:xfrm>
            <ns1:off x="4210050" y="5638800"/>
            <ns1:ext cx="533400" cy="171450"/>
          </ns1:xfrm>
          <ns1:prstGeom prst="ellipse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76" name="trace:S05:content.auto.69">
            <ns1:extLst>
              <ns1:ext uri="{FF2B5EF4-FFF2-40B4-BE49-F238E27FC236}">
                <ns2:creationId id="{5DB31294-9AC2-4E00-8537-89461EF71F54}"/>
              </ns1:ext>
            </ns1:extLst>
          </ns0:cNvPr>
          <ns0:cNvSpPr>
            <ns1:spLocks noGrp="1"/>
          </ns0:cNvSpPr>
          <ns0:nvPr/>
        </ns0:nvSpPr>
        <ns0:spPr>
          <ns1:xfrm>
            <ns1:off x="4800600" y="5448300"/>
            <ns1:ext cx="95250" cy="2857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77" name="trace:S05:content.auto.70">
            <ns1:extLst>
              <ns1:ext uri="{FF2B5EF4-FFF2-40B4-BE49-F238E27FC236}">
                <ns2:creationId id="{1A4B406B-669E-4125-A877-CC0ABC9D079F}"/>
              </ns1:ext>
            </ns1:extLst>
          </ns0:cNvPr>
          <ns0:cNvSpPr>
            <ns1:spLocks noGrp="1"/>
          </ns0:cNvSpPr>
          <ns0:nvPr/>
        </ns0:nvSpPr>
        <ns0:spPr>
          <ns1:xfrm>
            <ns1:off x="5048250" y="54673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78" name="trace:S05:content.auto.71">
            <ns1:extLst>
              <ns1:ext uri="{FF2B5EF4-FFF2-40B4-BE49-F238E27FC236}">
                <ns2:creationId id="{F8F89D52-E85D-4705-95D8-4F5E9B3EE0DE}"/>
              </ns1:ext>
            </ns1:extLst>
          </ns0:cNvPr>
          <ns0:cNvSpPr>
            <ns1:spLocks noGrp="1"/>
          </ns0:cNvSpPr>
          <ns0:nvPr/>
        </ns0:nvSpPr>
        <ns0:spPr>
          <ns1:xfrm>
            <ns1:off x="5295900" y="5362575"/>
            <ns1:ext cx="2286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判断履歴を継続的に蓄積できる</ns1:t>
            </ns1:r>
          </ns1:p>
        </ns0:txBody>
      </ns0:sp>
      <ns0:sp>
        <ns0:nvSpPr>
          <ns0:cNvPr id="79" name="trace:S05:content.auto.72">
            <ns1:extLst>
              <ns1:ext uri="{FF2B5EF4-FFF2-40B4-BE49-F238E27FC236}">
                <ns2:creationId id="{FC810124-CA14-43AD-A770-0CF87344134C}"/>
              </ns1:ext>
            </ns1:extLst>
          </ns0:cNvPr>
          <ns0:cNvSpPr>
            <ns1:spLocks noGrp="1"/>
          </ns0:cNvSpPr>
          <ns0:nvPr/>
        </ns0:nvSpPr>
        <ns0:spPr>
          <ns1:xfrm>
            <ns1:off x="7639050" y="5295900"/>
            <ns1:ext cx="0" cy="0"/>
          </ns1:xfrm>
          <ns1:prstGeom prst="line">
            <ns1:avLst/>
          </ns1:prstGeom>
          <ns1:noFill/>
          <ns1:ln w="9525">
            <ns1:solidFill>
              <ns1:srgbClr val="B9C8D8"/>
            </ns1:solidFill>
            <ns1:prstDash val="solid"/>
          </ns1:ln>
        </ns0:spPr>
      </ns0:sp>
      <ns0:sp>
        <ns0:nvSpPr>
          <ns0:cNvPr id="80" name="trace:S05:content.auto.73">
            <ns1:extLst>
              <ns1:ext uri="{FF2B5EF4-FFF2-40B4-BE49-F238E27FC236}">
                <ns2:creationId id="{9B492E7E-4766-4B77-ABD3-2DE962AF284A}"/>
              </ns1:ext>
            </ns1:extLst>
          </ns0:cNvPr>
          <ns0:cNvSpPr>
            <ns1:spLocks noGrp="1"/>
          </ns0:cNvSpPr>
          <ns0:nvPr/>
        </ns0:nvSpPr>
        <ns0:spPr>
          <ns1:xfrm>
            <ns1:off x="7610475" y="5210175"/>
            <ns1:ext cx="590550" cy="590550"/>
          </ns1:xfrm>
          <ns1:prstGeom prst="ellipse">
            <ns1:avLst/>
          </ns1:prstGeom>
          <ns1:solidFill>
            <ns1:srgbClr val="E9F0F7"/>
          </ns1:solidFill>
          <ns1:ln w="0">
            <ns1:noFill/>
            <ns1:prstDash val="solid"/>
          </ns1:ln>
        </ns0:spPr>
      </ns0:sp>
      <ns0:sp>
        <ns0:nvSpPr>
          <ns0:cNvPr id="81" name="trace:S05:content.auto.74">
            <ns1:extLst>
              <ns1:ext uri="{FF2B5EF4-FFF2-40B4-BE49-F238E27FC236}">
                <ns2:creationId id="{63ACC6E8-5491-4536-B4F2-9901EC85FFCD}"/>
              </ns1:ext>
            </ns1:extLst>
          </ns0:cNvPr>
          <ns0:cNvSpPr>
            <ns1:spLocks noGrp="1"/>
          </ns0:cNvSpPr>
          <ns0:nvPr/>
        </ns0:nvSpPr>
        <ns0:spPr>
          <ns1:xfrm>
            <ns1:off x="7677150" y="5543550"/>
            <ns1:ext cx="104775" cy="19050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82" name="trace:S05:content.auto.75">
            <ns1:extLst>
              <ns1:ext uri="{FF2B5EF4-FFF2-40B4-BE49-F238E27FC236}">
                <ns2:creationId id="{224AEC81-4633-4295-B4A8-4030C1484874}"/>
              </ns1:ext>
            </ns1:extLst>
          </ns0:cNvPr>
          <ns0:cNvSpPr>
            <ns1:spLocks noGrp="1"/>
          </ns0:cNvSpPr>
          <ns0:nvPr/>
        </ns0:nvSpPr>
        <ns0:spPr>
          <ns1:xfrm>
            <ns1:off x="7848600" y="5448300"/>
            <ns1:ext cx="104775" cy="285750"/>
          </ns1:xfrm>
          <ns1:prstGeom prst="rect">
            <ns1:avLst/>
          </ns1:prstGeom>
          <ns1:solidFill>
            <ns1:srgbClr val="0B1E34"/>
          </ns1:solidFill>
          <ns1:ln w="0">
            <ns1:noFill/>
            <ns1:prstDash val="solid"/>
          </ns1:ln>
        </ns0:spPr>
      </ns0:sp>
      <ns0:sp>
        <ns0:nvSpPr>
          <ns0:cNvPr id="83" name="trace:S05:content.auto.76">
            <ns1:extLst>
              <ns1:ext uri="{FF2B5EF4-FFF2-40B4-BE49-F238E27FC236}">
                <ns2:creationId id="{79A2F6D5-02A3-46DD-8090-1DEA55F98C13}"/>
              </ns1:ext>
            </ns1:extLst>
          </ns0:cNvPr>
          <ns0:cNvSpPr>
            <ns1:spLocks noGrp="1"/>
          </ns0:cNvSpPr>
          <ns0:nvPr/>
        </ns0:nvSpPr>
        <ns0:spPr>
          <ns1:xfrm>
            <ns1:off x="8020050" y="5334000"/>
            <ns1:ext cx="104775" cy="400050"/>
          </ns1:xfrm>
          <ns1:prstGeom prst="rect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4" name="trace:S05:content.auto.77">
            <ns1:extLst>
              <ns1:ext uri="{FF2B5EF4-FFF2-40B4-BE49-F238E27FC236}">
                <ns2:creationId id="{6F2A6CBA-76DD-4325-922A-BCEF5D4707ED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5467350"/>
            <ns1:ext cx="114300" cy="114300"/>
          </ns1:xfrm>
          <ns1:prstGeom prst="ellipse">
            <ns1:avLst/>
          </ns1:prstGeom>
          <ns1:solidFill>
            <ns1:srgbClr val="F01D2D"/>
          </ns1:solidFill>
          <ns1:ln w="0">
            <ns1:noFill/>
            <ns1:prstDash val="solid"/>
          </ns1:ln>
        </ns0:spPr>
      </ns0:sp>
      <ns0:sp>
        <ns0:nvSpPr>
          <ns0:cNvPr id="85" name="trace:S05:content.auto.78">
            <ns1:extLst>
              <ns1:ext uri="{FF2B5EF4-FFF2-40B4-BE49-F238E27FC236}">
                <ns2:creationId id="{AD549075-CE9F-4DCC-BEA2-83C7B3EAC889}"/>
              </ns1:ext>
            </ns1:extLst>
          </ns0:cNvPr>
          <ns0:cNvSpPr>
            <ns1:spLocks noGrp="1"/>
          </ns0:cNvSpPr>
          <ns0:nvPr/>
        </ns0:nvSpPr>
        <ns0:spPr>
          <ns1:xfrm>
            <ns1:off x="8724900" y="5362575"/>
            <ns1:ext cx="2286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運用データで精度改善を回せる</ns1:t>
            </ns1:r>
          </ns1:p>
        </ns0:txBody>
      </ns0:sp>
      <ns0:sp>
        <ns0:nvSpPr>
          <ns0:cNvPr id="86" name="trace:S05:content.auto.79">
            <ns1:extLst>
              <ns1:ext uri="{FF2B5EF4-FFF2-40B4-BE49-F238E27FC236}">
                <ns2:creationId id="{36AFDC1C-96D0-4A36-8280-3F40376D8C50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381750"/>
            <ns1:ext cx="11506200" cy="0"/>
          </ns1:xfrm>
          <ns1:prstGeom prst="line">
            <ns1:avLst/>
          </ns1:prstGeom>
          <ns1:noFill/>
          <ns1:ln w="13335">
            <ns1:solidFill>
              <ns1:srgbClr val="F01D2D"/>
            </ns1:solidFill>
            <ns1:prstDash val="solid"/>
          </ns1:ln>
        </ns0:spPr>
      </ns0:sp>
      <ns0:sp>
        <ns0:nvSpPr>
          <ns0:cNvPr id="87" name="trace:S05:content.auto.80">
            <ns1:extLst>
              <ns1:ext uri="{FF2B5EF4-FFF2-40B4-BE49-F238E27FC236}">
                <ns2:creationId id="{BB6FAD8B-D8BD-4181-B3D3-450E943D08E5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6486525"/>
            <ns1:ext cx="4191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07</ns1:t>
            </ns1:r>
          </ns1:p>
        </ns0:txBody>
      </ns0:sp>
      <ns0:sp>
        <ns0:nvSpPr>
          <ns0:cNvPr id="88" name="trace:S05:footer.brand">
            <ns1:extLst>
              <ns1:ext uri="{FF2B5EF4-FFF2-40B4-BE49-F238E27FC236}">
                <ns2:creationId id="{834735DD-9DF3-4479-996E-3595735F5932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448425"/>
            <ns1:ext cx="12382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0B1E34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89" name="trace:S05:footer.tagline.jp">
            <ns1:extLst>
              <ns1:ext uri="{FF2B5EF4-FFF2-40B4-BE49-F238E27FC236}">
                <ns2:creationId id="{A40B72BA-7C62-48BB-ADF0-631D28ABE204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41985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90" name="trace:S05:footer.tagline.en">
            <ns1:extLst>
              <ns1:ext uri="{FF2B5EF4-FFF2-40B4-BE49-F238E27FC236}">
                <ns2:creationId id="{63F536B1-4110-4942-971B-9ED50949C08B}"/>
              </ns1:ext>
            </ns1:extLst>
          </ns0:cNvPr>
          <ns0:cNvSpPr>
            <ns1:spLocks noGrp="1"/>
          </ns0:cNvSpPr>
          <ns0:nvPr/>
        </ns0:nvSpPr>
        <ns0:spPr>
          <ns1:xfrm>
            <ns1:off x="2047875" y="6553200"/>
            <ns1:ext cx="2857500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1758B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91" name="trace:S05:footer.brand.2">
            <ns1:extLst>
              <ns1:ext uri="{FF2B5EF4-FFF2-40B4-BE49-F238E27FC236}">
                <ns2:creationId id="{FF6B432F-061A-42CA-8F73-FD37FE0A4474}"/>
              </ns1:ext>
            </ns1:extLst>
          </ns0:cNvPr>
          <ns0:cNvSpPr>
            <ns1:spLocks noGrp="1"/>
          </ns0:cNvSpPr>
          <ns0:nvPr/>
        </ns0:nvSpPr>
        <ns0:spPr>
          <ns1:xfrm>
            <ns1:off x="8629650" y="6486525"/>
            <ns1:ext cx="3238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05000"/>
              </ns1:lnSpc>
              <ns1:buNone/>
              <ns1:def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defRPr>
            </ns1:pPr>
            <ns1:r>
              <ns1:rPr sz="750" b="0">
                <ns1:solidFill>
                  <ns1:srgbClr val="6E87A4"/>
                </ns1:solidFill>
                <ns1:latin typeface="Arial"/>
                <ns1:ea typeface="Arial"/>
                <ns1:cs typeface="Arial"/>
              </ns1:rPr>
              <ns1:t>© 2026 提案クエスト All Rights Reserved.</ns1:t>
            </ns1:r>
          </ns1:p>
        </ns0:txBody>
      </ns0:sp>
    </ns0:spTree>
    <ns0:extLst>
      <ns0:ext uri="{BB962C8B-B14F-4D97-AF65-F5344CB8AC3E}">
        <ns3:creationId val="138169258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2026-09-27T22:13:25.1180000Z</dcterms:created>
  <dcterms:modified xsi:type="dcterms:W3CDTF">2026-09-27T22:13:25.1180000Z</dcterms:modified>
</coreProperties>
</file>