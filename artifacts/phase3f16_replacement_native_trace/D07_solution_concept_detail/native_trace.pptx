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fb1b0b2704c80" /><Relationship Type="http://schemas.openxmlformats.org/officeDocument/2006/relationships/extended-properties" Target="/docProps/app.xml" Id="R40c617669f4e4414" /><Relationship Type="http://schemas.openxmlformats.org/officeDocument/2006/relationships/officeDocument" Target="/ppt/presentation.xml" Id="R1c6f0f9b19c8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d058180804085"/>
  </p:sldMasterIdLst>
  <p:notesMasterIdLst>
    <p:notesMasterId xmlns:r="http://schemas.openxmlformats.org/officeDocument/2006/relationships" r:id="R5db31858155c4312"/>
  </p:notesMasterIdLst>
  <p:sldIdLst>
    <p:sldId xmlns:r="http://schemas.openxmlformats.org/officeDocument/2006/relationships" id="256" r:id="Re9e56dd34c294606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4ad17f07b9413c" /><Relationship Type="http://schemas.openxmlformats.org/officeDocument/2006/relationships/slideMaster" Target="/ppt/slideMasters/slideMaster1.xml" Id="R63ad058180804085" /><Relationship Type="http://schemas.openxmlformats.org/officeDocument/2006/relationships/notesMaster" Target="/ppt/notesMasters/notesMaster1.xml" Id="R5db31858155c4312" /><Relationship Type="http://schemas.openxmlformats.org/officeDocument/2006/relationships/presProps" Target="/ppt/presProps.xml" Id="Re89dde1dd2994856" /><Relationship Type="http://schemas.openxmlformats.org/officeDocument/2006/relationships/tableStyles" Target="/ppt/tableStyles.xml" Id="R318fa5e256514643" /><Relationship Type="http://schemas.openxmlformats.org/officeDocument/2006/relationships/slide" Target="/ppt/slides/slide1.xml" Id="Re9e56dd34c2946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5046dd1e7c4e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bdf0e2133446f" /><Relationship Type="http://schemas.openxmlformats.org/officeDocument/2006/relationships/notesMaster" Target="/ppt/notesMasters/notesMaster1.xml" Id="R40bcde0e2ee6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D07 solution-concept detail replacement native trace. Canonical image is the sole visual authority. The right-side city visual is a limited crop only; all other visible content is editable native text and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b3165f90644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2f66280b04764" /><Relationship Type="http://schemas.openxmlformats.org/officeDocument/2006/relationships/slideLayout" Target="/ppt/slideLayouts/slideLayout1.xml" Id="R1c85de18262440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85de18262440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fae6c67464753" /><Relationship Type="http://schemas.openxmlformats.org/officeDocument/2006/relationships/image" Target="/ppt/media/image.png" Id="Rdcb3d23f731c4eba" /><Relationship Type="http://schemas.openxmlformats.org/officeDocument/2006/relationships/notesSlide" Target="/ppt/notesSlides/notesSlide1.xml" Id="Rda3da97e7a694f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3d23f731c4e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01700" y="0"/>
            <a:ext cx="2324100" cy="6486525"/>
          </a:xfrm>
          <a:prstGeom xmlns:a="http://schemas.openxmlformats.org/drawingml/2006/main" prst="rect">
            <a:avLst/>
          </a:prstGeom>
        </p:spPr>
      </p:pic>
      <p:sp>
        <p:nvSpPr>
          <p:cNvPr id="2" name="d07-header-photo-mask">
            <a:extLst xmlns:a="http://schemas.openxmlformats.org/drawingml/2006/main">
              <a:ext uri="{FF2B5EF4-FFF2-40B4-BE49-F238E27FC236}">
                <a16:creationId xmlns:a16="http://schemas.microsoft.com/office/drawing/2014/main" id="{C0D61E6A-B8E3-4769-9755-D9BE09ED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2324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07-top-red-diagonal">
            <a:extLst xmlns:a="http://schemas.openxmlformats.org/drawingml/2006/main">
              <a:ext uri="{FF2B5EF4-FFF2-40B4-BE49-F238E27FC236}">
                <a16:creationId xmlns:a16="http://schemas.microsoft.com/office/drawing/2014/main" id="{5C06C828-D82E-4086-93A0-1E38E94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2838450" cy="4857750"/>
          </a:xfrm>
          <a:custGeom xmlns:a="http://schemas.openxmlformats.org/drawingml/2006/main">
            <a:pathLst>
              <a:path w="2838450" h="4857750">
                <a:moveTo>
                  <a:pt x="1714500" y="0"/>
                </a:moveTo>
                <a:lnTo>
                  <a:pt x="2838450" y="0"/>
                </a:lnTo>
                <a:lnTo>
                  <a:pt x="1123950" y="4857750"/>
                </a:lnTo>
                <a:lnTo>
                  <a:pt x="0" y="48577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07-top-white-diagonal">
            <a:extLst xmlns:a="http://schemas.openxmlformats.org/drawingml/2006/main">
              <a:ext uri="{FF2B5EF4-FFF2-40B4-BE49-F238E27FC236}">
                <a16:creationId xmlns:a16="http://schemas.microsoft.com/office/drawing/2014/main" id="{4A94CD71-9D52-4B20-B25C-C9B2DA8B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2019300" cy="4857750"/>
          </a:xfrm>
          <a:custGeom xmlns:a="http://schemas.openxmlformats.org/drawingml/2006/main">
            <a:pathLst>
              <a:path w="2019300" h="4857750">
                <a:moveTo>
                  <a:pt x="1714500" y="0"/>
                </a:moveTo>
                <a:lnTo>
                  <a:pt x="2019300" y="0"/>
                </a:lnTo>
                <a:lnTo>
                  <a:pt x="304800" y="4857750"/>
                </a:lnTo>
                <a:lnTo>
                  <a:pt x="0" y="4857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07-top-pale-diagonal">
            <a:extLst xmlns:a="http://schemas.openxmlformats.org/drawingml/2006/main">
              <a:ext uri="{FF2B5EF4-FFF2-40B4-BE49-F238E27FC236}">
                <a16:creationId xmlns:a16="http://schemas.microsoft.com/office/drawing/2014/main" id="{C5B130C2-6FC4-4406-AFD6-8F41E65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0"/>
            <a:ext cx="1905000" cy="4857750"/>
          </a:xfrm>
          <a:custGeom xmlns:a="http://schemas.openxmlformats.org/drawingml/2006/main">
            <a:pathLst>
              <a:path w="1905000" h="4857750">
                <a:moveTo>
                  <a:pt x="1714500" y="0"/>
                </a:moveTo>
                <a:lnTo>
                  <a:pt x="1905000" y="0"/>
                </a:lnTo>
                <a:lnTo>
                  <a:pt x="190500" y="4857750"/>
                </a:lnTo>
                <a:lnTo>
                  <a:pt x="0" y="485775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07-bottom-red-band">
            <a:extLst xmlns:a="http://schemas.openxmlformats.org/drawingml/2006/main">
              <a:ext uri="{FF2B5EF4-FFF2-40B4-BE49-F238E27FC236}">
                <a16:creationId xmlns:a16="http://schemas.microsoft.com/office/drawing/2014/main" id="{B214B834-B90C-4E6D-90C0-6F09A8E5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029450"/>
            <a:ext cx="3352800" cy="1933575"/>
          </a:xfrm>
          <a:custGeom xmlns:a="http://schemas.openxmlformats.org/drawingml/2006/main">
            <a:pathLst>
              <a:path w="3352800" h="1933575">
                <a:moveTo>
                  <a:pt x="0" y="1933575"/>
                </a:moveTo>
                <a:lnTo>
                  <a:pt x="3352800" y="0"/>
                </a:lnTo>
                <a:lnTo>
                  <a:pt x="3352800" y="19335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07-bottom-dark-band">
            <a:extLst xmlns:a="http://schemas.openxmlformats.org/drawingml/2006/main">
              <a:ext uri="{FF2B5EF4-FFF2-40B4-BE49-F238E27FC236}">
                <a16:creationId xmlns:a16="http://schemas.microsoft.com/office/drawing/2014/main" id="{3D4B3E32-297D-4FD0-A218-06C0FCD9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762875"/>
            <a:ext cx="2305050" cy="1200150"/>
          </a:xfrm>
          <a:custGeom xmlns:a="http://schemas.openxmlformats.org/drawingml/2006/main">
            <a:pathLst>
              <a:path w="2305050" h="1200150">
                <a:moveTo>
                  <a:pt x="0" y="1200150"/>
                </a:moveTo>
                <a:lnTo>
                  <a:pt x="2305050" y="0"/>
                </a:lnTo>
                <a:lnTo>
                  <a:pt x="2305050" y="120015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07-header-number">
            <a:extLst xmlns:a="http://schemas.openxmlformats.org/drawingml/2006/main">
              <a:ext uri="{FF2B5EF4-FFF2-40B4-BE49-F238E27FC236}">
                <a16:creationId xmlns:a16="http://schemas.microsoft.com/office/drawing/2014/main" id="{47FEDD97-2C69-4BB3-83F7-AD9E460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D07</a:t>
            </a:r>
          </a:p>
        </p:txBody>
      </p:sp>
      <p:sp>
        <p:nvSpPr>
          <p:cNvPr id="9" name="d07-header-section">
            <a:extLst xmlns:a="http://schemas.openxmlformats.org/drawingml/2006/main">
              <a:ext uri="{FF2B5EF4-FFF2-40B4-BE49-F238E27FC236}">
                <a16:creationId xmlns:a16="http://schemas.microsoft.com/office/drawing/2014/main" id="{41021BB6-FFEC-47A9-84FA-4950E29E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提案方針</a:t>
            </a:r>
          </a:p>
        </p:txBody>
      </p:sp>
      <p:sp>
        <p:nvSpPr>
          <p:cNvPr id="10" name="d07-header-brand-red">
            <a:extLst xmlns:a="http://schemas.openxmlformats.org/drawingml/2006/main">
              <a:ext uri="{FF2B5EF4-FFF2-40B4-BE49-F238E27FC236}">
                <a16:creationId xmlns:a16="http://schemas.microsoft.com/office/drawing/2014/main" id="{179065CC-2474-4795-AB9B-B9AEC98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</a:t>
            </a:r>
          </a:p>
        </p:txBody>
      </p:sp>
      <p:sp>
        <p:nvSpPr>
          <p:cNvPr id="11" name="d07-header-brand-black">
            <a:extLst xmlns:a="http://schemas.openxmlformats.org/drawingml/2006/main">
              <a:ext uri="{FF2B5EF4-FFF2-40B4-BE49-F238E27FC236}">
                <a16:creationId xmlns:a16="http://schemas.microsoft.com/office/drawing/2014/main" id="{07FD7B48-ADB1-4F5A-8FD4-F227ECB1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57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クエスト</a:t>
            </a:r>
          </a:p>
        </p:txBody>
      </p:sp>
      <p:sp>
        <p:nvSpPr>
          <p:cNvPr id="12" name="d07-header-tagline">
            <a:extLst xmlns:a="http://schemas.openxmlformats.org/drawingml/2006/main">
              <a:ext uri="{FF2B5EF4-FFF2-40B4-BE49-F238E27FC236}">
                <a16:creationId xmlns:a16="http://schemas.microsoft.com/office/drawing/2014/main" id="{2A8EA2EA-C5FE-4FB8-A1BB-4BD38682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38175"/>
            <a:ext cx="2428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13" name="d07-header-english">
            <a:extLst xmlns:a="http://schemas.openxmlformats.org/drawingml/2006/main">
              <a:ext uri="{FF2B5EF4-FFF2-40B4-BE49-F238E27FC236}">
                <a16:creationId xmlns:a16="http://schemas.microsoft.com/office/drawing/2014/main" id="{16A9927A-7BA6-4DB1-AAB6-F315DA3B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400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4" name="d07-header-rule">
            <a:extLst xmlns:a="http://schemas.openxmlformats.org/drawingml/2006/main">
              <a:ext uri="{FF2B5EF4-FFF2-40B4-BE49-F238E27FC236}">
                <a16:creationId xmlns:a16="http://schemas.microsoft.com/office/drawing/2014/main" id="{35561A9F-2306-45D2-8DAF-991ABDB6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904875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D28"/>
            </a:solidFill>
            <a:prstDash val="solid"/>
          </a:ln>
        </p:spPr>
      </p:sp>
      <p:sp>
        <p:nvSpPr>
          <p:cNvPr id="15" name="d07-header-red-rule">
            <a:extLst xmlns:a="http://schemas.openxmlformats.org/drawingml/2006/main">
              <a:ext uri="{FF2B5EF4-FFF2-40B4-BE49-F238E27FC236}">
                <a16:creationId xmlns:a16="http://schemas.microsoft.com/office/drawing/2014/main" id="{7031DDFB-0EF0-4CD8-AB3E-7B9FC5CE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9048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" name="d07-title">
            <a:extLst xmlns:a="http://schemas.openxmlformats.org/drawingml/2006/main">
              <a:ext uri="{FF2B5EF4-FFF2-40B4-BE49-F238E27FC236}">
                <a16:creationId xmlns:a16="http://schemas.microsoft.com/office/drawing/2014/main" id="{0278B0F1-F538-4D8A-A986-D5B59B4D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142742"/>
                </a:solidFill>
                <a:latin typeface="Yu Gothic"/>
                <a:ea typeface="Yu Gothic"/>
                <a:cs typeface="Yu Gothic"/>
              </a:rPr>
              <a:t>AIで、</a:t>
            </a:r>
            <a:r>
              <a:rPr sz="4200" b="1">
                <a:solidFill>
                  <a:srgbClr val="E71926"/>
                </a:solidFill>
                <a:latin typeface="Yu Gothic"/>
                <a:ea typeface="Yu Gothic"/>
                <a:cs typeface="Yu Gothic"/>
              </a:rPr>
              <a:t>提案業務</a:t>
            </a:r>
            <a:r>
              <a:rPr sz="4200" b="1">
                <a:solidFill>
                  <a:srgbClr val="142742"/>
                </a:solidFill>
                <a:latin typeface="Yu Gothic"/>
                <a:ea typeface="Yu Gothic"/>
                <a:cs typeface="Yu Gothic"/>
              </a:rPr>
              <a:t>を</a:t>
            </a:r>
            <a:r>
              <a:rPr sz="4200" b="1">
                <a:solidFill>
                  <a:srgbClr val="E71926"/>
                </a:solidFill>
                <a:latin typeface="Yu Gothic"/>
                <a:ea typeface="Yu Gothic"/>
                <a:cs typeface="Yu Gothic"/>
              </a:rPr>
              <a:t>次のステージ</a:t>
            </a:r>
            <a:r>
              <a:rPr sz="4200" b="1">
                <a:solidFill>
                  <a:srgbClr val="142742"/>
                </a:solidFill>
                <a:latin typeface="Yu Gothic"/>
                <a:ea typeface="Yu Gothic"/>
                <a:cs typeface="Yu Gothic"/>
              </a:rPr>
              <a:t>へ</a:t>
            </a:r>
          </a:p>
        </p:txBody>
      </p:sp>
      <p:sp>
        <p:nvSpPr>
          <p:cNvPr id="17" name="d07-lead-1">
            <a:extLst xmlns:a="http://schemas.openxmlformats.org/drawingml/2006/main">
              <a:ext uri="{FF2B5EF4-FFF2-40B4-BE49-F238E27FC236}">
                <a16:creationId xmlns:a16="http://schemas.microsoft.com/office/drawing/2014/main" id="{7D5C822A-CA49-48D5-AA22-BE94B346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192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提案クエストは、貴社の業務特性に最適化したAI活用により、</a:t>
            </a:r>
          </a:p>
        </p:txBody>
      </p:sp>
      <p:sp>
        <p:nvSpPr>
          <p:cNvPr id="18" name="d07-lead-2">
            <a:extLst xmlns:a="http://schemas.openxmlformats.org/drawingml/2006/main">
              <a:ext uri="{FF2B5EF4-FFF2-40B4-BE49-F238E27FC236}">
                <a16:creationId xmlns:a16="http://schemas.microsoft.com/office/drawing/2014/main" id="{CFB63D17-1B7D-4B11-83FB-CDA168C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提案資料・見積書・カンペの作成を一気通貫で支援し、</a:t>
            </a:r>
          </a:p>
        </p:txBody>
      </p:sp>
      <p:sp>
        <p:nvSpPr>
          <p:cNvPr id="19" name="d07-lead-3">
            <a:extLst xmlns:a="http://schemas.openxmlformats.org/drawingml/2006/main">
              <a:ext uri="{FF2B5EF4-FFF2-40B4-BE49-F238E27FC236}">
                <a16:creationId xmlns:a16="http://schemas.microsoft.com/office/drawing/2014/main" id="{1E7F209A-97A4-407B-B4B8-0BBA16BF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成果創出を加速します。</a:t>
            </a:r>
          </a:p>
        </p:txBody>
      </p:sp>
      <p:sp>
        <p:nvSpPr>
          <p:cNvPr id="20" name="d07-basic-panel">
            <a:extLst xmlns:a="http://schemas.openxmlformats.org/drawingml/2006/main">
              <a:ext uri="{FF2B5EF4-FFF2-40B4-BE49-F238E27FC236}">
                <a16:creationId xmlns:a16="http://schemas.microsoft.com/office/drawing/2014/main" id="{D2E488F3-3991-4C49-A507-114E7A16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447925"/>
            <a:ext cx="4657725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07-basic-rule">
            <a:extLst xmlns:a="http://schemas.openxmlformats.org/drawingml/2006/main">
              <a:ext uri="{FF2B5EF4-FFF2-40B4-BE49-F238E27FC236}">
                <a16:creationId xmlns:a16="http://schemas.microsoft.com/office/drawing/2014/main" id="{56CBBCFA-9491-4535-BD96-76BB771F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22" name="d07-basic-heading">
            <a:extLst xmlns:a="http://schemas.openxmlformats.org/drawingml/2006/main">
              <a:ext uri="{FF2B5EF4-FFF2-40B4-BE49-F238E27FC236}">
                <a16:creationId xmlns:a16="http://schemas.microsoft.com/office/drawing/2014/main" id="{BBAE69EC-4893-450A-8102-85A44543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基本コンセプト</a:t>
            </a:r>
          </a:p>
        </p:txBody>
      </p:sp>
      <p:sp>
        <p:nvSpPr>
          <p:cNvPr id="23" name="d07-basic-inner">
            <a:extLst xmlns:a="http://schemas.openxmlformats.org/drawingml/2006/main">
              <a:ext uri="{FF2B5EF4-FFF2-40B4-BE49-F238E27FC236}">
                <a16:creationId xmlns:a16="http://schemas.microsoft.com/office/drawing/2014/main" id="{AEE8FDDF-220E-42FF-A629-51E5303C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44005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07-basic-phrase-black">
            <a:extLst xmlns:a="http://schemas.openxmlformats.org/drawingml/2006/main">
              <a:ext uri="{FF2B5EF4-FFF2-40B4-BE49-F238E27FC236}">
                <a16:creationId xmlns:a16="http://schemas.microsoft.com/office/drawing/2014/main" id="{2FFA9BF9-BDF9-4E9A-BD38-B9C60C27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「人の強み × </a:t>
            </a:r>
          </a:p>
        </p:txBody>
      </p:sp>
      <p:sp>
        <p:nvSpPr>
          <p:cNvPr id="25" name="d07-basic-phrase-red">
            <a:extLst xmlns:a="http://schemas.openxmlformats.org/drawingml/2006/main">
              <a:ext uri="{FF2B5EF4-FFF2-40B4-BE49-F238E27FC236}">
                <a16:creationId xmlns:a16="http://schemas.microsoft.com/office/drawing/2014/main" id="{1B515E68-1DF7-4D2B-AF02-0B4F44A6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AIの効率」</a:t>
            </a:r>
          </a:p>
        </p:txBody>
      </p:sp>
      <p:sp>
        <p:nvSpPr>
          <p:cNvPr id="26" name="d07-basic-copy-1">
            <a:extLst xmlns:a="http://schemas.openxmlformats.org/drawingml/2006/main">
              <a:ext uri="{FF2B5EF4-FFF2-40B4-BE49-F238E27FC236}">
                <a16:creationId xmlns:a16="http://schemas.microsoft.com/office/drawing/2014/main" id="{D9230874-1187-46F4-ABD4-2626E1B9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AIを“代替”ではなく“パートナー”として活用し、</a:t>
            </a:r>
          </a:p>
        </p:txBody>
      </p:sp>
      <p:sp>
        <p:nvSpPr>
          <p:cNvPr id="27" name="d07-basic-copy-2">
            <a:extLst xmlns:a="http://schemas.openxmlformats.org/drawingml/2006/main">
              <a:ext uri="{FF2B5EF4-FFF2-40B4-BE49-F238E27FC236}">
                <a16:creationId xmlns:a16="http://schemas.microsoft.com/office/drawing/2014/main" id="{33BB1DE8-7294-442E-A3FA-7A9641C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67150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人にしかできない提案の価値創造に集中できる</a:t>
            </a:r>
          </a:p>
        </p:txBody>
      </p:sp>
      <p:sp>
        <p:nvSpPr>
          <p:cNvPr id="28" name="d07-basic-copy-3">
            <a:extLst xmlns:a="http://schemas.openxmlformats.org/drawingml/2006/main">
              <a:ext uri="{FF2B5EF4-FFF2-40B4-BE49-F238E27FC236}">
                <a16:creationId xmlns:a16="http://schemas.microsoft.com/office/drawing/2014/main" id="{A24848E0-2696-41E8-8115-02B10A0E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環境を実現します。</a:t>
            </a:r>
          </a:p>
        </p:txBody>
      </p:sp>
      <p:sp>
        <p:nvSpPr>
          <p:cNvPr id="29" name="d07-human-circle">
            <a:extLst xmlns:a="http://schemas.openxmlformats.org/drawingml/2006/main">
              <a:ext uri="{FF2B5EF4-FFF2-40B4-BE49-F238E27FC236}">
                <a16:creationId xmlns:a16="http://schemas.microsoft.com/office/drawing/2014/main" id="{9E24BB2B-2ECD-4A89-8EDE-AC05A3FD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3431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07-icon-human-head">
            <a:extLst xmlns:a="http://schemas.openxmlformats.org/drawingml/2006/main">
              <a:ext uri="{FF2B5EF4-FFF2-40B4-BE49-F238E27FC236}">
                <a16:creationId xmlns:a16="http://schemas.microsoft.com/office/drawing/2014/main" id="{EE384258-B76E-4A2E-9F22-F703C52D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469" y="4730877"/>
            <a:ext cx="210312" cy="21031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31" name="d07-icon-human-torso">
            <a:extLst xmlns:a="http://schemas.openxmlformats.org/drawingml/2006/main">
              <a:ext uri="{FF2B5EF4-FFF2-40B4-BE49-F238E27FC236}">
                <a16:creationId xmlns:a16="http://schemas.microsoft.com/office/drawing/2014/main" id="{687545E6-9F52-40D2-9D8E-2C0E020A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" y="5098923"/>
            <a:ext cx="525780" cy="297942"/>
          </a:xfrm>
          <a:custGeom xmlns:a="http://schemas.openxmlformats.org/drawingml/2006/main">
            <a:pathLst>
              <a:path w="525780" h="297942">
                <a:moveTo>
                  <a:pt x="0" y="297942"/>
                </a:moveTo>
                <a:lnTo>
                  <a:pt x="61341" y="70104"/>
                </a:lnTo>
                <a:lnTo>
                  <a:pt x="192786" y="0"/>
                </a:lnTo>
                <a:lnTo>
                  <a:pt x="332994" y="0"/>
                </a:lnTo>
                <a:lnTo>
                  <a:pt x="464439" y="70104"/>
                </a:lnTo>
                <a:lnTo>
                  <a:pt x="525780" y="2979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32" name="d07-icon-human-shoulders">
            <a:extLst xmlns:a="http://schemas.openxmlformats.org/drawingml/2006/main">
              <a:ext uri="{FF2B5EF4-FFF2-40B4-BE49-F238E27FC236}">
                <a16:creationId xmlns:a16="http://schemas.microsoft.com/office/drawing/2014/main" id="{EC4D416E-EBBD-4753-B960-AB498852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076" y="5396865"/>
            <a:ext cx="40309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33" name="d07-human-label">
            <a:extLst xmlns:a="http://schemas.openxmlformats.org/drawingml/2006/main">
              <a:ext uri="{FF2B5EF4-FFF2-40B4-BE49-F238E27FC236}">
                <a16:creationId xmlns:a16="http://schemas.microsoft.com/office/drawing/2014/main" id="{D09DAB03-3B51-49BA-8A84-DEED209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34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人の強み</a:t>
            </a:r>
          </a:p>
        </p:txBody>
      </p:sp>
      <p:sp>
        <p:nvSpPr>
          <p:cNvPr id="34" name="d07-human-bullets">
            <a:extLst xmlns:a="http://schemas.openxmlformats.org/drawingml/2006/main">
              <a:ext uri="{FF2B5EF4-FFF2-40B4-BE49-F238E27FC236}">
                <a16:creationId xmlns:a16="http://schemas.microsoft.com/office/drawing/2014/main" id="{B5B320D6-F649-4D90-9B84-2D57A590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・顧客理解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・関係構築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・提案の最終判断</a:t>
            </a:r>
          </a:p>
        </p:txBody>
      </p:sp>
      <p:sp>
        <p:nvSpPr>
          <p:cNvPr id="35" name="d07-ai-circle">
            <a:extLst xmlns:a="http://schemas.openxmlformats.org/drawingml/2006/main">
              <a:ext uri="{FF2B5EF4-FFF2-40B4-BE49-F238E27FC236}">
                <a16:creationId xmlns:a16="http://schemas.microsoft.com/office/drawing/2014/main" id="{D5DF7A67-1A49-4C28-AED8-22D67A0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62450"/>
            <a:ext cx="23431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07-ai-label">
            <a:extLst xmlns:a="http://schemas.openxmlformats.org/drawingml/2006/main">
              <a:ext uri="{FF2B5EF4-FFF2-40B4-BE49-F238E27FC236}">
                <a16:creationId xmlns:a16="http://schemas.microsoft.com/office/drawing/2014/main" id="{958612AD-8029-40C6-8130-BCA257FB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34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AIの効率</a:t>
            </a:r>
          </a:p>
        </p:txBody>
      </p:sp>
      <p:sp>
        <p:nvSpPr>
          <p:cNvPr id="42" name="d07-ai-bullets">
            <a:extLst xmlns:a="http://schemas.openxmlformats.org/drawingml/2006/main">
              <a:ext uri="{FF2B5EF4-FFF2-40B4-BE49-F238E27FC236}">
                <a16:creationId xmlns:a16="http://schemas.microsoft.com/office/drawing/2014/main" id="{A7D88AFA-B547-45A4-B69D-F778A953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7150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・情報収集・分析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・資料・見積書の自動生成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・提案ストーリーの整理</a:t>
            </a:r>
          </a:p>
        </p:txBody>
      </p:sp>
      <p:sp>
        <p:nvSpPr>
          <p:cNvPr id="43" name="d07-concept-x">
            <a:extLst xmlns:a="http://schemas.openxmlformats.org/drawingml/2006/main">
              <a:ext uri="{FF2B5EF4-FFF2-40B4-BE49-F238E27FC236}">
                <a16:creationId xmlns:a16="http://schemas.microsoft.com/office/drawing/2014/main" id="{A8049740-F0D1-4AC9-9891-96D9AC2C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43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617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4" name="d07-icon-concept-arrow">
            <a:extLst xmlns:a="http://schemas.openxmlformats.org/drawingml/2006/main">
              <a:ext uri="{FF2B5EF4-FFF2-40B4-BE49-F238E27FC236}">
                <a16:creationId xmlns:a16="http://schemas.microsoft.com/office/drawing/2014/main" id="{EBA0C640-1B38-446E-8F3C-4B991F1C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260" y="6279261"/>
            <a:ext cx="240030" cy="144018"/>
          </a:xfrm>
          <a:custGeom xmlns:a="http://schemas.openxmlformats.org/drawingml/2006/main">
            <a:pathLst>
              <a:path w="240030" h="144018">
                <a:moveTo>
                  <a:pt x="0" y="0"/>
                </a:moveTo>
                <a:lnTo>
                  <a:pt x="240030" y="0"/>
                </a:lnTo>
                <a:lnTo>
                  <a:pt x="120015" y="144018"/>
                </a:lnTo>
                <a:close/>
              </a:path>
            </a:pathLst>
          </a:custGeom>
          <a:solidFill xmlns:a="http://schemas.openxmlformats.org/drawingml/2006/main">
            <a:srgbClr val="9BA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07-basic-band">
            <a:extLst xmlns:a="http://schemas.openxmlformats.org/drawingml/2006/main">
              <a:ext uri="{FF2B5EF4-FFF2-40B4-BE49-F238E27FC236}">
                <a16:creationId xmlns:a16="http://schemas.microsoft.com/office/drawing/2014/main" id="{7A77BD2C-9281-4781-A38E-3A8C938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40957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07-basic-band-text">
            <a:extLst xmlns:a="http://schemas.openxmlformats.org/drawingml/2006/main">
              <a:ext uri="{FF2B5EF4-FFF2-40B4-BE49-F238E27FC236}">
                <a16:creationId xmlns:a16="http://schemas.microsoft.com/office/drawing/2014/main" id="{2C10B604-9830-4407-84B4-72FA34E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3829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より多くの提案機会を、より高い成果で</a:t>
            </a:r>
          </a:p>
        </p:txBody>
      </p:sp>
      <p:sp>
        <p:nvSpPr>
          <p:cNvPr id="47" name="d07-overview-panel">
            <a:extLst xmlns:a="http://schemas.openxmlformats.org/drawingml/2006/main">
              <a:ext uri="{FF2B5EF4-FFF2-40B4-BE49-F238E27FC236}">
                <a16:creationId xmlns:a16="http://schemas.microsoft.com/office/drawing/2014/main" id="{BA375393-D4B1-46BF-9ABC-C8E0C9C7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47925"/>
            <a:ext cx="641985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07-overview-rule">
            <a:extLst xmlns:a="http://schemas.openxmlformats.org/drawingml/2006/main">
              <a:ext uri="{FF2B5EF4-FFF2-40B4-BE49-F238E27FC236}">
                <a16:creationId xmlns:a16="http://schemas.microsoft.com/office/drawing/2014/main" id="{5AC8C54F-EC16-4593-A56A-AF2D4772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1937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49" name="d07-overview-heading">
            <a:extLst xmlns:a="http://schemas.openxmlformats.org/drawingml/2006/main">
              <a:ext uri="{FF2B5EF4-FFF2-40B4-BE49-F238E27FC236}">
                <a16:creationId xmlns:a16="http://schemas.microsoft.com/office/drawing/2014/main" id="{7564CAA5-011A-4187-B550-E9510390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14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提案方針の全体像</a:t>
            </a:r>
          </a:p>
        </p:txBody>
      </p:sp>
      <p:sp>
        <p:nvSpPr>
          <p:cNvPr id="50" name="d07-overview-copy-bg">
            <a:extLst xmlns:a="http://schemas.openxmlformats.org/drawingml/2006/main">
              <a:ext uri="{FF2B5EF4-FFF2-40B4-BE49-F238E27FC236}">
                <a16:creationId xmlns:a16="http://schemas.microsoft.com/office/drawing/2014/main" id="{C59774EB-4FF5-445A-B30B-949BEE07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6172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07-overview-copy-1">
            <a:extLst xmlns:a="http://schemas.openxmlformats.org/drawingml/2006/main">
              <a:ext uri="{FF2B5EF4-FFF2-40B4-BE49-F238E27FC236}">
                <a16:creationId xmlns:a16="http://schemas.microsoft.com/office/drawing/2014/main" id="{80235400-E912-44F3-8B1F-35A5B0D0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33700"/>
            <a:ext cx="409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業務の全工程をカバーする一気通貫の支援で、</a:t>
            </a:r>
          </a:p>
        </p:txBody>
      </p:sp>
      <p:sp>
        <p:nvSpPr>
          <p:cNvPr id="52" name="d07-overview-copy-2">
            <a:extLst xmlns:a="http://schemas.openxmlformats.org/drawingml/2006/main">
              <a:ext uri="{FF2B5EF4-FFF2-40B4-BE49-F238E27FC236}">
                <a16:creationId xmlns:a16="http://schemas.microsoft.com/office/drawing/2014/main" id="{6D2BC19E-3DFC-4E14-9A67-7E47117B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62300"/>
            <a:ext cx="466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提案業務の効率化と品質向上を同時に実現します。</a:t>
            </a:r>
          </a:p>
        </p:txBody>
      </p:sp>
      <p:sp>
        <p:nvSpPr>
          <p:cNvPr id="53" name="d07-flow-panel-0">
            <a:extLst xmlns:a="http://schemas.openxmlformats.org/drawingml/2006/main">
              <a:ext uri="{FF2B5EF4-FFF2-40B4-BE49-F238E27FC236}">
                <a16:creationId xmlns:a16="http://schemas.microsoft.com/office/drawing/2014/main" id="{504D5AF1-AFA4-4C62-88B5-BF89A72D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504950" cy="1009650"/>
          </a:xfrm>
          <a:custGeom xmlns:a="http://schemas.openxmlformats.org/drawingml/2006/main">
            <a:pathLst>
              <a:path w="1504950" h="1009650">
                <a:moveTo>
                  <a:pt x="0" y="0"/>
                </a:moveTo>
                <a:lnTo>
                  <a:pt x="1333500" y="0"/>
                </a:lnTo>
                <a:lnTo>
                  <a:pt x="1504950" y="504825"/>
                </a:lnTo>
                <a:lnTo>
                  <a:pt x="1333500" y="1009650"/>
                </a:lnTo>
                <a:lnTo>
                  <a:pt x="0" y="100965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07-flow-title-0">
            <a:extLst xmlns:a="http://schemas.openxmlformats.org/drawingml/2006/main">
              <a:ext uri="{FF2B5EF4-FFF2-40B4-BE49-F238E27FC236}">
                <a16:creationId xmlns:a16="http://schemas.microsoft.com/office/drawing/2014/main" id="{D8571DCD-361C-4F44-B320-F95BAAE5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766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インプット</a:t>
            </a:r>
          </a:p>
        </p:txBody>
      </p:sp>
      <p:sp>
        <p:nvSpPr>
          <p:cNvPr id="55" name="d07-flow-sub-0">
            <a:extLst xmlns:a="http://schemas.openxmlformats.org/drawingml/2006/main">
              <a:ext uri="{FF2B5EF4-FFF2-40B4-BE49-F238E27FC236}">
                <a16:creationId xmlns:a16="http://schemas.microsoft.com/office/drawing/2014/main" id="{2C6E7E47-E573-42BB-A932-8F68155E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243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情報収集</a:t>
            </a:r>
          </a:p>
        </p:txBody>
      </p:sp>
      <p:sp>
        <p:nvSpPr>
          <p:cNvPr id="56" name="d07-icon-flow-0-top">
            <a:extLst xmlns:a="http://schemas.openxmlformats.org/drawingml/2006/main">
              <a:ext uri="{FF2B5EF4-FFF2-40B4-BE49-F238E27FC236}">
                <a16:creationId xmlns:a16="http://schemas.microsoft.com/office/drawing/2014/main" id="{97343456-3C0E-4E16-B5E8-165524E9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581" y="4165854"/>
            <a:ext cx="304038" cy="800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57" name="d07-icon-flow-0-l">
            <a:extLst xmlns:a="http://schemas.openxmlformats.org/drawingml/2006/main">
              <a:ext uri="{FF2B5EF4-FFF2-40B4-BE49-F238E27FC236}">
                <a16:creationId xmlns:a16="http://schemas.microsoft.com/office/drawing/2014/main" id="{54F6DB63-7A5E-43C5-B67D-E7B0A2C0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581" y="4205859"/>
            <a:ext cx="9525" cy="2160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58" name="d07-icon-flow-0-r">
            <a:extLst xmlns:a="http://schemas.openxmlformats.org/drawingml/2006/main">
              <a:ext uri="{FF2B5EF4-FFF2-40B4-BE49-F238E27FC236}">
                <a16:creationId xmlns:a16="http://schemas.microsoft.com/office/drawing/2014/main" id="{A31EC708-91AE-4E6E-BB3B-D9EFB80F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619" y="4205859"/>
            <a:ext cx="9525" cy="2160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59" name="d07-icon-flow-0-bottom">
            <a:extLst xmlns:a="http://schemas.openxmlformats.org/drawingml/2006/main">
              <a:ext uri="{FF2B5EF4-FFF2-40B4-BE49-F238E27FC236}">
                <a16:creationId xmlns:a16="http://schemas.microsoft.com/office/drawing/2014/main" id="{510A0696-B333-42FF-9EC3-0AF276D2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581" y="4381881"/>
            <a:ext cx="304038" cy="800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60" name="d07-flow-panel-1">
            <a:extLst xmlns:a="http://schemas.openxmlformats.org/drawingml/2006/main">
              <a:ext uri="{FF2B5EF4-FFF2-40B4-BE49-F238E27FC236}">
                <a16:creationId xmlns:a16="http://schemas.microsoft.com/office/drawing/2014/main" id="{9D2C1BE4-83C9-4361-B030-5FCFD1D6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1504950" cy="1009650"/>
          </a:xfrm>
          <a:custGeom xmlns:a="http://schemas.openxmlformats.org/drawingml/2006/main">
            <a:pathLst>
              <a:path w="1504950" h="1009650">
                <a:moveTo>
                  <a:pt x="0" y="0"/>
                </a:moveTo>
                <a:lnTo>
                  <a:pt x="1333500" y="0"/>
                </a:lnTo>
                <a:lnTo>
                  <a:pt x="1504950" y="504825"/>
                </a:lnTo>
                <a:lnTo>
                  <a:pt x="1333500" y="1009650"/>
                </a:lnTo>
                <a:lnTo>
                  <a:pt x="0" y="100965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07-flow-title-1">
            <a:extLst xmlns:a="http://schemas.openxmlformats.org/drawingml/2006/main">
              <a:ext uri="{FF2B5EF4-FFF2-40B4-BE49-F238E27FC236}">
                <a16:creationId xmlns:a16="http://schemas.microsoft.com/office/drawing/2014/main" id="{A2ABEA47-91EE-4F36-A6DB-3B32E3C6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分析・構成</a:t>
            </a:r>
          </a:p>
        </p:txBody>
      </p:sp>
      <p:sp>
        <p:nvSpPr>
          <p:cNvPr id="62" name="d07-flow-sub-1">
            <a:extLst xmlns:a="http://schemas.openxmlformats.org/drawingml/2006/main">
              <a:ext uri="{FF2B5EF4-FFF2-40B4-BE49-F238E27FC236}">
                <a16:creationId xmlns:a16="http://schemas.microsoft.com/office/drawing/2014/main" id="{8243601D-1EB2-4C5A-8277-AC899163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243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AIによる整理</a:t>
            </a:r>
          </a:p>
        </p:txBody>
      </p:sp>
      <p:sp>
        <p:nvSpPr>
          <p:cNvPr id="63" name="d07-icon-flow-1-lens">
            <a:extLst xmlns:a="http://schemas.openxmlformats.org/drawingml/2006/main">
              <a:ext uri="{FF2B5EF4-FFF2-40B4-BE49-F238E27FC236}">
                <a16:creationId xmlns:a16="http://schemas.microsoft.com/office/drawing/2014/main" id="{A624AB16-1DC9-408E-8F57-AE6F4362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4150043"/>
            <a:ext cx="222885" cy="22288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64" name="d07-icon-flow-1-handle">
            <a:extLst xmlns:a="http://schemas.openxmlformats.org/drawingml/2006/main">
              <a:ext uri="{FF2B5EF4-FFF2-40B4-BE49-F238E27FC236}">
                <a16:creationId xmlns:a16="http://schemas.microsoft.com/office/drawing/2014/main" id="{D9A1DEF9-D655-4F2E-89DD-CAACBA96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549" y="4338638"/>
            <a:ext cx="141446" cy="1457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65" name="d07-flow-panel-2">
            <a:extLst xmlns:a="http://schemas.openxmlformats.org/drawingml/2006/main">
              <a:ext uri="{FF2B5EF4-FFF2-40B4-BE49-F238E27FC236}">
                <a16:creationId xmlns:a16="http://schemas.microsoft.com/office/drawing/2014/main" id="{8AAF61CC-007E-44F7-AD58-012026D3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1504950" cy="1009650"/>
          </a:xfrm>
          <a:custGeom xmlns:a="http://schemas.openxmlformats.org/drawingml/2006/main">
            <a:pathLst>
              <a:path w="1504950" h="1009650">
                <a:moveTo>
                  <a:pt x="0" y="0"/>
                </a:moveTo>
                <a:lnTo>
                  <a:pt x="1333500" y="0"/>
                </a:lnTo>
                <a:lnTo>
                  <a:pt x="1504950" y="504825"/>
                </a:lnTo>
                <a:lnTo>
                  <a:pt x="1333500" y="1009650"/>
                </a:lnTo>
                <a:lnTo>
                  <a:pt x="0" y="100965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07-flow-title-2">
            <a:extLst xmlns:a="http://schemas.openxmlformats.org/drawingml/2006/main">
              <a:ext uri="{FF2B5EF4-FFF2-40B4-BE49-F238E27FC236}">
                <a16:creationId xmlns:a16="http://schemas.microsoft.com/office/drawing/2014/main" id="{2727E603-5C0B-4E33-9EE2-4338D72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資料生成</a:t>
            </a:r>
          </a:p>
        </p:txBody>
      </p:sp>
      <p:sp>
        <p:nvSpPr>
          <p:cNvPr id="67" name="d07-flow-sub-2">
            <a:extLst xmlns:a="http://schemas.openxmlformats.org/drawingml/2006/main">
              <a:ext uri="{FF2B5EF4-FFF2-40B4-BE49-F238E27FC236}">
                <a16:creationId xmlns:a16="http://schemas.microsoft.com/office/drawing/2014/main" id="{A9B5CA91-463F-4AAB-9F05-CD521599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243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自動作成</a:t>
            </a:r>
          </a:p>
        </p:txBody>
      </p:sp>
      <p:sp>
        <p:nvSpPr>
          <p:cNvPr id="68" name="d07-icon-flow-2-body">
            <a:extLst xmlns:a="http://schemas.openxmlformats.org/drawingml/2006/main">
              <a:ext uri="{FF2B5EF4-FFF2-40B4-BE49-F238E27FC236}">
                <a16:creationId xmlns:a16="http://schemas.microsoft.com/office/drawing/2014/main" id="{ED43ABFF-9BD9-4F86-AC7E-65248285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480" y="4158615"/>
            <a:ext cx="257175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69" name="d07-icon-flow-2-fold">
            <a:extLst xmlns:a="http://schemas.openxmlformats.org/drawingml/2006/main">
              <a:ext uri="{FF2B5EF4-FFF2-40B4-BE49-F238E27FC236}">
                <a16:creationId xmlns:a16="http://schemas.microsoft.com/office/drawing/2014/main" id="{4671726B-FC85-4BBB-BABC-E23727EE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503" y="4158615"/>
            <a:ext cx="77153" cy="77152"/>
          </a:xfrm>
          <a:custGeom xmlns:a="http://schemas.openxmlformats.org/drawingml/2006/main">
            <a:pathLst>
              <a:path w="77153" h="77152">
                <a:moveTo>
                  <a:pt x="0" y="0"/>
                </a:moveTo>
                <a:lnTo>
                  <a:pt x="77153" y="77152"/>
                </a:lnTo>
                <a:lnTo>
                  <a:pt x="0" y="771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0" name="d07-icon-flow-2-line1">
            <a:extLst xmlns:a="http://schemas.openxmlformats.org/drawingml/2006/main">
              <a:ext uri="{FF2B5EF4-FFF2-40B4-BE49-F238E27FC236}">
                <a16:creationId xmlns:a16="http://schemas.microsoft.com/office/drawing/2014/main" id="{E8C65BC6-21C7-403E-83A1-5E2D3D43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201" y="4308634"/>
            <a:ext cx="14573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71" name="d07-icon-flow-2-line2">
            <a:extLst xmlns:a="http://schemas.openxmlformats.org/drawingml/2006/main">
              <a:ext uri="{FF2B5EF4-FFF2-40B4-BE49-F238E27FC236}">
                <a16:creationId xmlns:a16="http://schemas.microsoft.com/office/drawing/2014/main" id="{63212B8C-A89A-4825-9B90-39CEC755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201" y="4364355"/>
            <a:ext cx="14573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72" name="d07-flow-panel-3">
            <a:extLst xmlns:a="http://schemas.openxmlformats.org/drawingml/2006/main">
              <a:ext uri="{FF2B5EF4-FFF2-40B4-BE49-F238E27FC236}">
                <a16:creationId xmlns:a16="http://schemas.microsoft.com/office/drawing/2014/main" id="{ED1EF742-8BB2-4338-85D6-B8FAC923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86150"/>
            <a:ext cx="1504950" cy="1009650"/>
          </a:xfrm>
          <a:custGeom xmlns:a="http://schemas.openxmlformats.org/drawingml/2006/main">
            <a:pathLst>
              <a:path w="1504950" h="1009650">
                <a:moveTo>
                  <a:pt x="0" y="0"/>
                </a:moveTo>
                <a:lnTo>
                  <a:pt x="1333500" y="0"/>
                </a:lnTo>
                <a:lnTo>
                  <a:pt x="1504950" y="504825"/>
                </a:lnTo>
                <a:lnTo>
                  <a:pt x="1333500" y="1009650"/>
                </a:lnTo>
                <a:lnTo>
                  <a:pt x="0" y="100965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07-flow-title-3">
            <a:extLst xmlns:a="http://schemas.openxmlformats.org/drawingml/2006/main">
              <a:ext uri="{FF2B5EF4-FFF2-40B4-BE49-F238E27FC236}">
                <a16:creationId xmlns:a16="http://schemas.microsoft.com/office/drawing/2014/main" id="{8B1C914B-263B-4F97-B4C2-C3BEA52A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推敲・提出</a:t>
            </a:r>
          </a:p>
        </p:txBody>
      </p:sp>
      <p:sp>
        <p:nvSpPr>
          <p:cNvPr id="74" name="d07-flow-sub-3">
            <a:extLst xmlns:a="http://schemas.openxmlformats.org/drawingml/2006/main">
              <a:ext uri="{FF2B5EF4-FFF2-40B4-BE49-F238E27FC236}">
                <a16:creationId xmlns:a16="http://schemas.microsoft.com/office/drawing/2014/main" id="{3C8F7F91-8825-45AB-8184-AAE81B10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243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人による仕上げ</a:t>
            </a:r>
          </a:p>
        </p:txBody>
      </p:sp>
      <p:sp>
        <p:nvSpPr>
          <p:cNvPr id="75" name="d07-icon-flow-3-head">
            <a:extLst xmlns:a="http://schemas.openxmlformats.org/drawingml/2006/main">
              <a:ext uri="{FF2B5EF4-FFF2-40B4-BE49-F238E27FC236}">
                <a16:creationId xmlns:a16="http://schemas.microsoft.com/office/drawing/2014/main" id="{C5605062-D9DC-4648-9926-535DFEBC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203" y="4141470"/>
            <a:ext cx="102870" cy="10287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76" name="d07-icon-flow-3-torso">
            <a:extLst xmlns:a="http://schemas.openxmlformats.org/drawingml/2006/main">
              <a:ext uri="{FF2B5EF4-FFF2-40B4-BE49-F238E27FC236}">
                <a16:creationId xmlns:a16="http://schemas.microsoft.com/office/drawing/2014/main" id="{B1ABB049-FBF8-4EA5-A695-9A32D216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21493"/>
            <a:ext cx="257175" cy="145733"/>
          </a:xfrm>
          <a:custGeom xmlns:a="http://schemas.openxmlformats.org/drawingml/2006/main">
            <a:pathLst>
              <a:path w="257175" h="145733">
                <a:moveTo>
                  <a:pt x="0" y="145733"/>
                </a:moveTo>
                <a:lnTo>
                  <a:pt x="30004" y="34290"/>
                </a:lnTo>
                <a:lnTo>
                  <a:pt x="94298" y="0"/>
                </a:lnTo>
                <a:lnTo>
                  <a:pt x="162877" y="0"/>
                </a:lnTo>
                <a:lnTo>
                  <a:pt x="227171" y="34290"/>
                </a:lnTo>
                <a:lnTo>
                  <a:pt x="257175" y="1457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77" name="d07-icon-flow-3-shoulders">
            <a:extLst xmlns:a="http://schemas.openxmlformats.org/drawingml/2006/main">
              <a:ext uri="{FF2B5EF4-FFF2-40B4-BE49-F238E27FC236}">
                <a16:creationId xmlns:a16="http://schemas.microsoft.com/office/drawing/2014/main" id="{D699024C-BB19-4115-82BD-6114F3F7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054" y="4467225"/>
            <a:ext cx="19716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78" name="d07-flow-list-0">
            <a:extLst xmlns:a="http://schemas.openxmlformats.org/drawingml/2006/main">
              <a:ext uri="{FF2B5EF4-FFF2-40B4-BE49-F238E27FC236}">
                <a16:creationId xmlns:a16="http://schemas.microsoft.com/office/drawing/2014/main" id="{A0C9AC3C-B40C-4F8C-BB06-C6BFA7B6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14875"/>
            <a:ext cx="133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・案件情報の整理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・市場／競合調査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・社内ナレッジ活用</a:t>
            </a:r>
          </a:p>
        </p:txBody>
      </p:sp>
      <p:sp>
        <p:nvSpPr>
          <p:cNvPr id="79" name="d07-flow-divider-0">
            <a:extLst xmlns:a="http://schemas.openxmlformats.org/drawingml/2006/main">
              <a:ext uri="{FF2B5EF4-FFF2-40B4-BE49-F238E27FC236}">
                <a16:creationId xmlns:a16="http://schemas.microsoft.com/office/drawing/2014/main" id="{B78E89AB-E95C-4ACC-A9C0-69CF1DB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29150"/>
            <a:ext cx="9525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80" name="d07-flow-list-1">
            <a:extLst xmlns:a="http://schemas.openxmlformats.org/drawingml/2006/main">
              <a:ext uri="{FF2B5EF4-FFF2-40B4-BE49-F238E27FC236}">
                <a16:creationId xmlns:a16="http://schemas.microsoft.com/office/drawing/2014/main" id="{86C7BAB9-0040-4075-ACA5-27C1A90C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14875"/>
            <a:ext cx="133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・課題の構造化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・提案ストーリー作成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・最適な構成の提案</a:t>
            </a:r>
          </a:p>
        </p:txBody>
      </p:sp>
      <p:sp>
        <p:nvSpPr>
          <p:cNvPr id="81" name="d07-flow-divider-1">
            <a:extLst xmlns:a="http://schemas.openxmlformats.org/drawingml/2006/main">
              <a:ext uri="{FF2B5EF4-FFF2-40B4-BE49-F238E27FC236}">
                <a16:creationId xmlns:a16="http://schemas.microsoft.com/office/drawing/2014/main" id="{00DDF4E1-812B-4C70-B9AD-5017F24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29150"/>
            <a:ext cx="9525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82" name="d07-flow-list-2">
            <a:extLst xmlns:a="http://schemas.openxmlformats.org/drawingml/2006/main">
              <a:ext uri="{FF2B5EF4-FFF2-40B4-BE49-F238E27FC236}">
                <a16:creationId xmlns:a16="http://schemas.microsoft.com/office/drawing/2014/main" id="{10406E91-72A6-49E4-86F3-9B17A0C9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14875"/>
            <a:ext cx="133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・提案資料（PPTX）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・見積書（PDF）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・提案カンペ生成</a:t>
            </a:r>
          </a:p>
        </p:txBody>
      </p:sp>
      <p:sp>
        <p:nvSpPr>
          <p:cNvPr id="83" name="d07-flow-divider-2">
            <a:extLst xmlns:a="http://schemas.openxmlformats.org/drawingml/2006/main">
              <a:ext uri="{FF2B5EF4-FFF2-40B4-BE49-F238E27FC236}">
                <a16:creationId xmlns:a16="http://schemas.microsoft.com/office/drawing/2014/main" id="{EC5B3C42-FB53-49BD-AC79-C265E526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629150"/>
            <a:ext cx="9525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84" name="d07-flow-list-3">
            <a:extLst xmlns:a="http://schemas.openxmlformats.org/drawingml/2006/main">
              <a:ext uri="{FF2B5EF4-FFF2-40B4-BE49-F238E27FC236}">
                <a16:creationId xmlns:a16="http://schemas.microsoft.com/office/drawing/2014/main" id="{A2941421-321C-49C3-A3EA-AC22948D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14875"/>
            <a:ext cx="133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・内容の確認・調整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・顧客に合わせた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　カスタマイズ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・提案実施</a:t>
            </a:r>
          </a:p>
        </p:txBody>
      </p:sp>
      <p:sp>
        <p:nvSpPr>
          <p:cNvPr id="85" name="d07-goal-panel">
            <a:extLst xmlns:a="http://schemas.openxmlformats.org/drawingml/2006/main">
              <a:ext uri="{FF2B5EF4-FFF2-40B4-BE49-F238E27FC236}">
                <a16:creationId xmlns:a16="http://schemas.microsoft.com/office/drawing/2014/main" id="{E749D9E2-DE31-4D76-B76A-D31FD33C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48350"/>
            <a:ext cx="6172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07-icon-goal-outer">
            <a:extLst xmlns:a="http://schemas.openxmlformats.org/drawingml/2006/main">
              <a:ext uri="{FF2B5EF4-FFF2-40B4-BE49-F238E27FC236}">
                <a16:creationId xmlns:a16="http://schemas.microsoft.com/office/drawing/2014/main" id="{2F6B8B51-240F-44CC-B417-97C64850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544" y="6067044"/>
            <a:ext cx="375666" cy="3756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7" name="d07-icon-goal-inner">
            <a:extLst xmlns:a="http://schemas.openxmlformats.org/drawingml/2006/main">
              <a:ext uri="{FF2B5EF4-FFF2-40B4-BE49-F238E27FC236}">
                <a16:creationId xmlns:a16="http://schemas.microsoft.com/office/drawing/2014/main" id="{62C67A1A-18F3-430C-A3CC-821233C4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985" y="6166485"/>
            <a:ext cx="176784" cy="17678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8" name="d07-icon-goal-arrow">
            <a:extLst xmlns:a="http://schemas.openxmlformats.org/drawingml/2006/main">
              <a:ext uri="{FF2B5EF4-FFF2-40B4-BE49-F238E27FC236}">
                <a16:creationId xmlns:a16="http://schemas.microsoft.com/office/drawing/2014/main" id="{16A82B68-BA2F-4261-9C89-BBCC69AF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26" y="6067044"/>
            <a:ext cx="232029" cy="1988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9" name="d07-icon-goal-arrowhead">
            <a:extLst xmlns:a="http://schemas.openxmlformats.org/drawingml/2006/main">
              <a:ext uri="{FF2B5EF4-FFF2-40B4-BE49-F238E27FC236}">
                <a16:creationId xmlns:a16="http://schemas.microsoft.com/office/drawing/2014/main" id="{5341250B-BDD5-4531-BF47-BD047466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014" y="6067044"/>
            <a:ext cx="99441" cy="99441"/>
          </a:xfrm>
          <a:custGeom xmlns:a="http://schemas.openxmlformats.org/drawingml/2006/main">
            <a:pathLst>
              <a:path w="99441" h="99441">
                <a:moveTo>
                  <a:pt x="99441" y="0"/>
                </a:moveTo>
                <a:lnTo>
                  <a:pt x="0" y="0"/>
                </a:lnTo>
                <a:lnTo>
                  <a:pt x="99441" y="99441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07-goal-title">
            <a:extLst xmlns:a="http://schemas.openxmlformats.org/drawingml/2006/main">
              <a:ext uri="{FF2B5EF4-FFF2-40B4-BE49-F238E27FC236}">
                <a16:creationId xmlns:a16="http://schemas.microsoft.com/office/drawing/2014/main" id="{CFCD2A17-B4CD-4860-91D3-A21619C5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8170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目指す姿</a:t>
            </a:r>
          </a:p>
        </p:txBody>
      </p:sp>
      <p:sp>
        <p:nvSpPr>
          <p:cNvPr id="91" name="d07-goal-copy1">
            <a:extLst xmlns:a="http://schemas.openxmlformats.org/drawingml/2006/main">
              <a:ext uri="{FF2B5EF4-FFF2-40B4-BE49-F238E27FC236}">
                <a16:creationId xmlns:a16="http://schemas.microsoft.com/office/drawing/2014/main" id="{DCF5225A-4904-4104-8882-06252B3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2579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提案準備にかかる時間を大幅に削減し、</a:t>
            </a:r>
          </a:p>
        </p:txBody>
      </p:sp>
      <p:sp>
        <p:nvSpPr>
          <p:cNvPr id="92" name="d07-goal-copy2">
            <a:extLst xmlns:a="http://schemas.openxmlformats.org/drawingml/2006/main">
              <a:ext uri="{FF2B5EF4-FFF2-40B4-BE49-F238E27FC236}">
                <a16:creationId xmlns:a16="http://schemas.microsoft.com/office/drawing/2014/main" id="{8E420B70-7781-4BC1-8F72-D6B06853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4960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より多く・より質の高い提案で、受注機会の最大化を実現します。</a:t>
            </a:r>
          </a:p>
        </p:txBody>
      </p:sp>
      <p:sp>
        <p:nvSpPr>
          <p:cNvPr id="93" name="d07-diff-panel">
            <a:extLst xmlns:a="http://schemas.openxmlformats.org/drawingml/2006/main">
              <a:ext uri="{FF2B5EF4-FFF2-40B4-BE49-F238E27FC236}">
                <a16:creationId xmlns:a16="http://schemas.microsoft.com/office/drawing/2014/main" id="{45BE04C1-92A9-4D26-8101-89C10100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47925"/>
            <a:ext cx="4000500" cy="44196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07-diff-rule">
            <a:extLst xmlns:a="http://schemas.openxmlformats.org/drawingml/2006/main">
              <a:ext uri="{FF2B5EF4-FFF2-40B4-BE49-F238E27FC236}">
                <a16:creationId xmlns:a16="http://schemas.microsoft.com/office/drawing/2014/main" id="{83AFDD64-D25F-46A7-89CD-A22E589E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61937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95" name="d07-diff-heading">
            <a:extLst xmlns:a="http://schemas.openxmlformats.org/drawingml/2006/main">
              <a:ext uri="{FF2B5EF4-FFF2-40B4-BE49-F238E27FC236}">
                <a16:creationId xmlns:a16="http://schemas.microsoft.com/office/drawing/2014/main" id="{B8F6BAA5-01A4-4BF7-A61A-BA7CDE55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514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差別化のポイント</a:t>
            </a:r>
          </a:p>
        </p:txBody>
      </p:sp>
      <p:sp>
        <p:nvSpPr>
          <p:cNvPr id="96" name="d07-diff-row-0">
            <a:extLst xmlns:a="http://schemas.openxmlformats.org/drawingml/2006/main">
              <a:ext uri="{FF2B5EF4-FFF2-40B4-BE49-F238E27FC236}">
                <a16:creationId xmlns:a16="http://schemas.microsoft.com/office/drawing/2014/main" id="{849EBA8A-6C11-4404-8B00-1EC50C7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952750"/>
            <a:ext cx="3752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07-diff-num-bg-0">
            <a:extLst xmlns:a="http://schemas.openxmlformats.org/drawingml/2006/main">
              <a:ext uri="{FF2B5EF4-FFF2-40B4-BE49-F238E27FC236}">
                <a16:creationId xmlns:a16="http://schemas.microsoft.com/office/drawing/2014/main" id="{8C1E01A6-5857-4932-A802-77AE5027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019425"/>
            <a:ext cx="5715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07-diff-num-0">
            <a:extLst xmlns:a="http://schemas.openxmlformats.org/drawingml/2006/main">
              <a:ext uri="{FF2B5EF4-FFF2-40B4-BE49-F238E27FC236}">
                <a16:creationId xmlns:a16="http://schemas.microsoft.com/office/drawing/2014/main" id="{B9535219-0524-410C-ABE2-7FB1A429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2194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9" name="d07-icon-diff-0-body">
            <a:extLst xmlns:a="http://schemas.openxmlformats.org/drawingml/2006/main">
              <a:ext uri="{FF2B5EF4-FFF2-40B4-BE49-F238E27FC236}">
                <a16:creationId xmlns:a16="http://schemas.microsoft.com/office/drawing/2014/main" id="{8080017E-6E04-4448-807C-B242D716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7102" y="3170301"/>
            <a:ext cx="274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00" name="d07-icon-diff-0-fold">
            <a:extLst xmlns:a="http://schemas.openxmlformats.org/drawingml/2006/main">
              <a:ext uri="{FF2B5EF4-FFF2-40B4-BE49-F238E27FC236}">
                <a16:creationId xmlns:a16="http://schemas.microsoft.com/office/drawing/2014/main" id="{693E5B3D-9C8A-4461-9019-6BAC40B5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126" y="3170301"/>
            <a:ext cx="82296" cy="82296"/>
          </a:xfrm>
          <a:custGeom xmlns:a="http://schemas.openxmlformats.org/drawingml/2006/main">
            <a:pathLst>
              <a:path w="82296" h="82296">
                <a:moveTo>
                  <a:pt x="0" y="0"/>
                </a:move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01" name="d07-icon-diff-0-line1">
            <a:extLst xmlns:a="http://schemas.openxmlformats.org/drawingml/2006/main">
              <a:ext uri="{FF2B5EF4-FFF2-40B4-BE49-F238E27FC236}">
                <a16:creationId xmlns:a16="http://schemas.microsoft.com/office/drawing/2014/main" id="{DDE2D3BE-B934-4F2D-9506-E62C31B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6538" y="3330321"/>
            <a:ext cx="15544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02" name="d07-icon-diff-0-line2">
            <a:extLst xmlns:a="http://schemas.openxmlformats.org/drawingml/2006/main">
              <a:ext uri="{FF2B5EF4-FFF2-40B4-BE49-F238E27FC236}">
                <a16:creationId xmlns:a16="http://schemas.microsoft.com/office/drawing/2014/main" id="{D219AC7B-0F22-41FE-B648-8CAD8F21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6538" y="3389757"/>
            <a:ext cx="15544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03" name="d07-diff-title-0">
            <a:extLst xmlns:a="http://schemas.openxmlformats.org/drawingml/2006/main">
              <a:ext uri="{FF2B5EF4-FFF2-40B4-BE49-F238E27FC236}">
                <a16:creationId xmlns:a16="http://schemas.microsoft.com/office/drawing/2014/main" id="{AF13FD04-A34B-4A84-ADE9-04944678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0670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提案業務の全工程を支援</a:t>
            </a:r>
          </a:p>
        </p:txBody>
      </p:sp>
      <p:sp>
        <p:nvSpPr>
          <p:cNvPr id="104" name="d07-diff-body-0">
            <a:extLst xmlns:a="http://schemas.openxmlformats.org/drawingml/2006/main">
              <a:ext uri="{FF2B5EF4-FFF2-40B4-BE49-F238E27FC236}">
                <a16:creationId xmlns:a16="http://schemas.microsoft.com/office/drawing/2014/main" id="{FF6F0DBE-C14E-4F16-89C8-8AC5DAC8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3528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情報収集から資料・見積書・カンペ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まで一気通貫で対応。</a:t>
            </a:r>
          </a:p>
        </p:txBody>
      </p:sp>
      <p:sp>
        <p:nvSpPr>
          <p:cNvPr id="105" name="d07-diff-row-1">
            <a:extLst xmlns:a="http://schemas.openxmlformats.org/drawingml/2006/main">
              <a:ext uri="{FF2B5EF4-FFF2-40B4-BE49-F238E27FC236}">
                <a16:creationId xmlns:a16="http://schemas.microsoft.com/office/drawing/2014/main" id="{C66AA8A7-8807-4FBE-AE7F-8B710F58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3886200"/>
            <a:ext cx="3752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07-diff-num-bg-1">
            <a:extLst xmlns:a="http://schemas.openxmlformats.org/drawingml/2006/main">
              <a:ext uri="{FF2B5EF4-FFF2-40B4-BE49-F238E27FC236}">
                <a16:creationId xmlns:a16="http://schemas.microsoft.com/office/drawing/2014/main" id="{A86EAE92-998A-4E39-80C2-AE3861FA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952875"/>
            <a:ext cx="5715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07-diff-num-1">
            <a:extLst xmlns:a="http://schemas.openxmlformats.org/drawingml/2006/main">
              <a:ext uri="{FF2B5EF4-FFF2-40B4-BE49-F238E27FC236}">
                <a16:creationId xmlns:a16="http://schemas.microsoft.com/office/drawing/2014/main" id="{CA3DEF16-05D9-45EB-B1A4-43025C0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152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3" name="d07-diff-title-1">
            <a:extLst xmlns:a="http://schemas.openxmlformats.org/drawingml/2006/main">
              <a:ext uri="{FF2B5EF4-FFF2-40B4-BE49-F238E27FC236}">
                <a16:creationId xmlns:a16="http://schemas.microsoft.com/office/drawing/2014/main" id="{593F979A-C445-4B54-BADB-FDCE0EF7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000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最新AI技術の活用</a:t>
            </a:r>
          </a:p>
        </p:txBody>
      </p:sp>
      <p:sp>
        <p:nvSpPr>
          <p:cNvPr id="114" name="d07-diff-body-1">
            <a:extLst xmlns:a="http://schemas.openxmlformats.org/drawingml/2006/main">
              <a:ext uri="{FF2B5EF4-FFF2-40B4-BE49-F238E27FC236}">
                <a16:creationId xmlns:a16="http://schemas.microsoft.com/office/drawing/2014/main" id="{CDCDB1D2-0CE9-4922-A836-2CA9482B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2862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ChatGPTをはじめとした生成AIに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よる高品質な提案資料の自動生成。</a:t>
            </a:r>
          </a:p>
        </p:txBody>
      </p:sp>
      <p:sp>
        <p:nvSpPr>
          <p:cNvPr id="115" name="d07-diff-row-2">
            <a:extLst xmlns:a="http://schemas.openxmlformats.org/drawingml/2006/main">
              <a:ext uri="{FF2B5EF4-FFF2-40B4-BE49-F238E27FC236}">
                <a16:creationId xmlns:a16="http://schemas.microsoft.com/office/drawing/2014/main" id="{379F2813-A2F3-48AA-8BC8-CB5D1FF9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4819650"/>
            <a:ext cx="3752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07-diff-num-bg-2">
            <a:extLst xmlns:a="http://schemas.openxmlformats.org/drawingml/2006/main">
              <a:ext uri="{FF2B5EF4-FFF2-40B4-BE49-F238E27FC236}">
                <a16:creationId xmlns:a16="http://schemas.microsoft.com/office/drawing/2014/main" id="{0C415495-8F5E-4FC1-8A13-FC70AF45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886325"/>
            <a:ext cx="5715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07-diff-num-2">
            <a:extLst xmlns:a="http://schemas.openxmlformats.org/drawingml/2006/main">
              <a:ext uri="{FF2B5EF4-FFF2-40B4-BE49-F238E27FC236}">
                <a16:creationId xmlns:a16="http://schemas.microsoft.com/office/drawing/2014/main" id="{E7064C6D-EED8-4E81-B0A9-A0D35843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0863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8" name="d07-diff-title-2">
            <a:extLst xmlns:a="http://schemas.openxmlformats.org/drawingml/2006/main">
              <a:ext uri="{FF2B5EF4-FFF2-40B4-BE49-F238E27FC236}">
                <a16:creationId xmlns:a16="http://schemas.microsoft.com/office/drawing/2014/main" id="{6E19B337-F744-4813-82C8-A2D5D9B5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9339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貴社業務に合わせた最適化</a:t>
            </a:r>
          </a:p>
        </p:txBody>
      </p:sp>
      <p:sp>
        <p:nvSpPr>
          <p:cNvPr id="129" name="d07-diff-body-2">
            <a:extLst xmlns:a="http://schemas.openxmlformats.org/drawingml/2006/main">
              <a:ext uri="{FF2B5EF4-FFF2-40B4-BE49-F238E27FC236}">
                <a16:creationId xmlns:a16="http://schemas.microsoft.com/office/drawing/2014/main" id="{6A91C460-7E79-455C-8D21-2A81068E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2197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業界・顧客・提案スタイルに応じた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カスタマイズが可能。</a:t>
            </a:r>
          </a:p>
        </p:txBody>
      </p:sp>
      <p:sp>
        <p:nvSpPr>
          <p:cNvPr id="130" name="d07-diff-row-3">
            <a:extLst xmlns:a="http://schemas.openxmlformats.org/drawingml/2006/main">
              <a:ext uri="{FF2B5EF4-FFF2-40B4-BE49-F238E27FC236}">
                <a16:creationId xmlns:a16="http://schemas.microsoft.com/office/drawing/2014/main" id="{0C92DAA3-E500-4A7F-AF86-8D821ED5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753100"/>
            <a:ext cx="3752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07-diff-num-bg-3">
            <a:extLst xmlns:a="http://schemas.openxmlformats.org/drawingml/2006/main">
              <a:ext uri="{FF2B5EF4-FFF2-40B4-BE49-F238E27FC236}">
                <a16:creationId xmlns:a16="http://schemas.microsoft.com/office/drawing/2014/main" id="{20E8B7CE-CC61-4AEC-9DD2-9D19970B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819775"/>
            <a:ext cx="5715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07-diff-num-3">
            <a:extLst xmlns:a="http://schemas.openxmlformats.org/drawingml/2006/main">
              <a:ext uri="{FF2B5EF4-FFF2-40B4-BE49-F238E27FC236}">
                <a16:creationId xmlns:a16="http://schemas.microsoft.com/office/drawing/2014/main" id="{EB21DAEF-6D3D-4D6E-AA10-5D8DA473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19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3" name="d07-icon-diff-3-base">
            <a:extLst xmlns:a="http://schemas.openxmlformats.org/drawingml/2006/main">
              <a:ext uri="{FF2B5EF4-FFF2-40B4-BE49-F238E27FC236}">
                <a16:creationId xmlns:a16="http://schemas.microsoft.com/office/drawing/2014/main" id="{CBFBBAA3-B3B4-4F2A-BF2D-45BB218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6315075"/>
            <a:ext cx="361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134" name="d07-icon-diff-3-axis">
            <a:extLst xmlns:a="http://schemas.openxmlformats.org/drawingml/2006/main">
              <a:ext uri="{FF2B5EF4-FFF2-40B4-BE49-F238E27FC236}">
                <a16:creationId xmlns:a16="http://schemas.microsoft.com/office/drawing/2014/main" id="{5948AD8B-857E-4392-8D95-FC903CC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010275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135" name="d07-icon-diff-3-bar1">
            <a:extLst xmlns:a="http://schemas.openxmlformats.org/drawingml/2006/main">
              <a:ext uri="{FF2B5EF4-FFF2-40B4-BE49-F238E27FC236}">
                <a16:creationId xmlns:a16="http://schemas.microsoft.com/office/drawing/2014/main" id="{99868DCB-A7B5-4950-9AA2-55220F7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6181725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07-icon-diff-3-bar2">
            <a:extLst xmlns:a="http://schemas.openxmlformats.org/drawingml/2006/main">
              <a:ext uri="{FF2B5EF4-FFF2-40B4-BE49-F238E27FC236}">
                <a16:creationId xmlns:a16="http://schemas.microsoft.com/office/drawing/2014/main" id="{BE90014F-4840-410A-A1CC-826F814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263" y="6105525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07-icon-diff-3-bar3">
            <a:extLst xmlns:a="http://schemas.openxmlformats.org/drawingml/2006/main">
              <a:ext uri="{FF2B5EF4-FFF2-40B4-BE49-F238E27FC236}">
                <a16:creationId xmlns:a16="http://schemas.microsoft.com/office/drawing/2014/main" id="{8F2CD549-F6F7-462B-B954-4833BB62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038850"/>
            <a:ext cx="57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07-icon-diff-3-trend1">
            <a:extLst xmlns:a="http://schemas.openxmlformats.org/drawingml/2006/main">
              <a:ext uri="{FF2B5EF4-FFF2-40B4-BE49-F238E27FC236}">
                <a16:creationId xmlns:a16="http://schemas.microsoft.com/office/drawing/2014/main" id="{9D08DDB3-AB6A-43E4-A4F2-A1819931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6048375"/>
            <a:ext cx="133350" cy="90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139" name="d07-icon-diff-3-trend2">
            <a:extLst xmlns:a="http://schemas.openxmlformats.org/drawingml/2006/main">
              <a:ext uri="{FF2B5EF4-FFF2-40B4-BE49-F238E27FC236}">
                <a16:creationId xmlns:a16="http://schemas.microsoft.com/office/drawing/2014/main" id="{46C1002C-D3A0-4746-9351-27E7733A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5962650"/>
            <a:ext cx="1619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140" name="d07-icon-diff-3-arrowhead">
            <a:extLst xmlns:a="http://schemas.openxmlformats.org/drawingml/2006/main">
              <a:ext uri="{FF2B5EF4-FFF2-40B4-BE49-F238E27FC236}">
                <a16:creationId xmlns:a16="http://schemas.microsoft.com/office/drawing/2014/main" id="{7B93030D-50AE-4FAA-BA62-7968C804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96265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0"/>
                </a:moveTo>
                <a:lnTo>
                  <a:pt x="0" y="9525"/>
                </a:lnTo>
                <a:lnTo>
                  <a:pt x="42863" y="57150"/>
                </a:lnTo>
                <a:close/>
              </a:path>
            </a:pathLst>
          </a:custGeom>
          <a:solidFill xmlns:a="http://schemas.openxmlformats.org/drawingml/2006/main">
            <a:srgbClr val="20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07-diff-title-3">
            <a:extLst xmlns:a="http://schemas.openxmlformats.org/drawingml/2006/main">
              <a:ext uri="{FF2B5EF4-FFF2-40B4-BE49-F238E27FC236}">
                <a16:creationId xmlns:a16="http://schemas.microsoft.com/office/drawing/2014/main" id="{1980A39F-3D58-4658-B89F-97485D7C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8674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継続的な改善</a:t>
            </a:r>
          </a:p>
        </p:txBody>
      </p:sp>
      <p:sp>
        <p:nvSpPr>
          <p:cNvPr id="142" name="d07-diff-body-3">
            <a:extLst xmlns:a="http://schemas.openxmlformats.org/drawingml/2006/main">
              <a:ext uri="{FF2B5EF4-FFF2-40B4-BE49-F238E27FC236}">
                <a16:creationId xmlns:a16="http://schemas.microsoft.com/office/drawing/2014/main" id="{D8F83A91-5819-4E7A-8020-E47C6FB9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61531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利用状況や成果を分析し、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提案精度を継続的に向上。</a:t>
            </a:r>
          </a:p>
        </p:txBody>
      </p:sp>
      <p:sp>
        <p:nvSpPr>
          <p:cNvPr id="143" name="d07-value-rule">
            <a:extLst xmlns:a="http://schemas.openxmlformats.org/drawingml/2006/main">
              <a:ext uri="{FF2B5EF4-FFF2-40B4-BE49-F238E27FC236}">
                <a16:creationId xmlns:a16="http://schemas.microsoft.com/office/drawing/2014/main" id="{07ADDF5F-FFE1-4F24-82AF-7C69ED08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3897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144" name="d07-value-heading">
            <a:extLst xmlns:a="http://schemas.openxmlformats.org/drawingml/2006/main">
              <a:ext uri="{FF2B5EF4-FFF2-40B4-BE49-F238E27FC236}">
                <a16:creationId xmlns:a16="http://schemas.microsoft.com/office/drawing/2014/main" id="{C4ED439D-003C-45AA-9B5A-34B6372F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34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提案方針からの提供価値</a:t>
            </a:r>
          </a:p>
        </p:txBody>
      </p:sp>
      <p:sp>
        <p:nvSpPr>
          <p:cNvPr id="145" name="d07-benefit-0">
            <a:extLst xmlns:a="http://schemas.openxmlformats.org/drawingml/2006/main">
              <a:ext uri="{FF2B5EF4-FFF2-40B4-BE49-F238E27FC236}">
                <a16:creationId xmlns:a16="http://schemas.microsoft.com/office/drawing/2014/main" id="{52198E4F-4312-4EB2-A03A-E6CDC3C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267575"/>
            <a:ext cx="5029200" cy="885825"/>
          </a:xfrm>
          <a:custGeom xmlns:a="http://schemas.openxmlformats.org/drawingml/2006/main">
            <a:pathLst>
              <a:path w="5029200" h="885825">
                <a:moveTo>
                  <a:pt x="0" y="0"/>
                </a:moveTo>
                <a:lnTo>
                  <a:pt x="4629150" y="0"/>
                </a:lnTo>
                <a:lnTo>
                  <a:pt x="5029200" y="447675"/>
                </a:lnTo>
                <a:lnTo>
                  <a:pt x="4629150" y="885825"/>
                </a:lnTo>
                <a:lnTo>
                  <a:pt x="0" y="885825"/>
                </a:lnTo>
                <a:lnTo>
                  <a:pt x="333375" y="447675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07-icon-benefit-0-face">
            <a:extLst xmlns:a="http://schemas.openxmlformats.org/drawingml/2006/main">
              <a:ext uri="{FF2B5EF4-FFF2-40B4-BE49-F238E27FC236}">
                <a16:creationId xmlns:a16="http://schemas.microsoft.com/office/drawing/2014/main" id="{4F1E90F2-267F-4A6A-9301-5D77010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7484745"/>
            <a:ext cx="466344" cy="4663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7" name="d07-icon-benefit-0-hand1">
            <a:extLst xmlns:a="http://schemas.openxmlformats.org/drawingml/2006/main">
              <a:ext uri="{FF2B5EF4-FFF2-40B4-BE49-F238E27FC236}">
                <a16:creationId xmlns:a16="http://schemas.microsoft.com/office/drawing/2014/main" id="{F6A64FBC-20E8-4F7C-8198-48A0C901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7581900"/>
            <a:ext cx="9525" cy="136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8" name="d07-icon-benefit-0-hand2">
            <a:extLst xmlns:a="http://schemas.openxmlformats.org/drawingml/2006/main">
              <a:ext uri="{FF2B5EF4-FFF2-40B4-BE49-F238E27FC236}">
                <a16:creationId xmlns:a16="http://schemas.microsoft.com/office/drawing/2014/main" id="{AA8A7A33-1C6E-4AD9-B32C-3013C50F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7717917"/>
            <a:ext cx="116586" cy="77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9" name="d07-benefit-title-0">
            <a:extLst xmlns:a="http://schemas.openxmlformats.org/drawingml/2006/main">
              <a:ext uri="{FF2B5EF4-FFF2-40B4-BE49-F238E27FC236}">
                <a16:creationId xmlns:a16="http://schemas.microsoft.com/office/drawing/2014/main" id="{75EE6043-1DDE-4BE1-944C-242DFB7C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410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時間の創出</a:t>
            </a:r>
          </a:p>
        </p:txBody>
      </p:sp>
      <p:sp>
        <p:nvSpPr>
          <p:cNvPr id="150" name="d07-benefit-body-0">
            <a:extLst xmlns:a="http://schemas.openxmlformats.org/drawingml/2006/main">
              <a:ext uri="{FF2B5EF4-FFF2-40B4-BE49-F238E27FC236}">
                <a16:creationId xmlns:a16="http://schemas.microsoft.com/office/drawing/2014/main" id="{C2C82AD5-E3FB-455D-B8D8-6262FA1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6962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資料作成時間を最大で70%削減。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より多くの顧客対応が可能に。</a:t>
            </a:r>
          </a:p>
        </p:txBody>
      </p:sp>
      <p:sp>
        <p:nvSpPr>
          <p:cNvPr id="151" name="d07-benefit-1">
            <a:extLst xmlns:a="http://schemas.openxmlformats.org/drawingml/2006/main">
              <a:ext uri="{FF2B5EF4-FFF2-40B4-BE49-F238E27FC236}">
                <a16:creationId xmlns:a16="http://schemas.microsoft.com/office/drawing/2014/main" id="{512BDBFA-82E9-4BC3-AB84-E771DC4E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267575"/>
            <a:ext cx="5029200" cy="885825"/>
          </a:xfrm>
          <a:custGeom xmlns:a="http://schemas.openxmlformats.org/drawingml/2006/main">
            <a:pathLst>
              <a:path w="5029200" h="885825">
                <a:moveTo>
                  <a:pt x="0" y="0"/>
                </a:moveTo>
                <a:lnTo>
                  <a:pt x="4629150" y="0"/>
                </a:lnTo>
                <a:lnTo>
                  <a:pt x="5029200" y="447675"/>
                </a:lnTo>
                <a:lnTo>
                  <a:pt x="4629150" y="885825"/>
                </a:lnTo>
                <a:lnTo>
                  <a:pt x="0" y="885825"/>
                </a:lnTo>
                <a:lnTo>
                  <a:pt x="333375" y="447675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07-icon-benefit-1-base">
            <a:extLst xmlns:a="http://schemas.openxmlformats.org/drawingml/2006/main">
              <a:ext uri="{FF2B5EF4-FFF2-40B4-BE49-F238E27FC236}">
                <a16:creationId xmlns:a16="http://schemas.microsoft.com/office/drawing/2014/main" id="{2B24790D-E4D3-4515-ABD6-910C5BF4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324" y="7951089"/>
            <a:ext cx="49225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3" name="d07-icon-benefit-1-axis">
            <a:extLst xmlns:a="http://schemas.openxmlformats.org/drawingml/2006/main">
              <a:ext uri="{FF2B5EF4-FFF2-40B4-BE49-F238E27FC236}">
                <a16:creationId xmlns:a16="http://schemas.microsoft.com/office/drawing/2014/main" id="{A61B95CB-2743-49EA-95F9-DA8C678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0186" y="7536561"/>
            <a:ext cx="9525" cy="4145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4" name="d07-icon-benefit-1-bar1">
            <a:extLst xmlns:a="http://schemas.openxmlformats.org/drawingml/2006/main">
              <a:ext uri="{FF2B5EF4-FFF2-40B4-BE49-F238E27FC236}">
                <a16:creationId xmlns:a16="http://schemas.microsoft.com/office/drawing/2014/main" id="{1FECF3C1-E1CE-4963-AC2A-2113312C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956" y="7769733"/>
            <a:ext cx="77724" cy="181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07-icon-benefit-1-bar2">
            <a:extLst xmlns:a="http://schemas.openxmlformats.org/drawingml/2006/main">
              <a:ext uri="{FF2B5EF4-FFF2-40B4-BE49-F238E27FC236}">
                <a16:creationId xmlns:a16="http://schemas.microsoft.com/office/drawing/2014/main" id="{256AD012-9DCE-42D4-B2CF-623959B8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19" y="7666101"/>
            <a:ext cx="77724" cy="284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07-icon-benefit-1-bar3">
            <a:extLst xmlns:a="http://schemas.openxmlformats.org/drawingml/2006/main">
              <a:ext uri="{FF2B5EF4-FFF2-40B4-BE49-F238E27FC236}">
                <a16:creationId xmlns:a16="http://schemas.microsoft.com/office/drawing/2014/main" id="{A1918849-88E3-448F-937F-21532897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082" y="7575423"/>
            <a:ext cx="77724" cy="375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07-icon-benefit-1-trend1">
            <a:extLst xmlns:a="http://schemas.openxmlformats.org/drawingml/2006/main">
              <a:ext uri="{FF2B5EF4-FFF2-40B4-BE49-F238E27FC236}">
                <a16:creationId xmlns:a16="http://schemas.microsoft.com/office/drawing/2014/main" id="{9D766AB0-DC0E-4F1E-8E92-9D4DC61D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7588377"/>
            <a:ext cx="181356" cy="123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8" name="d07-icon-benefit-1-trend2">
            <a:extLst xmlns:a="http://schemas.openxmlformats.org/drawingml/2006/main">
              <a:ext uri="{FF2B5EF4-FFF2-40B4-BE49-F238E27FC236}">
                <a16:creationId xmlns:a16="http://schemas.microsoft.com/office/drawing/2014/main" id="{92DAF9A9-10EF-4D07-9071-8FF0936B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7471791"/>
            <a:ext cx="220218" cy="116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9" name="d07-icon-benefit-1-arrowhead">
            <a:extLst xmlns:a="http://schemas.openxmlformats.org/drawingml/2006/main">
              <a:ext uri="{FF2B5EF4-FFF2-40B4-BE49-F238E27FC236}">
                <a16:creationId xmlns:a16="http://schemas.microsoft.com/office/drawing/2014/main" id="{292D2959-8D35-423B-9510-6733467E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7471791"/>
            <a:ext cx="77724" cy="77724"/>
          </a:xfrm>
          <a:custGeom xmlns:a="http://schemas.openxmlformats.org/drawingml/2006/main">
            <a:pathLst>
              <a:path w="77724" h="77724">
                <a:moveTo>
                  <a:pt x="77724" y="0"/>
                </a:moveTo>
                <a:lnTo>
                  <a:pt x="0" y="12954"/>
                </a:lnTo>
                <a:lnTo>
                  <a:pt x="58293" y="77724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07-benefit-title-1">
            <a:extLst xmlns:a="http://schemas.openxmlformats.org/drawingml/2006/main">
              <a:ext uri="{FF2B5EF4-FFF2-40B4-BE49-F238E27FC236}">
                <a16:creationId xmlns:a16="http://schemas.microsoft.com/office/drawing/2014/main" id="{F0F0EFD3-1DB0-4B63-AA88-35BBA7E9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7410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提案品質の向上</a:t>
            </a:r>
          </a:p>
        </p:txBody>
      </p:sp>
      <p:sp>
        <p:nvSpPr>
          <p:cNvPr id="161" name="d07-benefit-body-1">
            <a:extLst xmlns:a="http://schemas.openxmlformats.org/drawingml/2006/main">
              <a:ext uri="{FF2B5EF4-FFF2-40B4-BE49-F238E27FC236}">
                <a16:creationId xmlns:a16="http://schemas.microsoft.com/office/drawing/2014/main" id="{37409BD0-9549-4885-8A39-680E8FC5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76962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データとAIの分析に基づく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説得力のある提案が可能に。</a:t>
            </a:r>
          </a:p>
        </p:txBody>
      </p:sp>
      <p:sp>
        <p:nvSpPr>
          <p:cNvPr id="162" name="d07-benefit-2">
            <a:extLst xmlns:a="http://schemas.openxmlformats.org/drawingml/2006/main">
              <a:ext uri="{FF2B5EF4-FFF2-40B4-BE49-F238E27FC236}">
                <a16:creationId xmlns:a16="http://schemas.microsoft.com/office/drawing/2014/main" id="{665A04A7-4984-4A8B-9B49-220F354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7267575"/>
            <a:ext cx="5029200" cy="885825"/>
          </a:xfrm>
          <a:custGeom xmlns:a="http://schemas.openxmlformats.org/drawingml/2006/main">
            <a:pathLst>
              <a:path w="5029200" h="885825">
                <a:moveTo>
                  <a:pt x="0" y="0"/>
                </a:moveTo>
                <a:lnTo>
                  <a:pt x="4629150" y="0"/>
                </a:lnTo>
                <a:lnTo>
                  <a:pt x="5029200" y="447675"/>
                </a:lnTo>
                <a:lnTo>
                  <a:pt x="4629150" y="885825"/>
                </a:lnTo>
                <a:lnTo>
                  <a:pt x="0" y="885825"/>
                </a:lnTo>
                <a:lnTo>
                  <a:pt x="333375" y="447675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07-icon-benefit-2-outline">
            <a:extLst xmlns:a="http://schemas.openxmlformats.org/drawingml/2006/main">
              <a:ext uri="{FF2B5EF4-FFF2-40B4-BE49-F238E27FC236}">
                <a16:creationId xmlns:a16="http://schemas.microsoft.com/office/drawing/2014/main" id="{48A8CA92-4D5A-472E-A3BB-8BCEC50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613" y="7549325"/>
            <a:ext cx="592074" cy="260794"/>
          </a:xfrm>
          <a:custGeom xmlns:a="http://schemas.openxmlformats.org/drawingml/2006/main">
            <a:pathLst>
              <a:path w="592074" h="260794">
                <a:moveTo>
                  <a:pt x="0" y="119824"/>
                </a:moveTo>
                <a:lnTo>
                  <a:pt x="133921" y="0"/>
                </a:lnTo>
                <a:lnTo>
                  <a:pt x="274891" y="119824"/>
                </a:lnTo>
                <a:lnTo>
                  <a:pt x="317182" y="119824"/>
                </a:lnTo>
                <a:lnTo>
                  <a:pt x="458152" y="0"/>
                </a:lnTo>
                <a:lnTo>
                  <a:pt x="592074" y="119824"/>
                </a:lnTo>
                <a:lnTo>
                  <a:pt x="486346" y="232600"/>
                </a:lnTo>
                <a:lnTo>
                  <a:pt x="345376" y="176213"/>
                </a:lnTo>
                <a:lnTo>
                  <a:pt x="296037" y="260794"/>
                </a:lnTo>
                <a:lnTo>
                  <a:pt x="246697" y="176213"/>
                </a:lnTo>
                <a:lnTo>
                  <a:pt x="105727" y="232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64" name="d07-icon-benefit-2-left-cuff">
            <a:extLst xmlns:a="http://schemas.openxmlformats.org/drawingml/2006/main">
              <a:ext uri="{FF2B5EF4-FFF2-40B4-BE49-F238E27FC236}">
                <a16:creationId xmlns:a16="http://schemas.microsoft.com/office/drawing/2014/main" id="{388FDFF8-0391-4E7F-8187-E2A72766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613" y="7669149"/>
            <a:ext cx="98679" cy="204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65" name="d07-icon-benefit-2-right-cuff">
            <a:extLst xmlns:a="http://schemas.openxmlformats.org/drawingml/2006/main">
              <a:ext uri="{FF2B5EF4-FFF2-40B4-BE49-F238E27FC236}">
                <a16:creationId xmlns:a16="http://schemas.microsoft.com/office/drawing/2014/main" id="{20C0091B-4841-4167-9597-520CFBAB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7669149"/>
            <a:ext cx="98679" cy="204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66" name="d07-icon-benefit-2-left-hand">
            <a:extLst xmlns:a="http://schemas.openxmlformats.org/drawingml/2006/main">
              <a:ext uri="{FF2B5EF4-FFF2-40B4-BE49-F238E27FC236}">
                <a16:creationId xmlns:a16="http://schemas.microsoft.com/office/drawing/2014/main" id="{81E2E4DB-8A3B-4473-BCEB-87194BA6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292" y="7873556"/>
            <a:ext cx="98679" cy="916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67" name="d07-icon-benefit-2-right-hand">
            <a:extLst xmlns:a="http://schemas.openxmlformats.org/drawingml/2006/main">
              <a:ext uri="{FF2B5EF4-FFF2-40B4-BE49-F238E27FC236}">
                <a16:creationId xmlns:a16="http://schemas.microsoft.com/office/drawing/2014/main" id="{D5802AF3-3F43-4729-BC29-D6BC7268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5329" y="7873556"/>
            <a:ext cx="98679" cy="916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68" name="d07-benefit-title-2">
            <a:extLst xmlns:a="http://schemas.openxmlformats.org/drawingml/2006/main">
              <a:ext uri="{FF2B5EF4-FFF2-40B4-BE49-F238E27FC236}">
                <a16:creationId xmlns:a16="http://schemas.microsoft.com/office/drawing/2014/main" id="{59F3F89A-245B-48C2-8571-108AE58A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10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受注機会の最大化</a:t>
            </a:r>
          </a:p>
        </p:txBody>
      </p:sp>
      <p:sp>
        <p:nvSpPr>
          <p:cNvPr id="169" name="d07-benefit-body-2">
            <a:extLst xmlns:a="http://schemas.openxmlformats.org/drawingml/2006/main">
              <a:ext uri="{FF2B5EF4-FFF2-40B4-BE49-F238E27FC236}">
                <a16:creationId xmlns:a16="http://schemas.microsoft.com/office/drawing/2014/main" id="{C2B33552-002E-4FF1-B72B-C553D811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6962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提案数の増加と品質向上により、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中長期的な売上成長を実現。</a:t>
            </a:r>
          </a:p>
        </p:txBody>
      </p:sp>
      <p:sp>
        <p:nvSpPr>
          <p:cNvPr id="173" name="d07-footer-brand">
            <a:extLst xmlns:a="http://schemas.openxmlformats.org/drawingml/2006/main">
              <a:ext uri="{FF2B5EF4-FFF2-40B4-BE49-F238E27FC236}">
                <a16:creationId xmlns:a16="http://schemas.microsoft.com/office/drawing/2014/main" id="{10C37B98-A30D-4652-AE7C-C3B6C71C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34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74" name="d07-footer-divider">
            <a:extLst xmlns:a="http://schemas.openxmlformats.org/drawingml/2006/main">
              <a:ext uri="{FF2B5EF4-FFF2-40B4-BE49-F238E27FC236}">
                <a16:creationId xmlns:a16="http://schemas.microsoft.com/office/drawing/2014/main" id="{1ED53077-0C55-48D5-9E40-D5E6085E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26770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75" name="d07-footer-tagline-jp">
            <a:extLst xmlns:a="http://schemas.openxmlformats.org/drawingml/2006/main">
              <a:ext uri="{FF2B5EF4-FFF2-40B4-BE49-F238E27FC236}">
                <a16:creationId xmlns:a16="http://schemas.microsoft.com/office/drawing/2014/main" id="{21C222AF-532B-4E89-B751-B1B4367F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2581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76" name="d07-footer-tagline-en">
            <a:extLst xmlns:a="http://schemas.openxmlformats.org/drawingml/2006/main">
              <a:ext uri="{FF2B5EF4-FFF2-40B4-BE49-F238E27FC236}">
                <a16:creationId xmlns:a16="http://schemas.microsoft.com/office/drawing/2014/main" id="{5DFC61F3-2183-4526-B631-7B178923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4772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77" name="d07-footer-date">
            <a:extLst xmlns:a="http://schemas.openxmlformats.org/drawingml/2006/main">
              <a:ext uri="{FF2B5EF4-FFF2-40B4-BE49-F238E27FC236}">
                <a16:creationId xmlns:a16="http://schemas.microsoft.com/office/drawing/2014/main" id="{4A299351-E5EF-4C6D-A0A8-D57CC449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334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78" name="d07-footer-date-rule">
            <a:extLst xmlns:a="http://schemas.openxmlformats.org/drawingml/2006/main">
              <a:ext uri="{FF2B5EF4-FFF2-40B4-BE49-F238E27FC236}">
                <a16:creationId xmlns:a16="http://schemas.microsoft.com/office/drawing/2014/main" id="{0A03D193-999E-46A1-B43C-091C7F46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105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6" name="d07-basic-ai-brain-outline">
            <a:extLst xmlns:a="http://schemas.openxmlformats.org/drawingml/2006/main">
              <a:ext uri="{FF2B5EF4-FFF2-40B4-BE49-F238E27FC236}">
                <a16:creationId xmlns:a16="http://schemas.microsoft.com/office/drawing/2014/main" id="{49FCEB40-B5A8-46E4-9842-A76F8B19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819650"/>
            <a:ext cx="457200" cy="523875"/>
          </a:xfrm>
          <a:custGeom xmlns:a="http://schemas.openxmlformats.org/drawingml/2006/main">
            <a:pathLst>
              <a:path w="457200" h="523875">
                <a:moveTo>
                  <a:pt x="228600" y="9525"/>
                </a:moveTo>
                <a:lnTo>
                  <a:pt x="295275" y="9525"/>
                </a:lnTo>
                <a:lnTo>
                  <a:pt x="342900" y="47625"/>
                </a:lnTo>
                <a:lnTo>
                  <a:pt x="352425" y="95250"/>
                </a:lnTo>
                <a:lnTo>
                  <a:pt x="419100" y="114300"/>
                </a:lnTo>
                <a:lnTo>
                  <a:pt x="447675" y="171450"/>
                </a:lnTo>
                <a:lnTo>
                  <a:pt x="419100" y="228600"/>
                </a:lnTo>
                <a:lnTo>
                  <a:pt x="457200" y="285750"/>
                </a:lnTo>
                <a:lnTo>
                  <a:pt x="428625" y="342900"/>
                </a:lnTo>
                <a:lnTo>
                  <a:pt x="438150" y="400050"/>
                </a:lnTo>
                <a:lnTo>
                  <a:pt x="390525" y="457200"/>
                </a:lnTo>
                <a:lnTo>
                  <a:pt x="333375" y="447675"/>
                </a:lnTo>
                <a:lnTo>
                  <a:pt x="304800" y="514350"/>
                </a:lnTo>
                <a:lnTo>
                  <a:pt x="228600" y="523875"/>
                </a:lnTo>
                <a:lnTo>
                  <a:pt x="152400" y="514350"/>
                </a:lnTo>
                <a:lnTo>
                  <a:pt x="123825" y="447675"/>
                </a:lnTo>
                <a:lnTo>
                  <a:pt x="66675" y="457200"/>
                </a:lnTo>
                <a:lnTo>
                  <a:pt x="19050" y="400050"/>
                </a:lnTo>
                <a:lnTo>
                  <a:pt x="28575" y="342900"/>
                </a:lnTo>
                <a:lnTo>
                  <a:pt x="0" y="285750"/>
                </a:lnTo>
                <a:lnTo>
                  <a:pt x="38100" y="228600"/>
                </a:lnTo>
                <a:lnTo>
                  <a:pt x="9525" y="171450"/>
                </a:lnTo>
                <a:lnTo>
                  <a:pt x="38100" y="114300"/>
                </a:lnTo>
                <a:lnTo>
                  <a:pt x="104775" y="95250"/>
                </a:lnTo>
                <a:lnTo>
                  <a:pt x="114300" y="47625"/>
                </a:lnTo>
                <a:lnTo>
                  <a:pt x="161925" y="9525"/>
                </a:lnTo>
                <a:lnTo>
                  <a:pt x="228600" y="95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42742"/>
            </a:solidFill>
            <a:prstDash val="solid"/>
          </a:ln>
        </p:spPr>
      </p:sp>
      <p:sp>
        <p:nvSpPr>
          <p:cNvPr id="207" name="d07-basic-ai-brain-center">
            <a:extLst xmlns:a="http://schemas.openxmlformats.org/drawingml/2006/main">
              <a:ext uri="{FF2B5EF4-FFF2-40B4-BE49-F238E27FC236}">
                <a16:creationId xmlns:a16="http://schemas.microsoft.com/office/drawing/2014/main" id="{D2549E76-448E-4AE5-9BFD-D130A5DE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38700"/>
            <a:ext cx="9525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42742"/>
            </a:solidFill>
            <a:prstDash val="solid"/>
          </a:ln>
        </p:spPr>
      </p:sp>
      <p:sp>
        <p:nvSpPr>
          <p:cNvPr id="208" name="d07-basic-ai-brain-fold-0">
            <a:extLst xmlns:a="http://schemas.openxmlformats.org/drawingml/2006/main">
              <a:ext uri="{FF2B5EF4-FFF2-40B4-BE49-F238E27FC236}">
                <a16:creationId xmlns:a16="http://schemas.microsoft.com/office/drawing/2014/main" id="{B517D04C-3760-4091-9C45-7145878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14287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142742"/>
            </a:solidFill>
            <a:prstDash val="solid"/>
          </a:ln>
        </p:spPr>
      </p:sp>
      <p:sp>
        <p:nvSpPr>
          <p:cNvPr id="209" name="d07-basic-ai-brain-fold-1">
            <a:extLst xmlns:a="http://schemas.openxmlformats.org/drawingml/2006/main">
              <a:ext uri="{FF2B5EF4-FFF2-40B4-BE49-F238E27FC236}">
                <a16:creationId xmlns:a16="http://schemas.microsoft.com/office/drawing/2014/main" id="{C27B8077-CCFC-4EA5-ABE9-47E05E96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114925"/>
            <a:ext cx="1524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142742"/>
            </a:solidFill>
            <a:prstDash val="solid"/>
          </a:ln>
        </p:spPr>
      </p:sp>
      <p:sp>
        <p:nvSpPr>
          <p:cNvPr id="210" name="d07-basic-ai-brain-fold-2">
            <a:extLst xmlns:a="http://schemas.openxmlformats.org/drawingml/2006/main">
              <a:ext uri="{FF2B5EF4-FFF2-40B4-BE49-F238E27FC236}">
                <a16:creationId xmlns:a16="http://schemas.microsoft.com/office/drawing/2014/main" id="{4C769C87-58F1-40F6-9351-404E8BCD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991100"/>
            <a:ext cx="14287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142742"/>
            </a:solidFill>
            <a:prstDash val="solid"/>
          </a:ln>
        </p:spPr>
      </p:sp>
      <p:sp>
        <p:nvSpPr>
          <p:cNvPr id="211" name="d07-basic-ai-brain-fold-3">
            <a:extLst xmlns:a="http://schemas.openxmlformats.org/drawingml/2006/main">
              <a:ext uri="{FF2B5EF4-FFF2-40B4-BE49-F238E27FC236}">
                <a16:creationId xmlns:a16="http://schemas.microsoft.com/office/drawing/2014/main" id="{1C336510-63DA-4FAF-BFC1-888C394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114925"/>
            <a:ext cx="1524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142742"/>
            </a:solidFill>
            <a:prstDash val="solid"/>
          </a:ln>
        </p:spPr>
      </p:sp>
      <p:sp>
        <p:nvSpPr>
          <p:cNvPr id="212" name="d07-basic-ai-brain-node-left">
            <a:extLst xmlns:a="http://schemas.openxmlformats.org/drawingml/2006/main">
              <a:ext uri="{FF2B5EF4-FFF2-40B4-BE49-F238E27FC236}">
                <a16:creationId xmlns:a16="http://schemas.microsoft.com/office/drawing/2014/main" id="{9752B6D8-5D5F-4CBC-A228-DCD9716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339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07-basic-ai-brain-node-right">
            <a:extLst xmlns:a="http://schemas.openxmlformats.org/drawingml/2006/main">
              <a:ext uri="{FF2B5EF4-FFF2-40B4-BE49-F238E27FC236}">
                <a16:creationId xmlns:a16="http://schemas.microsoft.com/office/drawing/2014/main" id="{3FF281D2-080F-4172-8F1A-074ABAEA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339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07-diff-ai-brain-outline">
            <a:extLst xmlns:a="http://schemas.openxmlformats.org/drawingml/2006/main">
              <a:ext uri="{FF2B5EF4-FFF2-40B4-BE49-F238E27FC236}">
                <a16:creationId xmlns:a16="http://schemas.microsoft.com/office/drawing/2014/main" id="{DE49D33C-1E17-448B-88D4-CF3A878F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095750"/>
            <a:ext cx="457200" cy="523875"/>
          </a:xfrm>
          <a:custGeom xmlns:a="http://schemas.openxmlformats.org/drawingml/2006/main">
            <a:pathLst>
              <a:path w="457200" h="523875">
                <a:moveTo>
                  <a:pt x="228600" y="9525"/>
                </a:moveTo>
                <a:lnTo>
                  <a:pt x="295275" y="9525"/>
                </a:lnTo>
                <a:lnTo>
                  <a:pt x="342900" y="47625"/>
                </a:lnTo>
                <a:lnTo>
                  <a:pt x="352425" y="95250"/>
                </a:lnTo>
                <a:lnTo>
                  <a:pt x="419100" y="114300"/>
                </a:lnTo>
                <a:lnTo>
                  <a:pt x="447675" y="171450"/>
                </a:lnTo>
                <a:lnTo>
                  <a:pt x="419100" y="228600"/>
                </a:lnTo>
                <a:lnTo>
                  <a:pt x="457200" y="285750"/>
                </a:lnTo>
                <a:lnTo>
                  <a:pt x="428625" y="342900"/>
                </a:lnTo>
                <a:lnTo>
                  <a:pt x="438150" y="400050"/>
                </a:lnTo>
                <a:lnTo>
                  <a:pt x="390525" y="457200"/>
                </a:lnTo>
                <a:lnTo>
                  <a:pt x="333375" y="447675"/>
                </a:lnTo>
                <a:lnTo>
                  <a:pt x="304800" y="514350"/>
                </a:lnTo>
                <a:lnTo>
                  <a:pt x="228600" y="523875"/>
                </a:lnTo>
                <a:lnTo>
                  <a:pt x="152400" y="514350"/>
                </a:lnTo>
                <a:lnTo>
                  <a:pt x="123825" y="447675"/>
                </a:lnTo>
                <a:lnTo>
                  <a:pt x="66675" y="457200"/>
                </a:lnTo>
                <a:lnTo>
                  <a:pt x="19050" y="400050"/>
                </a:lnTo>
                <a:lnTo>
                  <a:pt x="28575" y="342900"/>
                </a:lnTo>
                <a:lnTo>
                  <a:pt x="0" y="285750"/>
                </a:lnTo>
                <a:lnTo>
                  <a:pt x="38100" y="228600"/>
                </a:lnTo>
                <a:lnTo>
                  <a:pt x="9525" y="171450"/>
                </a:lnTo>
                <a:lnTo>
                  <a:pt x="38100" y="114300"/>
                </a:lnTo>
                <a:lnTo>
                  <a:pt x="104775" y="95250"/>
                </a:lnTo>
                <a:lnTo>
                  <a:pt x="114300" y="47625"/>
                </a:lnTo>
                <a:lnTo>
                  <a:pt x="161925" y="9525"/>
                </a:lnTo>
                <a:lnTo>
                  <a:pt x="228600" y="95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E71926"/>
            </a:solidFill>
            <a:prstDash val="solid"/>
          </a:ln>
        </p:spPr>
      </p:sp>
      <p:sp>
        <p:nvSpPr>
          <p:cNvPr id="215" name="d07-diff-ai-brain-center">
            <a:extLst xmlns:a="http://schemas.openxmlformats.org/drawingml/2006/main">
              <a:ext uri="{FF2B5EF4-FFF2-40B4-BE49-F238E27FC236}">
                <a16:creationId xmlns:a16="http://schemas.microsoft.com/office/drawing/2014/main" id="{F163FA81-5F42-4A6B-B8F2-D439422B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4114800"/>
            <a:ext cx="9525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71926"/>
            </a:solidFill>
            <a:prstDash val="solid"/>
          </a:ln>
        </p:spPr>
      </p:sp>
      <p:sp>
        <p:nvSpPr>
          <p:cNvPr id="216" name="d07-diff-ai-brain-fold-0">
            <a:extLst xmlns:a="http://schemas.openxmlformats.org/drawingml/2006/main">
              <a:ext uri="{FF2B5EF4-FFF2-40B4-BE49-F238E27FC236}">
                <a16:creationId xmlns:a16="http://schemas.microsoft.com/office/drawing/2014/main" id="{37703480-E232-4A00-B52C-4282F124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267200"/>
            <a:ext cx="14287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E71926"/>
            </a:solidFill>
            <a:prstDash val="solid"/>
          </a:ln>
        </p:spPr>
      </p:sp>
      <p:sp>
        <p:nvSpPr>
          <p:cNvPr id="217" name="d07-diff-ai-brain-fold-1">
            <a:extLst xmlns:a="http://schemas.openxmlformats.org/drawingml/2006/main">
              <a:ext uri="{FF2B5EF4-FFF2-40B4-BE49-F238E27FC236}">
                <a16:creationId xmlns:a16="http://schemas.microsoft.com/office/drawing/2014/main" id="{38B27FF1-B0F2-4487-B3CC-91B0379D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391025"/>
            <a:ext cx="1524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E71926"/>
            </a:solidFill>
            <a:prstDash val="solid"/>
          </a:ln>
        </p:spPr>
      </p:sp>
      <p:sp>
        <p:nvSpPr>
          <p:cNvPr id="218" name="d07-diff-ai-brain-fold-2">
            <a:extLst xmlns:a="http://schemas.openxmlformats.org/drawingml/2006/main">
              <a:ext uri="{FF2B5EF4-FFF2-40B4-BE49-F238E27FC236}">
                <a16:creationId xmlns:a16="http://schemas.microsoft.com/office/drawing/2014/main" id="{5477A09E-1D34-46C0-8EED-AAE18FC5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267200"/>
            <a:ext cx="14287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E71926"/>
            </a:solidFill>
            <a:prstDash val="solid"/>
          </a:ln>
        </p:spPr>
      </p:sp>
      <p:sp>
        <p:nvSpPr>
          <p:cNvPr id="219" name="d07-diff-ai-brain-fold-3">
            <a:extLst xmlns:a="http://schemas.openxmlformats.org/drawingml/2006/main">
              <a:ext uri="{FF2B5EF4-FFF2-40B4-BE49-F238E27FC236}">
                <a16:creationId xmlns:a16="http://schemas.microsoft.com/office/drawing/2014/main" id="{CAFADA07-E49E-4AD2-82AB-238A1E6D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391025"/>
            <a:ext cx="1524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E71926"/>
            </a:solidFill>
            <a:prstDash val="solid"/>
          </a:ln>
        </p:spPr>
      </p:sp>
      <p:sp>
        <p:nvSpPr>
          <p:cNvPr id="220" name="d07-diff-ai-brain-node-left">
            <a:extLst xmlns:a="http://schemas.openxmlformats.org/drawingml/2006/main">
              <a:ext uri="{FF2B5EF4-FFF2-40B4-BE49-F238E27FC236}">
                <a16:creationId xmlns:a16="http://schemas.microsoft.com/office/drawing/2014/main" id="{DDADF2A6-264C-47AE-BE44-5256313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2100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07-diff-ai-brain-node-right">
            <a:extLst xmlns:a="http://schemas.openxmlformats.org/drawingml/2006/main">
              <a:ext uri="{FF2B5EF4-FFF2-40B4-BE49-F238E27FC236}">
                <a16:creationId xmlns:a16="http://schemas.microsoft.com/office/drawing/2014/main" id="{1B7C9B17-EEB5-4ABD-8097-7E17FC4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2100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07-diff-gear-outer">
            <a:extLst xmlns:a="http://schemas.openxmlformats.org/drawingml/2006/main">
              <a:ext uri="{FF2B5EF4-FFF2-40B4-BE49-F238E27FC236}">
                <a16:creationId xmlns:a16="http://schemas.microsoft.com/office/drawing/2014/main" id="{F2D7C0A2-C5B4-4691-8F7E-5CD28C0A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076825"/>
            <a:ext cx="304800" cy="304800"/>
          </a:xfrm>
          <a:custGeom xmlns:a="http://schemas.openxmlformats.org/drawingml/2006/main">
            <a:pathLst>
              <a:path w="304800" h="304800">
                <a:moveTo>
                  <a:pt x="295275" y="152400"/>
                </a:moveTo>
                <a:lnTo>
                  <a:pt x="249199" y="192496"/>
                </a:lnTo>
                <a:lnTo>
                  <a:pt x="253428" y="253428"/>
                </a:lnTo>
                <a:lnTo>
                  <a:pt x="192496" y="249199"/>
                </a:lnTo>
                <a:lnTo>
                  <a:pt x="152400" y="295275"/>
                </a:lnTo>
                <a:lnTo>
                  <a:pt x="112304" y="249199"/>
                </a:lnTo>
                <a:lnTo>
                  <a:pt x="51372" y="253428"/>
                </a:lnTo>
                <a:lnTo>
                  <a:pt x="55601" y="192496"/>
                </a:lnTo>
                <a:lnTo>
                  <a:pt x="9525" y="152400"/>
                </a:lnTo>
                <a:lnTo>
                  <a:pt x="55601" y="112304"/>
                </a:lnTo>
                <a:lnTo>
                  <a:pt x="51372" y="51372"/>
                </a:lnTo>
                <a:lnTo>
                  <a:pt x="112304" y="55601"/>
                </a:lnTo>
                <a:lnTo>
                  <a:pt x="152400" y="9525"/>
                </a:lnTo>
                <a:lnTo>
                  <a:pt x="192496" y="55601"/>
                </a:lnTo>
                <a:lnTo>
                  <a:pt x="253428" y="51372"/>
                </a:lnTo>
                <a:lnTo>
                  <a:pt x="249199" y="112304"/>
                </a:lnTo>
                <a:lnTo>
                  <a:pt x="295275" y="1524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71926"/>
            </a:solidFill>
            <a:prstDash val="solid"/>
          </a:ln>
        </p:spPr>
      </p:sp>
      <p:sp>
        <p:nvSpPr>
          <p:cNvPr id="223" name="d07-diff-gear-hub">
            <a:extLst xmlns:a="http://schemas.openxmlformats.org/drawingml/2006/main">
              <a:ext uri="{FF2B5EF4-FFF2-40B4-BE49-F238E27FC236}">
                <a16:creationId xmlns:a16="http://schemas.microsoft.com/office/drawing/2014/main" id="{071C9CC2-511D-4928-B281-79995A79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1816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224" name="d07-footer-logo-top-approved">
            <a:extLst xmlns:a="http://schemas.openxmlformats.org/drawingml/2006/main">
              <a:ext uri="{FF2B5EF4-FFF2-40B4-BE49-F238E27FC236}">
                <a16:creationId xmlns:a16="http://schemas.microsoft.com/office/drawing/2014/main" id="{9E6A07BF-95B7-4211-9E29-639B694E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53425"/>
            <a:ext cx="257175" cy="102870"/>
          </a:xfrm>
          <a:custGeom xmlns:a="http://schemas.openxmlformats.org/drawingml/2006/main">
            <a:pathLst>
              <a:path w="257175" h="102870">
                <a:moveTo>
                  <a:pt x="0" y="42863"/>
                </a:moveTo>
                <a:lnTo>
                  <a:pt x="128588" y="0"/>
                </a:lnTo>
                <a:lnTo>
                  <a:pt x="257175" y="51435"/>
                </a:lnTo>
                <a:lnTo>
                  <a:pt x="128588" y="10287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07-footer-logo-mid-gray-approved">
            <a:extLst xmlns:a="http://schemas.openxmlformats.org/drawingml/2006/main">
              <a:ext uri="{FF2B5EF4-FFF2-40B4-BE49-F238E27FC236}">
                <a16:creationId xmlns:a16="http://schemas.microsoft.com/office/drawing/2014/main" id="{06E9BE9B-2631-4188-BD50-FE31EFC0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04860"/>
            <a:ext cx="128588" cy="111443"/>
          </a:xfrm>
          <a:custGeom xmlns:a="http://schemas.openxmlformats.org/drawingml/2006/main">
            <a:pathLst>
              <a:path w="128588" h="111443">
                <a:moveTo>
                  <a:pt x="0" y="51435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111443"/>
                </a:lnTo>
                <a:close/>
              </a:path>
            </a:pathLst>
          </a:custGeom>
          <a:solidFill xmlns:a="http://schemas.openxmlformats.org/drawingml/2006/main">
            <a:srgbClr val="6F7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07-footer-logo-mid-black-approved">
            <a:extLst xmlns:a="http://schemas.openxmlformats.org/drawingml/2006/main">
              <a:ext uri="{FF2B5EF4-FFF2-40B4-BE49-F238E27FC236}">
                <a16:creationId xmlns:a16="http://schemas.microsoft.com/office/drawing/2014/main" id="{92570C08-1FDA-4B2A-BF08-648E66A3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8404860"/>
            <a:ext cx="128588" cy="60008"/>
          </a:xfrm>
          <a:custGeom xmlns:a="http://schemas.openxmlformats.org/drawingml/2006/main">
            <a:pathLst>
              <a:path w="128588" h="60008">
                <a:moveTo>
                  <a:pt x="0" y="0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60008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07-footer-logo-lower-black-approved">
            <a:extLst xmlns:a="http://schemas.openxmlformats.org/drawingml/2006/main">
              <a:ext uri="{FF2B5EF4-FFF2-40B4-BE49-F238E27FC236}">
                <a16:creationId xmlns:a16="http://schemas.microsoft.com/office/drawing/2014/main" id="{B5766DDF-30C4-45C4-AE56-1A51C2B5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64868"/>
            <a:ext cx="128588" cy="111443"/>
          </a:xfrm>
          <a:custGeom xmlns:a="http://schemas.openxmlformats.org/drawingml/2006/main">
            <a:pathLst>
              <a:path w="128588" h="111443">
                <a:moveTo>
                  <a:pt x="0" y="51435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111443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07-footer-logo-lower-red-approved">
            <a:extLst xmlns:a="http://schemas.openxmlformats.org/drawingml/2006/main">
              <a:ext uri="{FF2B5EF4-FFF2-40B4-BE49-F238E27FC236}">
                <a16:creationId xmlns:a16="http://schemas.microsoft.com/office/drawing/2014/main" id="{B57863C3-8789-47AB-B730-56363153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8464868"/>
            <a:ext cx="128588" cy="111443"/>
          </a:xfrm>
          <a:custGeom xmlns:a="http://schemas.openxmlformats.org/drawingml/2006/main">
            <a:pathLst>
              <a:path w="128588" h="111443">
                <a:moveTo>
                  <a:pt x="0" y="0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111443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6183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2026-09-20T23:46:09.1320000Z</dcterms:created>
  <dcterms:modified xsi:type="dcterms:W3CDTF">2026-09-20T23:46:09.1320000Z</dcterms:modified>
</coreProperties>
</file>