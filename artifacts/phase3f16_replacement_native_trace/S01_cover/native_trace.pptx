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352c3def84234" /><Relationship Type="http://schemas.openxmlformats.org/officeDocument/2006/relationships/extended-properties" Target="/docProps/app.xml" Id="Rbdb8044834fa4180" /><Relationship Type="http://schemas.openxmlformats.org/officeDocument/2006/relationships/officeDocument" Target="/ppt/presentation.xml" Id="R874f718d8b0f47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cca5af8b4441f"/>
  </p:sldMasterIdLst>
  <p:notesMasterIdLst>
    <p:notesMasterId xmlns:r="http://schemas.openxmlformats.org/officeDocument/2006/relationships" r:id="R5a198f2220584c14"/>
  </p:notesMasterIdLst>
  <p:sldIdLst>
    <p:sldId xmlns:r="http://schemas.openxmlformats.org/officeDocument/2006/relationships" id="256" r:id="R04ed74f27a4946eb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12fd2e97e4024" /><Relationship Type="http://schemas.openxmlformats.org/officeDocument/2006/relationships/slideMaster" Target="/ppt/slideMasters/slideMaster1.xml" Id="Rd47cca5af8b4441f" /><Relationship Type="http://schemas.openxmlformats.org/officeDocument/2006/relationships/notesMaster" Target="/ppt/notesMasters/notesMaster1.xml" Id="R5a198f2220584c14" /><Relationship Type="http://schemas.openxmlformats.org/officeDocument/2006/relationships/presProps" Target="/ppt/presProps.xml" Id="Rd82273a055874b3d" /><Relationship Type="http://schemas.openxmlformats.org/officeDocument/2006/relationships/tableStyles" Target="/ppt/tableStyles.xml" Id="Re40b22c476dd4ef9" /><Relationship Type="http://schemas.openxmlformats.org/officeDocument/2006/relationships/slide" Target="/ppt/slides/slide1.xml" Id="R04ed74f27a49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1e919d0c2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6c36b42fd40d7" /><Relationship Type="http://schemas.openxmlformats.org/officeDocument/2006/relationships/notesMaster" Target="/ppt/notesMasters/notesMaster1.xml" Id="Rae28a95f61df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f5954a970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4fdb645df47ee" /><Relationship Type="http://schemas.openxmlformats.org/officeDocument/2006/relationships/slideLayout" Target="/ppt/slideLayouts/slideLayout1.xml" Id="Ra000d6c7e5f2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0d6c7e5f2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1d0b96e44bcc" /><Relationship Type="http://schemas.openxmlformats.org/officeDocument/2006/relationships/image" Target="/ppt/media/image.png" Id="R7f78e6d2a3e844ad" /><Relationship Type="http://schemas.openxmlformats.org/officeDocument/2006/relationships/notesSlide" Target="/ppt/notesSlides/notesSlide1.xml" Id="R39384be71749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1232FD-4D17-4D3E-8F5A-DADAF5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0"/>
            <a:ext cx="6257925" cy="89630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8E8F5"/>
              </a:gs>
              <a:gs pos="62000">
                <a:srgbClr val="F5E9DC"/>
              </a:gs>
              <a:gs pos="100000">
                <a:srgbClr val="F8F7F3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8e6d2a3e844ad"/>
          <a:stretch xmlns:a="http://schemas.openxmlformats.org/drawingml/2006/main"/>
        </p:blipFill>
        <p:spPr>
          <a:xfrm xmlns:a="http://schemas.openxmlformats.org/drawingml/2006/main">
            <a:off x="9810750" y="4953000"/>
            <a:ext cx="6115050" cy="40100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AE97E-AFBF-473F-AAC5-D08434A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8191500" cy="8963025"/>
          </a:xfrm>
          <a:custGeom xmlns:a="http://schemas.openxmlformats.org/drawingml/2006/main">
            <a:pathLst>
              <a:path w="8191500" h="8963025">
                <a:moveTo>
                  <a:pt x="3810000" y="0"/>
                </a:moveTo>
                <a:lnTo>
                  <a:pt x="8191500" y="0"/>
                </a:lnTo>
                <a:lnTo>
                  <a:pt x="4714875" y="8963025"/>
                </a:lnTo>
                <a:lnTo>
                  <a:pt x="0" y="8963025"/>
                </a:lnTo>
                <a:close/>
              </a:path>
            </a:pathLst>
          </a:cu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000B6-85E4-45C0-B383-44FC2799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0"/>
            <a:ext cx="8191500" cy="8963025"/>
          </a:xfrm>
          <a:custGeom xmlns:a="http://schemas.openxmlformats.org/drawingml/2006/main">
            <a:pathLst>
              <a:path w="8191500" h="8963025">
                <a:moveTo>
                  <a:pt x="3667125" y="0"/>
                </a:moveTo>
                <a:lnTo>
                  <a:pt x="8191500" y="0"/>
                </a:lnTo>
                <a:lnTo>
                  <a:pt x="4714875" y="8963025"/>
                </a:lnTo>
                <a:lnTo>
                  <a:pt x="0" y="89630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D6521-4EAB-4683-929D-417091D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4714875" cy="8963025"/>
          </a:xfrm>
          <a:custGeom xmlns:a="http://schemas.openxmlformats.org/drawingml/2006/main">
            <a:pathLst>
              <a:path w="4714875" h="8963025">
                <a:moveTo>
                  <a:pt x="2190750" y="0"/>
                </a:moveTo>
                <a:lnTo>
                  <a:pt x="4714875" y="0"/>
                </a:lnTo>
                <a:lnTo>
                  <a:pt x="1285875" y="8963025"/>
                </a:lnTo>
                <a:lnTo>
                  <a:pt x="0" y="8963025"/>
                </a:lnTo>
                <a:close/>
              </a:path>
            </a:pathLst>
          </a:custGeom>
          <a:solidFill xmlns:a="http://schemas.openxmlformats.org/drawingml/2006/main">
            <a:srgbClr val="E7EDF2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9DC2B-8319-4576-9FD0-112E4426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733925" cy="8963025"/>
          </a:xfrm>
          <a:custGeom xmlns:a="http://schemas.openxmlformats.org/drawingml/2006/main">
            <a:pathLst>
              <a:path w="4733925" h="8963025">
                <a:moveTo>
                  <a:pt x="3476625" y="0"/>
                </a:moveTo>
                <a:lnTo>
                  <a:pt x="4733925" y="0"/>
                </a:lnTo>
                <a:lnTo>
                  <a:pt x="1257300" y="8963025"/>
                </a:lnTo>
                <a:lnTo>
                  <a:pt x="0" y="8963025"/>
                </a:lnTo>
                <a:close/>
              </a:path>
            </a:pathLst>
          </a:cu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07DD7-CBE9-42DA-A8AF-3492C9D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905250" cy="8963025"/>
          </a:xfrm>
          <a:custGeom xmlns:a="http://schemas.openxmlformats.org/drawingml/2006/main">
            <a:pathLst>
              <a:path w="3905250" h="8963025">
                <a:moveTo>
                  <a:pt x="3476625" y="0"/>
                </a:moveTo>
                <a:lnTo>
                  <a:pt x="3905250" y="0"/>
                </a:lnTo>
                <a:lnTo>
                  <a:pt x="428625" y="8963025"/>
                </a:lnTo>
                <a:lnTo>
                  <a:pt x="0" y="89630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1138D-C0CA-4AEA-B889-77F00692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953000"/>
            <a:ext cx="3971925" cy="4010025"/>
          </a:xfrm>
          <a:custGeom xmlns:a="http://schemas.openxmlformats.org/drawingml/2006/main">
            <a:pathLst>
              <a:path w="3971925" h="4010025">
                <a:moveTo>
                  <a:pt x="1171575" y="1000125"/>
                </a:moveTo>
                <a:lnTo>
                  <a:pt x="3971925" y="0"/>
                </a:lnTo>
                <a:lnTo>
                  <a:pt x="3971925" y="4010025"/>
                </a:lnTo>
                <a:lnTo>
                  <a:pt x="0" y="4010025"/>
                </a:lnTo>
                <a:close/>
              </a:path>
            </a:pathLst>
          </a:custGeom>
          <a:solidFill xmlns:a="http://schemas.openxmlformats.org/drawingml/2006/main">
            <a:srgbClr val="B80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51F89-416D-46EF-9A10-492A9C5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238750"/>
            <a:ext cx="2724150" cy="3724275"/>
          </a:xfrm>
          <a:custGeom xmlns:a="http://schemas.openxmlformats.org/drawingml/2006/main">
            <a:pathLst>
              <a:path w="2724150" h="3724275">
                <a:moveTo>
                  <a:pt x="990600" y="571500"/>
                </a:moveTo>
                <a:lnTo>
                  <a:pt x="2724150" y="0"/>
                </a:lnTo>
                <a:lnTo>
                  <a:pt x="2724150" y="3724275"/>
                </a:lnTo>
                <a:lnTo>
                  <a:pt x="0" y="3724275"/>
                </a:lnTo>
                <a:close/>
              </a:path>
            </a:pathLst>
          </a:custGeom>
          <a:solidFill xmlns:a="http://schemas.openxmlformats.org/drawingml/2006/main">
            <a:srgbClr val="E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0CB4A-364B-4C07-AF42-51BBF0C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提案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D2F94-669A-42DC-A365-84046F0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572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21A21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1A21"/>
                </a:solidFill>
                <a:latin typeface="Yu Gothic"/>
                <a:ea typeface="Yu Gothic"/>
                <a:cs typeface="Yu Gothic"/>
              </a:rPr>
              <a:t>クエスト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51DFA-697A-4F10-8257-0C6D892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00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AIで、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9A289-A836-4420-A61F-E3638980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000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提案をもっと速く、もっと強く。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3D79C-159C-44B8-A1D3-38EB108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57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T H I N K   T O G E T H E R 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13C8F-FEFC-4A8C-ACEE-23E324D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14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C R E A T E   T H E   N E X T 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2ED6F-DAE7-4C58-BE69-D6BE712A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0287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1426F-CB10-4444-8ED6-2595AE9B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028700"/>
            <a:ext cx="165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2B40F-7F89-4464-9CAA-63CD605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御社の課題を、共に解決するパートナーへ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6D7F7-7CB3-4FAA-AFB3-C096C04D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21A2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21A21"/>
                </a:solidFill>
                <a:latin typeface="Yu Gothic"/>
                <a:ea typeface="Yu Gothic"/>
                <a:cs typeface="Yu Gothic"/>
              </a:rPr>
              <a:t>AIでつくる、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B9C30-6028-4E82-944B-E4B0AA0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持続的な成長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FCD1D-F8B5-4650-BD5D-234233F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21A2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21A21"/>
                </a:solidFill>
                <a:latin typeface="Yu Gothic"/>
                <a:ea typeface="Yu Gothic"/>
                <a:cs typeface="Yu Gothic"/>
              </a:rPr>
              <a:t>の未来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0FAAF-1BD3-4F1B-8887-A9176FE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業務の効率化から、新たな価値創造まで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AIの力で、御社のビジネスを次のステージへ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27A62-97E2-4CF7-BF93-40B28447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600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C9528-73CB-4933-BF84-C39DE9C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29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0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04A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87108-ADF7-40DA-B7CF-760FA53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34325"/>
            <a:ext cx="342900" cy="228600"/>
          </a:xfrm>
          <a:custGeom xmlns:a="http://schemas.openxmlformats.org/drawingml/2006/main">
            <a:pathLst>
              <a:path w="342900" h="228600">
                <a:moveTo>
                  <a:pt x="0" y="133350"/>
                </a:moveTo>
                <a:lnTo>
                  <a:pt x="161925" y="0"/>
                </a:lnTo>
                <a:lnTo>
                  <a:pt x="342900" y="95250"/>
                </a:lnTo>
                <a:lnTo>
                  <a:pt x="180975" y="228600"/>
                </a:lnTo>
                <a:close/>
              </a:path>
            </a:pathLst>
          </a:cu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F699C-119D-4E7A-8A24-35985F76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67675"/>
            <a:ext cx="180975" cy="257175"/>
          </a:xfrm>
          <a:custGeom xmlns:a="http://schemas.openxmlformats.org/drawingml/2006/main">
            <a:pathLst>
              <a:path w="180975" h="257175">
                <a:moveTo>
                  <a:pt x="0" y="0"/>
                </a:moveTo>
                <a:lnTo>
                  <a:pt x="180975" y="95250"/>
                </a:lnTo>
                <a:lnTo>
                  <a:pt x="180975" y="25717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5F700-0F80-4E4A-8A0A-D138772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029575"/>
            <a:ext cx="161925" cy="295275"/>
          </a:xfrm>
          <a:custGeom xmlns:a="http://schemas.openxmlformats.org/drawingml/2006/main">
            <a:pathLst>
              <a:path w="161925" h="295275">
                <a:moveTo>
                  <a:pt x="0" y="13335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70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0800B-24DB-4A10-9D17-14132F27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9914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A21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F9CCA5-A178-42C7-A211-75D1CB5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93432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6AE73-1F9D-4540-A225-B9E81A0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9629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D8BD4F-496C-4119-95E4-6D77210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1915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0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04A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7AFC0-7342-4310-828E-1F3C6564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019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B U S I N E S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B6F341-0703-4BDE-AAA4-6543C08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2352675"/>
            <a:ext cx="95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A 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21A2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1A21"/>
                </a:solidFill>
                <a:latin typeface="Arial"/>
                <a:ea typeface="Arial"/>
                <a:cs typeface="Arial"/>
              </a:rPr>
              <a:t>P E O P L 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480E5B-02F5-4802-BFDC-A574F138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572375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ともに描く、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次のあたりまえ。</a:t>
            </a:r>
          </a:p>
        </p:txBody>
      </p:sp>
    </p:spTree>
    <p:extLst>
      <p:ext uri="{BB962C8B-B14F-4D97-AF65-F5344CB8AC3E}">
        <p14:creationId xmlns:p14="http://schemas.microsoft.com/office/powerpoint/2010/main" val="142032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2026-09-18T20:51:44.1560000Z</dcterms:created>
  <dcterms:modified xsi:type="dcterms:W3CDTF">2026-09-18T20:51:44.1560000Z</dcterms:modified>
</coreProperties>
</file>