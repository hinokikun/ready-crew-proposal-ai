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703d7ba3334090" /><Relationship Type="http://schemas.openxmlformats.org/officeDocument/2006/relationships/extended-properties" Target="/docProps/app.xml" Id="Ref84dfacc18d4fbe" /><Relationship Type="http://schemas.openxmlformats.org/officeDocument/2006/relationships/officeDocument" Target="/ppt/presentation.xml" Id="Ra968ffcca1a748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a9208a0fb44e31"/>
  </p:sldMasterIdLst>
  <p:notesMasterIdLst>
    <p:notesMasterId xmlns:r="http://schemas.openxmlformats.org/officeDocument/2006/relationships" r:id="R6d008508590d4969"/>
  </p:notesMasterIdLst>
  <p:sldIdLst>
    <p:sldId xmlns:r="http://schemas.openxmlformats.org/officeDocument/2006/relationships" id="256" r:id="R92aa1c8dedf64433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af6b47705c43e8" /><Relationship Type="http://schemas.openxmlformats.org/officeDocument/2006/relationships/slideMaster" Target="/ppt/slideMasters/slideMaster1.xml" Id="Rcca9208a0fb44e31" /><Relationship Type="http://schemas.openxmlformats.org/officeDocument/2006/relationships/notesMaster" Target="/ppt/notesMasters/notesMaster1.xml" Id="R6d008508590d4969" /><Relationship Type="http://schemas.openxmlformats.org/officeDocument/2006/relationships/presProps" Target="/ppt/presProps.xml" Id="R3172d13a79244e71" /><Relationship Type="http://schemas.openxmlformats.org/officeDocument/2006/relationships/tableStyles" Target="/ppt/tableStyles.xml" Id="R7848039a126149c0" /><Relationship Type="http://schemas.openxmlformats.org/officeDocument/2006/relationships/slide" Target="/ppt/slides/slide1.xml" Id="R92aa1c8dedf644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0fab07b30274f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fe97b88c64429f" /><Relationship Type="http://schemas.openxmlformats.org/officeDocument/2006/relationships/notesMaster" Target="/ppt/notesMasters/notesMaster1.xml" Id="Rad91c15005ee4d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D01 cover replacement native trace. Canonical source used as sole visual authority; the right-side photograph is a limited crop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5f50eeeec645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51e5079bfd4680" /><Relationship Type="http://schemas.openxmlformats.org/officeDocument/2006/relationships/slideLayout" Target="/ppt/slideLayouts/slideLayout1.xml" Id="R5bf2df498b5644e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f2df498b5644e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66fc30b25848ed" /><Relationship Type="http://schemas.openxmlformats.org/officeDocument/2006/relationships/image" Target="/ppt/media/image.png" Id="Rd05cfbb4df3f4ac8" /><Relationship Type="http://schemas.openxmlformats.org/officeDocument/2006/relationships/notesSlide" Target="/ppt/notesSlides/notesSlide1.xml" Id="R1148dd103044469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5cfbb4df3f4ac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49000" y="0"/>
            <a:ext cx="4876800" cy="7810500"/>
          </a:xfrm>
          <a:prstGeom xmlns:a="http://schemas.openxmlformats.org/drawingml/2006/main" prst="rect">
            <a:avLst/>
          </a:prstGeom>
        </p:spPr>
      </p:pic>
      <p:sp>
        <p:nvSpPr>
          <p:cNvPr id="2" name="d01-red-diagonal">
            <a:extLst xmlns:a="http://schemas.openxmlformats.org/drawingml/2006/main">
              <a:ext uri="{FF2B5EF4-FFF2-40B4-BE49-F238E27FC236}">
                <a16:creationId xmlns:a16="http://schemas.microsoft.com/office/drawing/2014/main" id="{21FFAA5F-FC49-4F48-83C5-9925A5A2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3333750" cy="5476875"/>
          </a:xfrm>
          <a:custGeom xmlns:a="http://schemas.openxmlformats.org/drawingml/2006/main">
            <a:pathLst>
              <a:path w="3333750" h="5476875">
                <a:moveTo>
                  <a:pt x="2286000" y="0"/>
                </a:moveTo>
                <a:lnTo>
                  <a:pt x="3333750" y="0"/>
                </a:lnTo>
                <a:lnTo>
                  <a:pt x="1047750" y="5476875"/>
                </a:lnTo>
                <a:lnTo>
                  <a:pt x="0" y="5476875"/>
                </a:lnTo>
                <a:close/>
              </a:path>
            </a:pathLst>
          </a:cu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01-white-diagonal">
            <a:extLst xmlns:a="http://schemas.openxmlformats.org/drawingml/2006/main">
              <a:ext uri="{FF2B5EF4-FFF2-40B4-BE49-F238E27FC236}">
                <a16:creationId xmlns:a16="http://schemas.microsoft.com/office/drawing/2014/main" id="{A92E7508-9DA8-44C3-9EA4-3783A1CD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0"/>
            <a:ext cx="2552700" cy="5572125"/>
          </a:xfrm>
          <a:custGeom xmlns:a="http://schemas.openxmlformats.org/drawingml/2006/main">
            <a:pathLst>
              <a:path w="2552700" h="5572125">
                <a:moveTo>
                  <a:pt x="2286000" y="0"/>
                </a:moveTo>
                <a:lnTo>
                  <a:pt x="2552700" y="0"/>
                </a:lnTo>
                <a:lnTo>
                  <a:pt x="266700" y="5572125"/>
                </a:lnTo>
                <a:lnTo>
                  <a:pt x="0" y="54768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01-light-diagonal">
            <a:extLst xmlns:a="http://schemas.openxmlformats.org/drawingml/2006/main">
              <a:ext uri="{FF2B5EF4-FFF2-40B4-BE49-F238E27FC236}">
                <a16:creationId xmlns:a16="http://schemas.microsoft.com/office/drawing/2014/main" id="{A0E2A739-1B46-44F0-A301-F56A47BFD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0"/>
            <a:ext cx="2533650" cy="5667375"/>
          </a:xfrm>
          <a:custGeom xmlns:a="http://schemas.openxmlformats.org/drawingml/2006/main">
            <a:pathLst>
              <a:path w="2533650" h="5667375">
                <a:moveTo>
                  <a:pt x="2286000" y="0"/>
                </a:moveTo>
                <a:lnTo>
                  <a:pt x="2533650" y="0"/>
                </a:lnTo>
                <a:lnTo>
                  <a:pt x="247650" y="5667375"/>
                </a:lnTo>
                <a:lnTo>
                  <a:pt x="0" y="5572125"/>
                </a:lnTo>
                <a:close/>
              </a:path>
            </a:pathLst>
          </a:cu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01-bottom-red-band">
            <a:extLst xmlns:a="http://schemas.openxmlformats.org/drawingml/2006/main">
              <a:ext uri="{FF2B5EF4-FFF2-40B4-BE49-F238E27FC236}">
                <a16:creationId xmlns:a16="http://schemas.microsoft.com/office/drawing/2014/main" id="{0462AD1D-E9D3-4E44-864F-0FDF1BC3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0125" y="6838950"/>
            <a:ext cx="3495675" cy="2124075"/>
          </a:xfrm>
          <a:custGeom xmlns:a="http://schemas.openxmlformats.org/drawingml/2006/main">
            <a:pathLst>
              <a:path w="3495675" h="2124075">
                <a:moveTo>
                  <a:pt x="0" y="2124075"/>
                </a:moveTo>
                <a:lnTo>
                  <a:pt x="3495675" y="0"/>
                </a:lnTo>
                <a:lnTo>
                  <a:pt x="3495675" y="2124075"/>
                </a:lnTo>
                <a:close/>
              </a:path>
            </a:pathLst>
          </a:cu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01-bottom-dark-red-band">
            <a:extLst xmlns:a="http://schemas.openxmlformats.org/drawingml/2006/main">
              <a:ext uri="{FF2B5EF4-FFF2-40B4-BE49-F238E27FC236}">
                <a16:creationId xmlns:a16="http://schemas.microsoft.com/office/drawing/2014/main" id="{3E6BC035-E06B-4CDE-944F-643AFC5C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1625" y="7381875"/>
            <a:ext cx="2924175" cy="1581150"/>
          </a:xfrm>
          <a:custGeom xmlns:a="http://schemas.openxmlformats.org/drawingml/2006/main">
            <a:pathLst>
              <a:path w="2924175" h="1581150">
                <a:moveTo>
                  <a:pt x="0" y="1581150"/>
                </a:moveTo>
                <a:lnTo>
                  <a:pt x="2924175" y="0"/>
                </a:lnTo>
                <a:lnTo>
                  <a:pt x="2924175" y="1581150"/>
                </a:lnTo>
                <a:close/>
              </a:path>
            </a:pathLst>
          </a:custGeom>
          <a:solidFill xmlns:a="http://schemas.openxmlformats.org/drawingml/2006/main">
            <a:srgbClr val="C908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01-header-brand-red">
            <a:extLst xmlns:a="http://schemas.openxmlformats.org/drawingml/2006/main">
              <a:ext uri="{FF2B5EF4-FFF2-40B4-BE49-F238E27FC236}">
                <a16:creationId xmlns:a16="http://schemas.microsoft.com/office/drawing/2014/main" id="{59A432AD-77CC-4793-AE63-19464152A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257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提案</a:t>
            </a:r>
          </a:p>
        </p:txBody>
      </p:sp>
      <p:sp>
        <p:nvSpPr>
          <p:cNvPr id="8" name="d01-header-brand-black">
            <a:extLst xmlns:a="http://schemas.openxmlformats.org/drawingml/2006/main">
              <a:ext uri="{FF2B5EF4-FFF2-40B4-BE49-F238E27FC236}">
                <a16:creationId xmlns:a16="http://schemas.microsoft.com/office/drawing/2014/main" id="{6E3F2906-5D62-4240-97C7-D7967F8F3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1000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クエスト</a:t>
            </a:r>
          </a:p>
        </p:txBody>
      </p:sp>
      <p:sp>
        <p:nvSpPr>
          <p:cNvPr id="9" name="d01-header-tagline">
            <a:extLst xmlns:a="http://schemas.openxmlformats.org/drawingml/2006/main">
              <a:ext uri="{FF2B5EF4-FFF2-40B4-BE49-F238E27FC236}">
                <a16:creationId xmlns:a16="http://schemas.microsoft.com/office/drawing/2014/main" id="{5ADE4210-0E4B-46CC-89B2-8F48F03B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906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AIで、提案をもっと速く、もっと強く。</a:t>
            </a:r>
          </a:p>
        </p:txBody>
      </p:sp>
      <p:sp>
        <p:nvSpPr>
          <p:cNvPr id="10" name="d01-kicker">
            <a:extLst xmlns:a="http://schemas.openxmlformats.org/drawingml/2006/main">
              <a:ext uri="{FF2B5EF4-FFF2-40B4-BE49-F238E27FC236}">
                <a16:creationId xmlns:a16="http://schemas.microsoft.com/office/drawing/2014/main" id="{A8C6A5A4-020A-47AA-B0E1-F20C86477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143125"/>
            <a:ext cx="595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提案の可能性を、次のステージへ。</a:t>
            </a:r>
          </a:p>
        </p:txBody>
      </p:sp>
      <p:sp>
        <p:nvSpPr>
          <p:cNvPr id="11" name="d01-title-red">
            <a:extLst xmlns:a="http://schemas.openxmlformats.org/drawingml/2006/main">
              <a:ext uri="{FF2B5EF4-FFF2-40B4-BE49-F238E27FC236}">
                <a16:creationId xmlns:a16="http://schemas.microsoft.com/office/drawing/2014/main" id="{A35BEE10-8E0A-4C5F-B1E5-9AEDB15D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62225"/>
            <a:ext cx="2857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200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0200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提案</a:t>
            </a:r>
          </a:p>
        </p:txBody>
      </p:sp>
      <p:sp>
        <p:nvSpPr>
          <p:cNvPr id="12" name="d01-title-black">
            <a:extLst xmlns:a="http://schemas.openxmlformats.org/drawingml/2006/main">
              <a:ext uri="{FF2B5EF4-FFF2-40B4-BE49-F238E27FC236}">
                <a16:creationId xmlns:a16="http://schemas.microsoft.com/office/drawing/2014/main" id="{B6DFE790-6C16-4D00-9D74-9FCB8A36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562225"/>
            <a:ext cx="5334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20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0200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クエスト</a:t>
            </a:r>
          </a:p>
        </p:txBody>
      </p:sp>
      <p:sp>
        <p:nvSpPr>
          <p:cNvPr id="13" name="d01-subtitle">
            <a:extLst xmlns:a="http://schemas.openxmlformats.org/drawingml/2006/main">
              <a:ext uri="{FF2B5EF4-FFF2-40B4-BE49-F238E27FC236}">
                <a16:creationId xmlns:a16="http://schemas.microsoft.com/office/drawing/2014/main" id="{2E8FC8B2-274B-4109-B762-D85F52EF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685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53607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536071"/>
                </a:solidFill>
                <a:latin typeface="Arial"/>
                <a:ea typeface="Arial"/>
                <a:cs typeface="Arial"/>
              </a:rPr>
              <a:t>AIの力で、提案の質とスピードを高め、</a:t>
            </a:r>
          </a:p>
          <a:p xmlns:a="http://schemas.openxmlformats.org/drawingml/2006/main">
            <a:pPr algn="l">
              <a:defRPr sz="2325" b="1">
                <a:solidFill>
                  <a:srgbClr val="53607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536071"/>
                </a:solidFill>
                <a:latin typeface="Arial"/>
                <a:ea typeface="Arial"/>
                <a:cs typeface="Arial"/>
              </a:rPr>
              <a:t>ビジネスの成果を創出する。</a:t>
            </a:r>
          </a:p>
        </p:txBody>
      </p:sp>
      <p:sp>
        <p:nvSpPr>
          <p:cNvPr id="14" name="d01-benefit-divider">
            <a:extLst xmlns:a="http://schemas.openxmlformats.org/drawingml/2006/main">
              <a:ext uri="{FF2B5EF4-FFF2-40B4-BE49-F238E27FC236}">
                <a16:creationId xmlns:a16="http://schemas.microsoft.com/office/drawing/2014/main" id="{BCEBBADB-22F2-4B50-8480-17333859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857875"/>
            <a:ext cx="9525" cy="1352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5" name="d01-benefit-divider">
            <a:extLst xmlns:a="http://schemas.openxmlformats.org/drawingml/2006/main">
              <a:ext uri="{FF2B5EF4-FFF2-40B4-BE49-F238E27FC236}">
                <a16:creationId xmlns:a16="http://schemas.microsoft.com/office/drawing/2014/main" id="{414B0A8C-C4D9-4AC7-85F7-8011178C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5857875"/>
            <a:ext cx="9525" cy="1352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6" name="d01-benefit-divider">
            <a:extLst xmlns:a="http://schemas.openxmlformats.org/drawingml/2006/main">
              <a:ext uri="{FF2B5EF4-FFF2-40B4-BE49-F238E27FC236}">
                <a16:creationId xmlns:a16="http://schemas.microsoft.com/office/drawing/2014/main" id="{3B9DDAD0-5C87-4F67-A471-4AE3507B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5857875"/>
            <a:ext cx="9525" cy="1352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7" name="d01-benefit-circle">
            <a:extLst xmlns:a="http://schemas.openxmlformats.org/drawingml/2006/main">
              <a:ext uri="{FF2B5EF4-FFF2-40B4-BE49-F238E27FC236}">
                <a16:creationId xmlns:a16="http://schemas.microsoft.com/office/drawing/2014/main" id="{00F0E1F6-829A-4A01-A3EE-DE1B9144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340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d01-benefit-circle">
            <a:extLst xmlns:a="http://schemas.openxmlformats.org/drawingml/2006/main">
              <a:ext uri="{FF2B5EF4-FFF2-40B4-BE49-F238E27FC236}">
                <a16:creationId xmlns:a16="http://schemas.microsoft.com/office/drawing/2014/main" id="{9A68272C-C766-4555-9138-BD766984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57340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d01-benefit-circle">
            <a:extLst xmlns:a="http://schemas.openxmlformats.org/drawingml/2006/main">
              <a:ext uri="{FF2B5EF4-FFF2-40B4-BE49-F238E27FC236}">
                <a16:creationId xmlns:a16="http://schemas.microsoft.com/office/drawing/2014/main" id="{E0DF31EF-8FA0-493C-BAB8-7C3AD7BF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7340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d01-benefit-circle">
            <a:extLst xmlns:a="http://schemas.openxmlformats.org/drawingml/2006/main">
              <a:ext uri="{FF2B5EF4-FFF2-40B4-BE49-F238E27FC236}">
                <a16:creationId xmlns:a16="http://schemas.microsoft.com/office/drawing/2014/main" id="{70362DF6-C056-4DF6-9ABE-3F42023D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57340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d01-icon-clock-ring">
            <a:extLst xmlns:a="http://schemas.openxmlformats.org/drawingml/2006/main">
              <a:ext uri="{FF2B5EF4-FFF2-40B4-BE49-F238E27FC236}">
                <a16:creationId xmlns:a16="http://schemas.microsoft.com/office/drawing/2014/main" id="{87F5897F-4739-49B9-B5A8-6DD429400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924550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71926"/>
            </a:solidFill>
            <a:prstDash val="solid"/>
          </a:ln>
        </p:spPr>
      </p:sp>
      <p:sp>
        <p:nvSpPr>
          <p:cNvPr id="22" name="d01-icon-clock-hand-v">
            <a:extLst xmlns:a="http://schemas.openxmlformats.org/drawingml/2006/main">
              <a:ext uri="{FF2B5EF4-FFF2-40B4-BE49-F238E27FC236}">
                <a16:creationId xmlns:a16="http://schemas.microsoft.com/office/drawing/2014/main" id="{35AD0FD9-0E11-475E-B849-492EC21B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00750"/>
            <a:ext cx="9525" cy="200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71926"/>
            </a:solidFill>
            <a:prstDash val="solid"/>
          </a:ln>
        </p:spPr>
      </p:sp>
      <p:sp>
        <p:nvSpPr>
          <p:cNvPr id="23" name="d01-icon-clock-hand-h">
            <a:extLst xmlns:a="http://schemas.openxmlformats.org/drawingml/2006/main">
              <a:ext uri="{FF2B5EF4-FFF2-40B4-BE49-F238E27FC236}">
                <a16:creationId xmlns:a16="http://schemas.microsoft.com/office/drawing/2014/main" id="{378F411E-9709-43B9-B24D-563A8FF8F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200775"/>
            <a:ext cx="1333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71926"/>
            </a:solidFill>
            <a:prstDash val="solid"/>
          </a:ln>
        </p:spPr>
      </p:sp>
      <p:sp>
        <p:nvSpPr>
          <p:cNvPr id="24" name="d01-icon-bulb">
            <a:extLst xmlns:a="http://schemas.openxmlformats.org/drawingml/2006/main">
              <a:ext uri="{FF2B5EF4-FFF2-40B4-BE49-F238E27FC236}">
                <a16:creationId xmlns:a16="http://schemas.microsoft.com/office/drawing/2014/main" id="{43955295-E1E6-4215-AE4F-4A449C88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895975"/>
            <a:ext cx="45720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71926"/>
            </a:solidFill>
            <a:prstDash val="solid"/>
          </a:ln>
        </p:spPr>
      </p:sp>
      <p:sp>
        <p:nvSpPr>
          <p:cNvPr id="25" name="d01-icon-bulb-base">
            <a:extLst xmlns:a="http://schemas.openxmlformats.org/drawingml/2006/main">
              <a:ext uri="{FF2B5EF4-FFF2-40B4-BE49-F238E27FC236}">
                <a16:creationId xmlns:a16="http://schemas.microsoft.com/office/drawing/2014/main" id="{ADA79D73-A7BC-41C6-8C53-4EE1A176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6477000"/>
            <a:ext cx="247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26" name="d01-icon-bulb-base-2">
            <a:extLst xmlns:a="http://schemas.openxmlformats.org/drawingml/2006/main">
              <a:ext uri="{FF2B5EF4-FFF2-40B4-BE49-F238E27FC236}">
                <a16:creationId xmlns:a16="http://schemas.microsoft.com/office/drawing/2014/main" id="{F82A9BD9-1047-421D-A1CD-72C6B9EF4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543675"/>
            <a:ext cx="171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27" name="d01-icon-bulb-ray-1">
            <a:extLst xmlns:a="http://schemas.openxmlformats.org/drawingml/2006/main">
              <a:ext uri="{FF2B5EF4-FFF2-40B4-BE49-F238E27FC236}">
                <a16:creationId xmlns:a16="http://schemas.microsoft.com/office/drawing/2014/main" id="{D456794D-3533-4F11-B913-9DD6E272E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762625"/>
            <a:ext cx="57150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28" name="d01-icon-bulb-ray-2">
            <a:extLst xmlns:a="http://schemas.openxmlformats.org/drawingml/2006/main">
              <a:ext uri="{FF2B5EF4-FFF2-40B4-BE49-F238E27FC236}">
                <a16:creationId xmlns:a16="http://schemas.microsoft.com/office/drawing/2014/main" id="{7317C45F-D022-46EE-A5EC-3AC62DC0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62625"/>
            <a:ext cx="57150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29" name="d01-icon-bulb-ray-3">
            <a:extLst xmlns:a="http://schemas.openxmlformats.org/drawingml/2006/main">
              <a:ext uri="{FF2B5EF4-FFF2-40B4-BE49-F238E27FC236}">
                <a16:creationId xmlns:a16="http://schemas.microsoft.com/office/drawing/2014/main" id="{71BABDB2-593B-4769-8715-2718C2E4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695950"/>
            <a:ext cx="9525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30" name="d01-icon-team-head-1">
            <a:extLst xmlns:a="http://schemas.openxmlformats.org/drawingml/2006/main">
              <a:ext uri="{FF2B5EF4-FFF2-40B4-BE49-F238E27FC236}">
                <a16:creationId xmlns:a16="http://schemas.microsoft.com/office/drawing/2014/main" id="{9C3E31A1-E99A-44A1-A365-9A15CBAA9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5924550"/>
            <a:ext cx="228600" cy="228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71926"/>
            </a:solidFill>
            <a:prstDash val="solid"/>
          </a:ln>
        </p:spPr>
      </p:sp>
      <p:sp>
        <p:nvSpPr>
          <p:cNvPr id="31" name="d01-icon-team-head-2">
            <a:extLst xmlns:a="http://schemas.openxmlformats.org/drawingml/2006/main">
              <a:ext uri="{FF2B5EF4-FFF2-40B4-BE49-F238E27FC236}">
                <a16:creationId xmlns:a16="http://schemas.microsoft.com/office/drawing/2014/main" id="{56947E25-FC49-421F-BDD2-126CA5A5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5886450"/>
            <a:ext cx="228600" cy="228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71926"/>
            </a:solidFill>
            <a:prstDash val="solid"/>
          </a:ln>
        </p:spPr>
      </p:sp>
      <p:sp>
        <p:nvSpPr>
          <p:cNvPr id="32" name="d01-icon-team-head-3">
            <a:extLst xmlns:a="http://schemas.openxmlformats.org/drawingml/2006/main">
              <a:ext uri="{FF2B5EF4-FFF2-40B4-BE49-F238E27FC236}">
                <a16:creationId xmlns:a16="http://schemas.microsoft.com/office/drawing/2014/main" id="{D077F737-38C0-461F-A414-1E89782F1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5924550"/>
            <a:ext cx="228600" cy="228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71926"/>
            </a:solidFill>
            <a:prstDash val="solid"/>
          </a:ln>
        </p:spPr>
      </p:sp>
      <p:sp>
        <p:nvSpPr>
          <p:cNvPr id="33" name="d01-icon-team-body-1">
            <a:extLst xmlns:a="http://schemas.openxmlformats.org/drawingml/2006/main">
              <a:ext uri="{FF2B5EF4-FFF2-40B4-BE49-F238E27FC236}">
                <a16:creationId xmlns:a16="http://schemas.microsoft.com/office/drawing/2014/main" id="{547BE58A-52FD-4F6F-B4A3-20FC63E72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6267450"/>
            <a:ext cx="9525" cy="200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71926"/>
            </a:solidFill>
            <a:prstDash val="solid"/>
          </a:ln>
        </p:spPr>
      </p:sp>
      <p:sp>
        <p:nvSpPr>
          <p:cNvPr id="34" name="d01-icon-team-body-1-top">
            <a:extLst xmlns:a="http://schemas.openxmlformats.org/drawingml/2006/main">
              <a:ext uri="{FF2B5EF4-FFF2-40B4-BE49-F238E27FC236}">
                <a16:creationId xmlns:a16="http://schemas.microsoft.com/office/drawing/2014/main" id="{6625C089-5236-4BD5-AA57-AEF69B9E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6267450"/>
            <a:ext cx="495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71926"/>
            </a:solidFill>
            <a:prstDash val="solid"/>
          </a:ln>
        </p:spPr>
      </p:sp>
      <p:sp>
        <p:nvSpPr>
          <p:cNvPr id="35" name="d01-icon-team-body-1-right">
            <a:extLst xmlns:a="http://schemas.openxmlformats.org/drawingml/2006/main">
              <a:ext uri="{FF2B5EF4-FFF2-40B4-BE49-F238E27FC236}">
                <a16:creationId xmlns:a16="http://schemas.microsoft.com/office/drawing/2014/main" id="{CE7760AE-2D17-47C7-81E5-0D93B0EB9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6267450"/>
            <a:ext cx="9525" cy="200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71926"/>
            </a:solidFill>
            <a:prstDash val="solid"/>
          </a:ln>
        </p:spPr>
      </p:sp>
      <p:sp>
        <p:nvSpPr>
          <p:cNvPr id="36" name="d01-icon-team-body-2">
            <a:extLst xmlns:a="http://schemas.openxmlformats.org/drawingml/2006/main">
              <a:ext uri="{FF2B5EF4-FFF2-40B4-BE49-F238E27FC236}">
                <a16:creationId xmlns:a16="http://schemas.microsoft.com/office/drawing/2014/main" id="{C5EDE152-EF8D-42F6-B7C8-42136CED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6200775"/>
            <a:ext cx="9525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71926"/>
            </a:solidFill>
            <a:prstDash val="solid"/>
          </a:ln>
        </p:spPr>
      </p:sp>
      <p:sp>
        <p:nvSpPr>
          <p:cNvPr id="37" name="d01-icon-team-body-2-top">
            <a:extLst xmlns:a="http://schemas.openxmlformats.org/drawingml/2006/main">
              <a:ext uri="{FF2B5EF4-FFF2-40B4-BE49-F238E27FC236}">
                <a16:creationId xmlns:a16="http://schemas.microsoft.com/office/drawing/2014/main" id="{6568F90E-0E98-4B92-BDD9-9E78FF4F2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6200775"/>
            <a:ext cx="495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71926"/>
            </a:solidFill>
            <a:prstDash val="solid"/>
          </a:ln>
        </p:spPr>
      </p:sp>
      <p:sp>
        <p:nvSpPr>
          <p:cNvPr id="38" name="d01-icon-team-body-2-right">
            <a:extLst xmlns:a="http://schemas.openxmlformats.org/drawingml/2006/main">
              <a:ext uri="{FF2B5EF4-FFF2-40B4-BE49-F238E27FC236}">
                <a16:creationId xmlns:a16="http://schemas.microsoft.com/office/drawing/2014/main" id="{D9EBF45B-562D-4C57-A969-1C4671FF5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6200775"/>
            <a:ext cx="9525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71926"/>
            </a:solidFill>
            <a:prstDash val="solid"/>
          </a:ln>
        </p:spPr>
      </p:sp>
      <p:sp>
        <p:nvSpPr>
          <p:cNvPr id="39" name="d01-icon-chart-y">
            <a:extLst xmlns:a="http://schemas.openxmlformats.org/drawingml/2006/main">
              <a:ext uri="{FF2B5EF4-FFF2-40B4-BE49-F238E27FC236}">
                <a16:creationId xmlns:a16="http://schemas.microsoft.com/office/drawing/2014/main" id="{E2BBF01E-0482-4B23-89F2-C74E562E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086475"/>
            <a:ext cx="9525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71926"/>
            </a:solidFill>
            <a:prstDash val="solid"/>
          </a:ln>
        </p:spPr>
      </p:sp>
      <p:sp>
        <p:nvSpPr>
          <p:cNvPr id="40" name="d01-icon-chart-x">
            <a:extLst xmlns:a="http://schemas.openxmlformats.org/drawingml/2006/main">
              <a:ext uri="{FF2B5EF4-FFF2-40B4-BE49-F238E27FC236}">
                <a16:creationId xmlns:a16="http://schemas.microsoft.com/office/drawing/2014/main" id="{0549FE12-818E-4CA3-A354-EBA672AF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505575"/>
            <a:ext cx="552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71926"/>
            </a:solidFill>
            <a:prstDash val="solid"/>
          </a:ln>
        </p:spPr>
      </p:sp>
      <p:sp>
        <p:nvSpPr>
          <p:cNvPr id="41" name="d01-icon-chart-bar-1">
            <a:extLst xmlns:a="http://schemas.openxmlformats.org/drawingml/2006/main">
              <a:ext uri="{FF2B5EF4-FFF2-40B4-BE49-F238E27FC236}">
                <a16:creationId xmlns:a16="http://schemas.microsoft.com/office/drawing/2014/main" id="{2B7265DF-DAE6-4B29-BD4D-A6E0FEBB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6286500"/>
            <a:ext cx="95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42" name="d01-icon-chart-bar-2">
            <a:extLst xmlns:a="http://schemas.openxmlformats.org/drawingml/2006/main">
              <a:ext uri="{FF2B5EF4-FFF2-40B4-BE49-F238E27FC236}">
                <a16:creationId xmlns:a16="http://schemas.microsoft.com/office/drawing/2014/main" id="{AF56AB9F-95BF-4C93-8A6F-28CFF502C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6172200"/>
            <a:ext cx="95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43" name="d01-icon-chart-bar-3">
            <a:extLst xmlns:a="http://schemas.openxmlformats.org/drawingml/2006/main">
              <a:ext uri="{FF2B5EF4-FFF2-40B4-BE49-F238E27FC236}">
                <a16:creationId xmlns:a16="http://schemas.microsoft.com/office/drawing/2014/main" id="{1768BE24-29F5-439A-BD0E-B7AC0B112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6057900"/>
            <a:ext cx="95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44" name="d01-icon-chart-trend-1">
            <a:extLst xmlns:a="http://schemas.openxmlformats.org/drawingml/2006/main">
              <a:ext uri="{FF2B5EF4-FFF2-40B4-BE49-F238E27FC236}">
                <a16:creationId xmlns:a16="http://schemas.microsoft.com/office/drawing/2014/main" id="{6CFA4F6A-1B8C-4313-B7AC-5ECF97643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076950"/>
            <a:ext cx="123825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45" name="d01-icon-chart-trend-2">
            <a:extLst xmlns:a="http://schemas.openxmlformats.org/drawingml/2006/main">
              <a:ext uri="{FF2B5EF4-FFF2-40B4-BE49-F238E27FC236}">
                <a16:creationId xmlns:a16="http://schemas.microsoft.com/office/drawing/2014/main" id="{E71E68B7-7731-4C3C-BB1F-BF9D34C24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6076950"/>
            <a:ext cx="114300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46" name="d01-icon-chart-trend-3">
            <a:extLst xmlns:a="http://schemas.openxmlformats.org/drawingml/2006/main">
              <a:ext uri="{FF2B5EF4-FFF2-40B4-BE49-F238E27FC236}">
                <a16:creationId xmlns:a16="http://schemas.microsoft.com/office/drawing/2014/main" id="{F7353B22-EDCE-4709-8673-D61B20489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962650"/>
            <a:ext cx="180975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1926"/>
            </a:solidFill>
            <a:prstDash val="solid"/>
          </a:ln>
        </p:spPr>
      </p:sp>
      <p:sp>
        <p:nvSpPr>
          <p:cNvPr id="47" name="d01-icon-chart-arrow">
            <a:extLst xmlns:a="http://schemas.openxmlformats.org/drawingml/2006/main">
              <a:ext uri="{FF2B5EF4-FFF2-40B4-BE49-F238E27FC236}">
                <a16:creationId xmlns:a16="http://schemas.microsoft.com/office/drawing/2014/main" id="{CBE45E68-9EAF-40AA-9007-F7C5D5E5A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5962650"/>
            <a:ext cx="142875" cy="133350"/>
          </a:xfrm>
          <a:custGeom xmlns:a="http://schemas.openxmlformats.org/drawingml/2006/main">
            <a:pathLst>
              <a:path w="142875" h="133350">
                <a:moveTo>
                  <a:pt x="95250" y="0"/>
                </a:moveTo>
                <a:lnTo>
                  <a:pt x="142875" y="13335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d01-benefit-copy">
            <a:extLst xmlns:a="http://schemas.openxmlformats.org/drawingml/2006/main">
              <a:ext uri="{FF2B5EF4-FFF2-40B4-BE49-F238E27FC236}">
                <a16:creationId xmlns:a16="http://schemas.microsoft.com/office/drawing/2014/main" id="{DFB0B207-6813-4A7C-BF00-20BAB5D27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657975"/>
            <a:ext cx="161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提案作成を</a:t>
            </a:r>
          </a:p>
          <a:p xmlns:a="http://schemas.openxmlformats.org/drawingml/2006/main">
            <a:pPr algn="ctr">
              <a:defRPr sz="142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スピーディーに</a:t>
            </a:r>
          </a:p>
        </p:txBody>
      </p:sp>
      <p:sp>
        <p:nvSpPr>
          <p:cNvPr id="49" name="d01-benefit-copy">
            <a:extLst xmlns:a="http://schemas.openxmlformats.org/drawingml/2006/main">
              <a:ext uri="{FF2B5EF4-FFF2-40B4-BE49-F238E27FC236}">
                <a16:creationId xmlns:a16="http://schemas.microsoft.com/office/drawing/2014/main" id="{E53D7D7B-D4E1-4E5D-A441-2620A9A4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6657975"/>
            <a:ext cx="171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データから</a:t>
            </a:r>
          </a:p>
          <a:p xmlns:a="http://schemas.openxmlformats.org/drawingml/2006/main">
            <a:pPr algn="ctr">
              <a:defRPr sz="142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最適な提案を</a:t>
            </a:r>
          </a:p>
        </p:txBody>
      </p:sp>
      <p:sp>
        <p:nvSpPr>
          <p:cNvPr id="50" name="d01-benefit-copy">
            <a:extLst xmlns:a="http://schemas.openxmlformats.org/drawingml/2006/main">
              <a:ext uri="{FF2B5EF4-FFF2-40B4-BE49-F238E27FC236}">
                <a16:creationId xmlns:a16="http://schemas.microsoft.com/office/drawing/2014/main" id="{11481DBE-2978-47AA-A50A-3E86882C2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6657975"/>
            <a:ext cx="1695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ナレッジの共有で</a:t>
            </a:r>
          </a:p>
          <a:p xmlns:a="http://schemas.openxmlformats.org/drawingml/2006/main">
            <a:pPr algn="ctr">
              <a:defRPr sz="142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組織力を強化</a:t>
            </a:r>
          </a:p>
        </p:txBody>
      </p:sp>
      <p:sp>
        <p:nvSpPr>
          <p:cNvPr id="51" name="d01-benefit-copy">
            <a:extLst xmlns:a="http://schemas.openxmlformats.org/drawingml/2006/main">
              <a:ext uri="{FF2B5EF4-FFF2-40B4-BE49-F238E27FC236}">
                <a16:creationId xmlns:a16="http://schemas.microsoft.com/office/drawing/2014/main" id="{A315C42F-5401-4E3F-9596-56CF1533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6657975"/>
            <a:ext cx="2038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継続的な成長と</a:t>
            </a:r>
          </a:p>
          <a:p xmlns:a="http://schemas.openxmlformats.org/drawingml/2006/main">
            <a:pPr algn="ctr">
              <a:defRPr sz="142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新たなビジネスチャンス</a:t>
            </a:r>
          </a:p>
        </p:txBody>
      </p:sp>
      <p:sp>
        <p:nvSpPr>
          <p:cNvPr id="52" name="d01-footer-logo-red-top">
            <a:extLst xmlns:a="http://schemas.openxmlformats.org/drawingml/2006/main">
              <a:ext uri="{FF2B5EF4-FFF2-40B4-BE49-F238E27FC236}">
                <a16:creationId xmlns:a16="http://schemas.microsoft.com/office/drawing/2014/main" id="{5DB39C46-6313-43C5-8ED7-5724F7A32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239125"/>
            <a:ext cx="276225" cy="171450"/>
          </a:xfrm>
          <a:custGeom xmlns:a="http://schemas.openxmlformats.org/drawingml/2006/main">
            <a:pathLst>
              <a:path w="276225" h="171450">
                <a:moveTo>
                  <a:pt x="0" y="66675"/>
                </a:moveTo>
                <a:lnTo>
                  <a:pt x="133350" y="0"/>
                </a:lnTo>
                <a:lnTo>
                  <a:pt x="276225" y="85725"/>
                </a:lnTo>
                <a:lnTo>
                  <a:pt x="142875" y="171450"/>
                </a:lnTo>
                <a:close/>
              </a:path>
            </a:pathLst>
          </a:cu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d01-footer-logo-red-front">
            <a:extLst xmlns:a="http://schemas.openxmlformats.org/drawingml/2006/main">
              <a:ext uri="{FF2B5EF4-FFF2-40B4-BE49-F238E27FC236}">
                <a16:creationId xmlns:a16="http://schemas.microsoft.com/office/drawing/2014/main" id="{4D31EEC2-725E-41D9-AF2D-70DFA06D7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305800"/>
            <a:ext cx="142875" cy="247650"/>
          </a:xfrm>
          <a:custGeom xmlns:a="http://schemas.openxmlformats.org/drawingml/2006/main">
            <a:pathLst>
              <a:path w="142875" h="247650">
                <a:moveTo>
                  <a:pt x="0" y="0"/>
                </a:moveTo>
                <a:lnTo>
                  <a:pt x="142875" y="104775"/>
                </a:lnTo>
                <a:lnTo>
                  <a:pt x="142875" y="247650"/>
                </a:lnTo>
                <a:lnTo>
                  <a:pt x="0" y="161925"/>
                </a:lnTo>
                <a:close/>
              </a:path>
            </a:pathLst>
          </a:custGeom>
          <a:solidFill xmlns:a="http://schemas.openxmlformats.org/drawingml/2006/main">
            <a:srgbClr val="C908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d01-footer-logo-black-side">
            <a:extLst xmlns:a="http://schemas.openxmlformats.org/drawingml/2006/main">
              <a:ext uri="{FF2B5EF4-FFF2-40B4-BE49-F238E27FC236}">
                <a16:creationId xmlns:a16="http://schemas.microsoft.com/office/drawing/2014/main" id="{65C8D626-3EC2-4D4B-BA2A-33CA982B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8324850"/>
            <a:ext cx="133350" cy="228600"/>
          </a:xfrm>
          <a:custGeom xmlns:a="http://schemas.openxmlformats.org/drawingml/2006/main">
            <a:pathLst>
              <a:path w="133350" h="228600">
                <a:moveTo>
                  <a:pt x="0" y="85725"/>
                </a:moveTo>
                <a:lnTo>
                  <a:pt x="133350" y="0"/>
                </a:lnTo>
                <a:lnTo>
                  <a:pt x="133350" y="142875"/>
                </a:lnTo>
                <a:lnTo>
                  <a:pt x="0" y="228600"/>
                </a:lnTo>
                <a:close/>
              </a:path>
            </a:pathLst>
          </a:custGeom>
          <a:solidFill xmlns:a="http://schemas.openxmlformats.org/drawingml/2006/main">
            <a:srgbClr val="101D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d01-footer-brand">
            <a:extLst xmlns:a="http://schemas.openxmlformats.org/drawingml/2006/main">
              <a:ext uri="{FF2B5EF4-FFF2-40B4-BE49-F238E27FC236}">
                <a16:creationId xmlns:a16="http://schemas.microsoft.com/office/drawing/2014/main" id="{3D17A458-E9C9-49DD-B34A-D09BA095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229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提案クエスト</a:t>
            </a:r>
          </a:p>
        </p:txBody>
      </p:sp>
      <p:sp>
        <p:nvSpPr>
          <p:cNvPr id="56" name="d01-footer-divider">
            <a:extLst xmlns:a="http://schemas.openxmlformats.org/drawingml/2006/main">
              <a:ext uri="{FF2B5EF4-FFF2-40B4-BE49-F238E27FC236}">
                <a16:creationId xmlns:a16="http://schemas.microsoft.com/office/drawing/2014/main" id="{67F969BF-A2EA-40F9-9A8A-B199D69D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8210550"/>
            <a:ext cx="9525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7" name="d01-footer-tagline-jp">
            <a:extLst xmlns:a="http://schemas.openxmlformats.org/drawingml/2006/main">
              <a:ext uri="{FF2B5EF4-FFF2-40B4-BE49-F238E27FC236}">
                <a16:creationId xmlns:a16="http://schemas.microsoft.com/office/drawing/2014/main" id="{A04BEFF2-BD25-402A-A984-5614413C5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81915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071"/>
                </a:solidFill>
                <a:latin typeface="Arial"/>
                <a:ea typeface="Arial"/>
                <a:cs typeface="Arial"/>
              </a:rPr>
              <a:t>人とテクノロジーで、より良い社会をつくる</a:t>
            </a:r>
          </a:p>
        </p:txBody>
      </p:sp>
      <p:sp>
        <p:nvSpPr>
          <p:cNvPr id="58" name="d01-footer-tagline-en">
            <a:extLst xmlns:a="http://schemas.openxmlformats.org/drawingml/2006/main">
              <a:ext uri="{FF2B5EF4-FFF2-40B4-BE49-F238E27FC236}">
                <a16:creationId xmlns:a16="http://schemas.microsoft.com/office/drawing/2014/main" id="{ACD0D43B-BBA6-48BA-B6D9-108AAE77B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84201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071"/>
                </a:solidFill>
                <a:latin typeface="Arial"/>
                <a:ea typeface="Arial"/>
                <a:cs typeface="Arial"/>
              </a:rPr>
              <a:t>Think Together, Create the Next.</a:t>
            </a:r>
          </a:p>
        </p:txBody>
      </p:sp>
      <p:sp>
        <p:nvSpPr>
          <p:cNvPr id="59" name="d01-footer-date">
            <a:extLst xmlns:a="http://schemas.openxmlformats.org/drawingml/2006/main">
              <a:ext uri="{FF2B5EF4-FFF2-40B4-BE49-F238E27FC236}">
                <a16:creationId xmlns:a16="http://schemas.microsoft.com/office/drawing/2014/main" id="{2EFEFA70-E809-446E-9872-C00DDDE2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5125" y="8353425"/>
            <a:ext cx="1076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2026.08.26</a:t>
            </a:r>
          </a:p>
        </p:txBody>
      </p:sp>
      <p:sp>
        <p:nvSpPr>
          <p:cNvPr id="60" name="d01-footer-date-rule">
            <a:extLst xmlns:a="http://schemas.openxmlformats.org/drawingml/2006/main">
              <a:ext uri="{FF2B5EF4-FFF2-40B4-BE49-F238E27FC236}">
                <a16:creationId xmlns:a16="http://schemas.microsoft.com/office/drawing/2014/main" id="{32C97094-437D-41C7-AE48-2C639D98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6700" y="8420100"/>
            <a:ext cx="3238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530708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2026-09-19T21:49:03.3770000Z</dcterms:created>
  <dcterms:modified xsi:type="dcterms:W3CDTF">2026-09-19T21:49:03.3770000Z</dcterms:modified>
</coreProperties>
</file>