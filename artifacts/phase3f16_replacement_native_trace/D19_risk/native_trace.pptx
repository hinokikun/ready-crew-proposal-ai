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9bc239eaec4f22" /><Relationship Type="http://schemas.openxmlformats.org/officeDocument/2006/relationships/extended-properties" Target="/docProps/app.xml" Id="R8d3b4a0ae4164d8f" /><Relationship Type="http://schemas.openxmlformats.org/officeDocument/2006/relationships/officeDocument" Target="/ppt/presentation.xml" Id="Red52eddd006f4c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8c9eca3cc740ea"/>
  </p:sldMasterIdLst>
  <p:notesMasterIdLst>
    <p:notesMasterId xmlns:r="http://schemas.openxmlformats.org/officeDocument/2006/relationships" r:id="R64b278b3f8f44456"/>
  </p:notesMasterIdLst>
  <p:sldIdLst>
    <p:sldId xmlns:r="http://schemas.openxmlformats.org/officeDocument/2006/relationships" id="256" r:id="Raccd40654472483b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cde977409b4a44" /><Relationship Type="http://schemas.openxmlformats.org/officeDocument/2006/relationships/slideMaster" Target="/ppt/slideMasters/slideMaster1.xml" Id="R4f8c9eca3cc740ea" /><Relationship Type="http://schemas.openxmlformats.org/officeDocument/2006/relationships/notesMaster" Target="/ppt/notesMasters/notesMaster1.xml" Id="R64b278b3f8f44456" /><Relationship Type="http://schemas.openxmlformats.org/officeDocument/2006/relationships/presProps" Target="/ppt/presProps.xml" Id="R047d8a65d9894f1d" /><Relationship Type="http://schemas.openxmlformats.org/officeDocument/2006/relationships/tableStyles" Target="/ppt/tableStyles.xml" Id="R5b9c8e97e66b4c06" /><Relationship Type="http://schemas.openxmlformats.org/officeDocument/2006/relationships/slide" Target="/ppt/slides/slide1.xml" Id="Raccd4065447248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baf2eb2d17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1ba1fd195b45c5" /><Relationship Type="http://schemas.openxmlformats.org/officeDocument/2006/relationships/notesMaster" Target="/ppt/notesMasters/notesMaster1.xml" Id="R83512ab5ad77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D19 risk replacement native trace v2. Canonical is the sole visual authority. Left risk map, right R1-R5 horizontal risk cards, bottom four risk-management principle cards, geometric header treatment, icons, lines, and text are native/editable. No photo crop is used. Canonical sample content is trace-only and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e7c6d94bb4a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1233dde39c4239" /><Relationship Type="http://schemas.openxmlformats.org/officeDocument/2006/relationships/slideLayout" Target="/ppt/slideLayouts/slideLayout1.xml" Id="R22ea358c635449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a358c635449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2d02c79544bf9" /><Relationship Type="http://schemas.openxmlformats.org/officeDocument/2006/relationships/notesSlide" Target="/ppt/notesSlides/notesSlide1.xml" Id="Rabb8cbafc32c45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d19v9-top-mask">
            <a:extLst xmlns:a="http://schemas.openxmlformats.org/drawingml/2006/main">
              <a:ext uri="{FF2B5EF4-FFF2-40B4-BE49-F238E27FC236}">
                <a16:creationId xmlns:a16="http://schemas.microsoft.com/office/drawing/2014/main" id="{11730309-05E3-4911-8093-8F7B261D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4000500" cy="2571750"/>
          </a:xfrm>
          <a:custGeom xmlns:a="http://schemas.openxmlformats.org/drawingml/2006/main">
            <a:pathLst>
              <a:path w="4000500" h="2571750">
                <a:moveTo>
                  <a:pt x="0" y="0"/>
                </a:moveTo>
                <a:lnTo>
                  <a:pt x="4000500" y="0"/>
                </a:lnTo>
                <a:lnTo>
                  <a:pt x="2476500" y="2571750"/>
                </a:lnTo>
                <a:lnTo>
                  <a:pt x="0" y="25717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19v9-top-pale-band">
            <a:extLst xmlns:a="http://schemas.openxmlformats.org/drawingml/2006/main">
              <a:ext uri="{FF2B5EF4-FFF2-40B4-BE49-F238E27FC236}">
                <a16:creationId xmlns:a16="http://schemas.microsoft.com/office/drawing/2014/main" id="{061A0CEE-6404-4633-83A8-5C0588B9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714500" cy="2571750"/>
          </a:xfrm>
          <a:custGeom xmlns:a="http://schemas.openxmlformats.org/drawingml/2006/main">
            <a:pathLst>
              <a:path w="1714500" h="2571750">
                <a:moveTo>
                  <a:pt x="1333500" y="0"/>
                </a:moveTo>
                <a:lnTo>
                  <a:pt x="1714500" y="0"/>
                </a:lnTo>
                <a:lnTo>
                  <a:pt x="381000" y="2571750"/>
                </a:lnTo>
                <a:lnTo>
                  <a:pt x="0" y="2571750"/>
                </a:lnTo>
                <a:close/>
              </a:path>
            </a:pathLst>
          </a:custGeom>
          <a:solidFill xmlns:a="http://schemas.openxmlformats.org/drawingml/2006/main">
            <a:srgbClr val="F9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19v9-top-red-band">
            <a:extLst xmlns:a="http://schemas.openxmlformats.org/drawingml/2006/main">
              <a:ext uri="{FF2B5EF4-FFF2-40B4-BE49-F238E27FC236}">
                <a16:creationId xmlns:a16="http://schemas.microsoft.com/office/drawing/2014/main" id="{BC4E5A99-B127-4318-AA7C-92DBFB0E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2095500" cy="2571750"/>
          </a:xfrm>
          <a:custGeom xmlns:a="http://schemas.openxmlformats.org/drawingml/2006/main">
            <a:pathLst>
              <a:path w="2095500" h="2571750">
                <a:moveTo>
                  <a:pt x="1333500" y="0"/>
                </a:moveTo>
                <a:lnTo>
                  <a:pt x="2095500" y="0"/>
                </a:lnTo>
                <a:lnTo>
                  <a:pt x="762000" y="2571750"/>
                </a:lnTo>
                <a:lnTo>
                  <a:pt x="0" y="25717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19v9-top-gray-band">
            <a:extLst xmlns:a="http://schemas.openxmlformats.org/drawingml/2006/main">
              <a:ext uri="{FF2B5EF4-FFF2-40B4-BE49-F238E27FC236}">
                <a16:creationId xmlns:a16="http://schemas.microsoft.com/office/drawing/2014/main" id="{17EA7359-C2CB-4A2F-8224-410DDD6A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1619250" cy="2571750"/>
          </a:xfrm>
          <a:custGeom xmlns:a="http://schemas.openxmlformats.org/drawingml/2006/main">
            <a:pathLst>
              <a:path w="1619250" h="2571750">
                <a:moveTo>
                  <a:pt x="1333500" y="0"/>
                </a:moveTo>
                <a:lnTo>
                  <a:pt x="1619250" y="0"/>
                </a:lnTo>
                <a:lnTo>
                  <a:pt x="285750" y="2571750"/>
                </a:lnTo>
                <a:lnTo>
                  <a:pt x="0" y="2571750"/>
                </a:lnTo>
                <a:close/>
              </a:path>
            </a:pathLst>
          </a:cu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19v2-bottom-red-band">
            <a:extLst xmlns:a="http://schemas.openxmlformats.org/drawingml/2006/main">
              <a:ext uri="{FF2B5EF4-FFF2-40B4-BE49-F238E27FC236}">
                <a16:creationId xmlns:a16="http://schemas.microsoft.com/office/drawing/2014/main" id="{157AF8BF-A9B8-46D1-8180-1318DE00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334250"/>
            <a:ext cx="4114800" cy="1628775"/>
          </a:xfrm>
          <a:custGeom xmlns:a="http://schemas.openxmlformats.org/drawingml/2006/main">
            <a:pathLst>
              <a:path w="4114800" h="1628775">
                <a:moveTo>
                  <a:pt x="0" y="1628775"/>
                </a:moveTo>
                <a:lnTo>
                  <a:pt x="4114800" y="0"/>
                </a:lnTo>
                <a:lnTo>
                  <a:pt x="4114800" y="16287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19v2-bottom-dark-band">
            <a:extLst xmlns:a="http://schemas.openxmlformats.org/drawingml/2006/main">
              <a:ext uri="{FF2B5EF4-FFF2-40B4-BE49-F238E27FC236}">
                <a16:creationId xmlns:a16="http://schemas.microsoft.com/office/drawing/2014/main" id="{91D5135A-1E1A-4880-B2CD-8E32527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943850"/>
            <a:ext cx="2305050" cy="1019175"/>
          </a:xfrm>
          <a:custGeom xmlns:a="http://schemas.openxmlformats.org/drawingml/2006/main">
            <a:pathLst>
              <a:path w="2305050" h="1019175">
                <a:moveTo>
                  <a:pt x="0" y="1019175"/>
                </a:moveTo>
                <a:lnTo>
                  <a:pt x="2305050" y="0"/>
                </a:lnTo>
                <a:lnTo>
                  <a:pt x="2305050" y="1019175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19v2-header-number">
            <a:extLst xmlns:a="http://schemas.openxmlformats.org/drawingml/2006/main">
              <a:ext uri="{FF2B5EF4-FFF2-40B4-BE49-F238E27FC236}">
                <a16:creationId xmlns:a16="http://schemas.microsoft.com/office/drawing/2014/main" id="{2D3F0953-499C-45C6-B001-B3087E73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D19</a:t>
            </a:r>
          </a:p>
        </p:txBody>
      </p:sp>
      <p:sp>
        <p:nvSpPr>
          <p:cNvPr id="27" name="d19v2-header-section">
            <a:extLst xmlns:a="http://schemas.openxmlformats.org/drawingml/2006/main">
              <a:ext uri="{FF2B5EF4-FFF2-40B4-BE49-F238E27FC236}">
                <a16:creationId xmlns:a16="http://schemas.microsoft.com/office/drawing/2014/main" id="{725E0A19-3118-427D-AEC0-4C3CBD1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6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リスクと対策</a:t>
            </a:r>
          </a:p>
        </p:txBody>
      </p:sp>
      <p:sp>
        <p:nvSpPr>
          <p:cNvPr id="28" name="d19v2-header-brand">
            <a:extLst xmlns:a="http://schemas.openxmlformats.org/drawingml/2006/main">
              <a:ext uri="{FF2B5EF4-FFF2-40B4-BE49-F238E27FC236}">
                <a16:creationId xmlns:a16="http://schemas.microsoft.com/office/drawing/2014/main" id="{BBB6A36F-D8D9-45A7-B1D2-C09ECCBD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8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E71926"/>
                </a:solidFill>
              </a:rPr>
              <a:t>提案</a:t>
            </a:r>
            <a:r>
              <a:t>クエスト</a:t>
            </a:r>
          </a:p>
        </p:txBody>
      </p:sp>
      <p:sp>
        <p:nvSpPr>
          <p:cNvPr id="29" name="d19v2-header-tagline">
            <a:extLst xmlns:a="http://schemas.openxmlformats.org/drawingml/2006/main">
              <a:ext uri="{FF2B5EF4-FFF2-40B4-BE49-F238E27FC236}">
                <a16:creationId xmlns:a16="http://schemas.microsoft.com/office/drawing/2014/main" id="{98307D54-77AD-4ECA-8048-B1289FEF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81025"/>
            <a:ext cx="2190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30" name="d19v2-header-english">
            <a:extLst xmlns:a="http://schemas.openxmlformats.org/drawingml/2006/main">
              <a:ext uri="{FF2B5EF4-FFF2-40B4-BE49-F238E27FC236}">
                <a16:creationId xmlns:a16="http://schemas.microsoft.com/office/drawing/2014/main" id="{AA9D4DD6-E566-4899-9C6C-8DF15EA9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000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31" name="d19v2-header-rule">
            <a:extLst xmlns:a="http://schemas.openxmlformats.org/drawingml/2006/main">
              <a:ext uri="{FF2B5EF4-FFF2-40B4-BE49-F238E27FC236}">
                <a16:creationId xmlns:a16="http://schemas.microsoft.com/office/drawing/2014/main" id="{C5984259-81C0-4DB8-9D25-BBEB00A5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04875"/>
            <a:ext cx="1238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1D28"/>
            </a:solidFill>
            <a:prstDash val="solid"/>
          </a:ln>
        </p:spPr>
      </p:sp>
      <p:sp>
        <p:nvSpPr>
          <p:cNvPr id="32" name="d19v2-header-red-rule">
            <a:extLst xmlns:a="http://schemas.openxmlformats.org/drawingml/2006/main">
              <a:ext uri="{FF2B5EF4-FFF2-40B4-BE49-F238E27FC236}">
                <a16:creationId xmlns:a16="http://schemas.microsoft.com/office/drawing/2014/main" id="{D843CFA6-AFD8-4FE2-8542-BBBB9A24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04875"/>
            <a:ext cx="304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33" name="d19v2-title">
            <a:extLst xmlns:a="http://schemas.openxmlformats.org/drawingml/2006/main">
              <a:ext uri="{FF2B5EF4-FFF2-40B4-BE49-F238E27FC236}">
                <a16:creationId xmlns:a16="http://schemas.microsoft.com/office/drawing/2014/main" id="{E238C643-B469-41F2-8833-61D9D1FA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主要リスクと対策</a:t>
            </a:r>
          </a:p>
        </p:txBody>
      </p:sp>
      <p:sp>
        <p:nvSpPr>
          <p:cNvPr id="36" name="d19v2-lead-canonical-mask">
            <a:extLst xmlns:a="http://schemas.openxmlformats.org/drawingml/2006/main">
              <a:ext uri="{FF2B5EF4-FFF2-40B4-BE49-F238E27FC236}">
                <a16:creationId xmlns:a16="http://schemas.microsoft.com/office/drawing/2014/main" id="{949311D5-67A7-47D0-8D24-7A05CA78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000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19v2-lead-canonical">
            <a:extLst xmlns:a="http://schemas.openxmlformats.org/drawingml/2006/main">
              <a:ext uri="{FF2B5EF4-FFF2-40B4-BE49-F238E27FC236}">
                <a16:creationId xmlns:a16="http://schemas.microsoft.com/office/drawing/2014/main" id="{2533667C-D15B-428D-9DBE-F27A54A2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導入前に想定リスクを整理し、予防策・発生時対応・責任者を明確にすることで、安全な運用を実現します。</a:t>
            </a:r>
          </a:p>
        </p:txBody>
      </p:sp>
      <p:sp>
        <p:nvSpPr>
          <p:cNvPr id="38" name="d19v10-top-red-continuous">
            <a:extLst xmlns:a="http://schemas.openxmlformats.org/drawingml/2006/main">
              <a:ext uri="{FF2B5EF4-FFF2-40B4-BE49-F238E27FC236}">
                <a16:creationId xmlns:a16="http://schemas.microsoft.com/office/drawing/2014/main" id="{7CFFC218-0BFF-495C-A890-2F66E58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2095500" cy="2571750"/>
          </a:xfrm>
          <a:custGeom xmlns:a="http://schemas.openxmlformats.org/drawingml/2006/main">
            <a:pathLst>
              <a:path w="2095500" h="2571750">
                <a:moveTo>
                  <a:pt x="1333500" y="0"/>
                </a:moveTo>
                <a:lnTo>
                  <a:pt x="2095500" y="0"/>
                </a:lnTo>
                <a:lnTo>
                  <a:pt x="762000" y="2571750"/>
                </a:lnTo>
                <a:lnTo>
                  <a:pt x="0" y="25717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19v2-card-rule">
            <a:extLst xmlns:a="http://schemas.openxmlformats.org/drawingml/2006/main">
              <a:ext uri="{FF2B5EF4-FFF2-40B4-BE49-F238E27FC236}">
                <a16:creationId xmlns:a16="http://schemas.microsoft.com/office/drawing/2014/main" id="{613EDDD7-D2EC-4F67-8004-41547E10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14575"/>
            <a:ext cx="104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71926"/>
            </a:solidFill>
            <a:prstDash val="solid"/>
          </a:ln>
        </p:spPr>
      </p:sp>
      <p:sp>
        <p:nvSpPr>
          <p:cNvPr id="42" name="d19v2-card-title">
            <a:extLst xmlns:a="http://schemas.openxmlformats.org/drawingml/2006/main">
              <a:ext uri="{FF2B5EF4-FFF2-40B4-BE49-F238E27FC236}">
                <a16:creationId xmlns:a16="http://schemas.microsoft.com/office/drawing/2014/main" id="{5A5CFF0E-8CC7-4FE5-88D2-900C915B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47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主要リスクと対応方針</a:t>
            </a:r>
          </a:p>
        </p:txBody>
      </p:sp>
      <p:sp>
        <p:nvSpPr>
          <p:cNvPr id="85" name="d19v2-icon-card0-body">
            <a:extLst xmlns:a="http://schemas.openxmlformats.org/drawingml/2006/main">
              <a:ext uri="{FF2B5EF4-FFF2-40B4-BE49-F238E27FC236}">
                <a16:creationId xmlns:a16="http://schemas.microsoft.com/office/drawing/2014/main" id="{BB75BD83-D43F-4466-8036-C8CA34C1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147" y="2811018"/>
            <a:ext cx="181356" cy="229362"/>
          </a:xfrm>
          <a:custGeom xmlns:a="http://schemas.openxmlformats.org/drawingml/2006/main">
            <a:pathLst>
              <a:path w="181356" h="229362">
                <a:moveTo>
                  <a:pt x="90678" y="0"/>
                </a:moveTo>
                <a:lnTo>
                  <a:pt x="181356" y="32004"/>
                </a:lnTo>
                <a:lnTo>
                  <a:pt x="165354" y="154686"/>
                </a:lnTo>
                <a:lnTo>
                  <a:pt x="90678" y="229362"/>
                </a:lnTo>
                <a:lnTo>
                  <a:pt x="16002" y="154686"/>
                </a:lnTo>
                <a:lnTo>
                  <a:pt x="0" y="320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6" name="d19v2-icon-card0-check1">
            <a:extLst xmlns:a="http://schemas.openxmlformats.org/drawingml/2006/main">
              <a:ext uri="{FF2B5EF4-FFF2-40B4-BE49-F238E27FC236}">
                <a16:creationId xmlns:a16="http://schemas.microsoft.com/office/drawing/2014/main" id="{6F34DE1D-5B2B-4BB7-A221-31838CE2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928366"/>
            <a:ext cx="40005" cy="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7" name="d19v2-icon-card0-check2">
            <a:extLst xmlns:a="http://schemas.openxmlformats.org/drawingml/2006/main">
              <a:ext uri="{FF2B5EF4-FFF2-40B4-BE49-F238E27FC236}">
                <a16:creationId xmlns:a16="http://schemas.microsoft.com/office/drawing/2014/main" id="{FCE2CC78-E7E3-4170-BD43-034426A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157" y="2888361"/>
            <a:ext cx="69342" cy="800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97" name="d19v2-icon-card1-outline">
            <a:extLst xmlns:a="http://schemas.openxmlformats.org/drawingml/2006/main">
              <a:ext uri="{FF2B5EF4-FFF2-40B4-BE49-F238E27FC236}">
                <a16:creationId xmlns:a16="http://schemas.microsoft.com/office/drawing/2014/main" id="{9F0DE79D-847A-497F-8BD4-2A7B1692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477" y="3530727"/>
            <a:ext cx="234696" cy="234696"/>
          </a:xfrm>
          <a:custGeom xmlns:a="http://schemas.openxmlformats.org/drawingml/2006/main">
            <a:pathLst>
              <a:path w="234696" h="234696">
                <a:moveTo>
                  <a:pt x="117348" y="0"/>
                </a:moveTo>
                <a:lnTo>
                  <a:pt x="152049" y="33572"/>
                </a:lnTo>
                <a:lnTo>
                  <a:pt x="200326" y="34370"/>
                </a:lnTo>
                <a:lnTo>
                  <a:pt x="201124" y="82647"/>
                </a:lnTo>
                <a:lnTo>
                  <a:pt x="234696" y="117348"/>
                </a:lnTo>
                <a:lnTo>
                  <a:pt x="201124" y="152049"/>
                </a:lnTo>
                <a:lnTo>
                  <a:pt x="200326" y="200326"/>
                </a:lnTo>
                <a:lnTo>
                  <a:pt x="152049" y="201124"/>
                </a:lnTo>
                <a:lnTo>
                  <a:pt x="117348" y="234696"/>
                </a:lnTo>
                <a:lnTo>
                  <a:pt x="82647" y="201124"/>
                </a:lnTo>
                <a:lnTo>
                  <a:pt x="34370" y="200326"/>
                </a:lnTo>
                <a:lnTo>
                  <a:pt x="33572" y="152049"/>
                </a:lnTo>
                <a:lnTo>
                  <a:pt x="0" y="117348"/>
                </a:lnTo>
                <a:lnTo>
                  <a:pt x="33572" y="82647"/>
                </a:lnTo>
                <a:lnTo>
                  <a:pt x="34370" y="34370"/>
                </a:lnTo>
                <a:lnTo>
                  <a:pt x="82647" y="335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98" name="d19v2-icon-card1-ring">
            <a:extLst xmlns:a="http://schemas.openxmlformats.org/drawingml/2006/main">
              <a:ext uri="{FF2B5EF4-FFF2-40B4-BE49-F238E27FC236}">
                <a16:creationId xmlns:a16="http://schemas.microsoft.com/office/drawing/2014/main" id="{012E698F-920F-4F68-BA73-8A7D4E2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486" y="3602736"/>
            <a:ext cx="90678" cy="906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99" name="d19v2-icon-card1-hub">
            <a:extLst xmlns:a="http://schemas.openxmlformats.org/drawingml/2006/main">
              <a:ext uri="{FF2B5EF4-FFF2-40B4-BE49-F238E27FC236}">
                <a16:creationId xmlns:a16="http://schemas.microsoft.com/office/drawing/2014/main" id="{FF09F797-91B0-42BB-9B67-D24A1BF5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1490" y="3634740"/>
            <a:ext cx="26670" cy="266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19v2-icon-card2-head1">
            <a:extLst xmlns:a="http://schemas.openxmlformats.org/drawingml/2006/main">
              <a:ext uri="{FF2B5EF4-FFF2-40B4-BE49-F238E27FC236}">
                <a16:creationId xmlns:a16="http://schemas.microsoft.com/office/drawing/2014/main" id="{F918A329-B3C8-4C12-82A9-B44BAD94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7289" y="4255770"/>
            <a:ext cx="53340" cy="533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10" name="d19v2-icon-card2-head2">
            <a:extLst xmlns:a="http://schemas.openxmlformats.org/drawingml/2006/main">
              <a:ext uri="{FF2B5EF4-FFF2-40B4-BE49-F238E27FC236}">
                <a16:creationId xmlns:a16="http://schemas.microsoft.com/office/drawing/2014/main" id="{42D4823C-E1C6-45D0-8C33-3F25BA23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630" y="4237101"/>
            <a:ext cx="53340" cy="533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11" name="d19v2-icon-card2-head3">
            <a:extLst xmlns:a="http://schemas.openxmlformats.org/drawingml/2006/main">
              <a:ext uri="{FF2B5EF4-FFF2-40B4-BE49-F238E27FC236}">
                <a16:creationId xmlns:a16="http://schemas.microsoft.com/office/drawing/2014/main" id="{157FD6AE-35F7-4C49-8554-5FDFE161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971" y="4255770"/>
            <a:ext cx="53340" cy="533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12" name="d19v2-icon-card2-body1">
            <a:extLst xmlns:a="http://schemas.openxmlformats.org/drawingml/2006/main">
              <a:ext uri="{FF2B5EF4-FFF2-40B4-BE49-F238E27FC236}">
                <a16:creationId xmlns:a16="http://schemas.microsoft.com/office/drawing/2014/main" id="{6C00DE31-A550-490D-B957-BB7EF684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52" y="4351782"/>
            <a:ext cx="98679" cy="101346"/>
          </a:xfrm>
          <a:custGeom xmlns:a="http://schemas.openxmlformats.org/drawingml/2006/main">
            <a:pathLst>
              <a:path w="98679" h="101346">
                <a:moveTo>
                  <a:pt x="0" y="101346"/>
                </a:moveTo>
                <a:lnTo>
                  <a:pt x="16002" y="26670"/>
                </a:lnTo>
                <a:lnTo>
                  <a:pt x="50673" y="0"/>
                </a:lnTo>
                <a:lnTo>
                  <a:pt x="85344" y="26670"/>
                </a:lnTo>
                <a:lnTo>
                  <a:pt x="98679" y="1013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13" name="d19v2-icon-card2-body2">
            <a:extLst xmlns:a="http://schemas.openxmlformats.org/drawingml/2006/main">
              <a:ext uri="{FF2B5EF4-FFF2-40B4-BE49-F238E27FC236}">
                <a16:creationId xmlns:a16="http://schemas.microsoft.com/office/drawing/2014/main" id="{106B410A-0139-44C3-8525-9BF1AA45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4335780"/>
            <a:ext cx="117348" cy="117348"/>
          </a:xfrm>
          <a:custGeom xmlns:a="http://schemas.openxmlformats.org/drawingml/2006/main">
            <a:pathLst>
              <a:path w="117348" h="117348">
                <a:moveTo>
                  <a:pt x="0" y="117348"/>
                </a:moveTo>
                <a:lnTo>
                  <a:pt x="16002" y="26670"/>
                </a:lnTo>
                <a:lnTo>
                  <a:pt x="58674" y="0"/>
                </a:lnTo>
                <a:lnTo>
                  <a:pt x="101346" y="26670"/>
                </a:lnTo>
                <a:lnTo>
                  <a:pt x="117348" y="1173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14" name="d19v2-icon-card2-body3">
            <a:extLst xmlns:a="http://schemas.openxmlformats.org/drawingml/2006/main">
              <a:ext uri="{FF2B5EF4-FFF2-40B4-BE49-F238E27FC236}">
                <a16:creationId xmlns:a16="http://schemas.microsoft.com/office/drawing/2014/main" id="{C45AC3AD-C9C2-4713-8A86-5AA575ED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969" y="4351782"/>
            <a:ext cx="98679" cy="101346"/>
          </a:xfrm>
          <a:custGeom xmlns:a="http://schemas.openxmlformats.org/drawingml/2006/main">
            <a:pathLst>
              <a:path w="98679" h="101346">
                <a:moveTo>
                  <a:pt x="0" y="101346"/>
                </a:moveTo>
                <a:lnTo>
                  <a:pt x="16002" y="26670"/>
                </a:lnTo>
                <a:lnTo>
                  <a:pt x="50673" y="0"/>
                </a:lnTo>
                <a:lnTo>
                  <a:pt x="85344" y="26670"/>
                </a:lnTo>
                <a:lnTo>
                  <a:pt x="98679" y="1013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24" name="d19v2-icon-card3-top">
            <a:extLst xmlns:a="http://schemas.openxmlformats.org/drawingml/2006/main">
              <a:ext uri="{FF2B5EF4-FFF2-40B4-BE49-F238E27FC236}">
                <a16:creationId xmlns:a16="http://schemas.microsoft.com/office/drawing/2014/main" id="{B1CE4C7D-B361-492C-A546-6F5882E7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813" y="4959477"/>
            <a:ext cx="192024" cy="6400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25" name="d19v2-icon-card3-body">
            <a:extLst xmlns:a="http://schemas.openxmlformats.org/drawingml/2006/main">
              <a:ext uri="{FF2B5EF4-FFF2-40B4-BE49-F238E27FC236}">
                <a16:creationId xmlns:a16="http://schemas.microsoft.com/office/drawing/2014/main" id="{15B496AF-AB24-43F4-91DA-3255C8E1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813" y="4991481"/>
            <a:ext cx="192024" cy="144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26" name="d19v2-icon-card3-bottom">
            <a:extLst xmlns:a="http://schemas.openxmlformats.org/drawingml/2006/main">
              <a:ext uri="{FF2B5EF4-FFF2-40B4-BE49-F238E27FC236}">
                <a16:creationId xmlns:a16="http://schemas.microsoft.com/office/drawing/2014/main" id="{D4928C34-BFE2-4323-B189-4EBDA899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813" y="5098161"/>
            <a:ext cx="192024" cy="6400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36" name="d19v2-icon-card4-body">
            <a:extLst xmlns:a="http://schemas.openxmlformats.org/drawingml/2006/main">
              <a:ext uri="{FF2B5EF4-FFF2-40B4-BE49-F238E27FC236}">
                <a16:creationId xmlns:a16="http://schemas.microsoft.com/office/drawing/2014/main" id="{81EEFE54-9E26-44DF-A80A-F904ABC6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5684520"/>
            <a:ext cx="154686" cy="202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37" name="d19v2-icon-card4-fold">
            <a:extLst xmlns:a="http://schemas.openxmlformats.org/drawingml/2006/main">
              <a:ext uri="{FF2B5EF4-FFF2-40B4-BE49-F238E27FC236}">
                <a16:creationId xmlns:a16="http://schemas.microsoft.com/office/drawing/2014/main" id="{3DEBE778-2A1F-4695-BB42-FEC92A2B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495" y="5684520"/>
            <a:ext cx="48006" cy="48006"/>
          </a:xfrm>
          <a:custGeom xmlns:a="http://schemas.openxmlformats.org/drawingml/2006/main">
            <a:pathLst>
              <a:path w="48006" h="48006">
                <a:moveTo>
                  <a:pt x="0" y="0"/>
                </a:moveTo>
                <a:lnTo>
                  <a:pt x="48006" y="48006"/>
                </a:lnTo>
                <a:lnTo>
                  <a:pt x="0" y="480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38" name="d19v2-icon-card4-line1">
            <a:extLst xmlns:a="http://schemas.openxmlformats.org/drawingml/2006/main">
              <a:ext uri="{FF2B5EF4-FFF2-40B4-BE49-F238E27FC236}">
                <a16:creationId xmlns:a16="http://schemas.microsoft.com/office/drawing/2014/main" id="{7C4611F4-4AE1-48C1-BE95-34176509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485" y="5769864"/>
            <a:ext cx="10134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39" name="d19v2-icon-card4-line2">
            <a:extLst xmlns:a="http://schemas.openxmlformats.org/drawingml/2006/main">
              <a:ext uri="{FF2B5EF4-FFF2-40B4-BE49-F238E27FC236}">
                <a16:creationId xmlns:a16="http://schemas.microsoft.com/office/drawing/2014/main" id="{29C697A5-EE3D-4B3B-8876-0DBA488C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485" y="5809869"/>
            <a:ext cx="88011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45" name="d19v3-right-cards-mask">
            <a:extLst xmlns:a="http://schemas.openxmlformats.org/drawingml/2006/main">
              <a:ext uri="{FF2B5EF4-FFF2-40B4-BE49-F238E27FC236}">
                <a16:creationId xmlns:a16="http://schemas.microsoft.com/office/drawing/2014/main" id="{A797D989-F926-441B-9FCD-6A9F8A09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8382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9" name="d19v8-policy-mask">
            <a:extLst xmlns:a="http://schemas.openxmlformats.org/drawingml/2006/main">
              <a:ext uri="{FF2B5EF4-FFF2-40B4-BE49-F238E27FC236}">
                <a16:creationId xmlns:a16="http://schemas.microsoft.com/office/drawing/2014/main" id="{E144EF10-01FC-44C2-8D3D-D52BA5CD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972300"/>
            <a:ext cx="15259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d19v8-policy-band">
            <a:extLst xmlns:a="http://schemas.openxmlformats.org/drawingml/2006/main">
              <a:ext uri="{FF2B5EF4-FFF2-40B4-BE49-F238E27FC236}">
                <a16:creationId xmlns:a16="http://schemas.microsoft.com/office/drawing/2014/main" id="{56B7DC58-2FC1-46CE-90DF-332B11BC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067550"/>
            <a:ext cx="15259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1" name="d19v8-policy-rule">
            <a:extLst xmlns:a="http://schemas.openxmlformats.org/drawingml/2006/main">
              <a:ext uri="{FF2B5EF4-FFF2-40B4-BE49-F238E27FC236}">
                <a16:creationId xmlns:a16="http://schemas.microsoft.com/office/drawing/2014/main" id="{2E9A2F7D-AE64-473B-BC27-ECC067E9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067550"/>
            <a:ext cx="104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71926"/>
            </a:solidFill>
            <a:prstDash val="solid"/>
          </a:ln>
        </p:spPr>
      </p:sp>
      <p:sp>
        <p:nvSpPr>
          <p:cNvPr id="852" name="d19v8-policy-title">
            <a:extLst xmlns:a="http://schemas.openxmlformats.org/drawingml/2006/main">
              <a:ext uri="{FF2B5EF4-FFF2-40B4-BE49-F238E27FC236}">
                <a16:creationId xmlns:a16="http://schemas.microsoft.com/office/drawing/2014/main" id="{B5CF5C34-AA10-4B13-80D8-1981C852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0008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リスク管理の基本方針</a:t>
            </a:r>
          </a:p>
        </p:txBody>
      </p:sp>
      <p:sp>
        <p:nvSpPr>
          <p:cNvPr id="853" name="d19v8-policy-card-0">
            <a:extLst xmlns:a="http://schemas.openxmlformats.org/drawingml/2006/main">
              <a:ext uri="{FF2B5EF4-FFF2-40B4-BE49-F238E27FC236}">
                <a16:creationId xmlns:a16="http://schemas.microsoft.com/office/drawing/2014/main" id="{CA8574E4-1AE8-4922-8F67-F6681F80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77100"/>
            <a:ext cx="3590925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4" name="d19v8-policy-badge-0">
            <a:extLst xmlns:a="http://schemas.openxmlformats.org/drawingml/2006/main">
              <a:ext uri="{FF2B5EF4-FFF2-40B4-BE49-F238E27FC236}">
                <a16:creationId xmlns:a16="http://schemas.microsoft.com/office/drawing/2014/main" id="{52AC3526-6BBB-47B2-A5F4-16C36E6B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5" name="d19v8-policy-badge-text-0">
            <a:extLst xmlns:a="http://schemas.openxmlformats.org/drawingml/2006/main">
              <a:ext uri="{FF2B5EF4-FFF2-40B4-BE49-F238E27FC236}">
                <a16:creationId xmlns:a16="http://schemas.microsoft.com/office/drawing/2014/main" id="{C460C93C-D2F8-4AEB-A9F6-37C28C37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15225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56" name="d19v8-policy-title-0">
            <a:extLst xmlns:a="http://schemas.openxmlformats.org/drawingml/2006/main">
              <a:ext uri="{FF2B5EF4-FFF2-40B4-BE49-F238E27FC236}">
                <a16:creationId xmlns:a16="http://schemas.microsoft.com/office/drawing/2014/main" id="{30215CA5-8898-4E7E-8FD7-D5A1A01F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4390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AI任せにしない</a:t>
            </a:r>
          </a:p>
        </p:txBody>
      </p:sp>
      <p:sp>
        <p:nvSpPr>
          <p:cNvPr id="857" name="d19v8-policy-body-0">
            <a:extLst xmlns:a="http://schemas.openxmlformats.org/drawingml/2006/main">
              <a:ext uri="{FF2B5EF4-FFF2-40B4-BE49-F238E27FC236}">
                <a16:creationId xmlns:a16="http://schemas.microsoft.com/office/drawing/2014/main" id="{93BBF519-3486-49F0-BE8D-E0740041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734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重要な判断は人が確認し、</a:t>
            </a:r>
          </a:p>
          <a:p xmlns:a="http://schemas.openxmlformats.org/drawingml/2006/main">
            <a:pPr algn="l">
              <a:defRPr sz="99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最終責任を持ちます。</a:t>
            </a:r>
          </a:p>
        </p:txBody>
      </p:sp>
      <p:sp>
        <p:nvSpPr>
          <p:cNvPr id="858" name="d19v8-policy-card-1">
            <a:extLst xmlns:a="http://schemas.openxmlformats.org/drawingml/2006/main">
              <a:ext uri="{FF2B5EF4-FFF2-40B4-BE49-F238E27FC236}">
                <a16:creationId xmlns:a16="http://schemas.microsoft.com/office/drawing/2014/main" id="{8DE683A4-0712-4484-938E-01009AC7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277100"/>
            <a:ext cx="3590925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9" name="d19v8-policy-badge-1">
            <a:extLst xmlns:a="http://schemas.openxmlformats.org/drawingml/2006/main">
              <a:ext uri="{FF2B5EF4-FFF2-40B4-BE49-F238E27FC236}">
                <a16:creationId xmlns:a16="http://schemas.microsoft.com/office/drawing/2014/main" id="{9A77A37D-CE14-4059-895C-8E980D61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42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0" name="d19v8-policy-badge-text-1">
            <a:extLst xmlns:a="http://schemas.openxmlformats.org/drawingml/2006/main">
              <a:ext uri="{FF2B5EF4-FFF2-40B4-BE49-F238E27FC236}">
                <a16:creationId xmlns:a16="http://schemas.microsoft.com/office/drawing/2014/main" id="{5FDA1F31-0FCD-4ADD-91CE-2F57F726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515225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61" name="d19v8-policy-title-1">
            <a:extLst xmlns:a="http://schemas.openxmlformats.org/drawingml/2006/main">
              <a:ext uri="{FF2B5EF4-FFF2-40B4-BE49-F238E27FC236}">
                <a16:creationId xmlns:a16="http://schemas.microsoft.com/office/drawing/2014/main" id="{2BCB5D01-A8B7-4956-A20A-52EF6637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74390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最小権限で運用</a:t>
            </a:r>
          </a:p>
        </p:txBody>
      </p:sp>
      <p:sp>
        <p:nvSpPr>
          <p:cNvPr id="862" name="d19v8-policy-body-1">
            <a:extLst xmlns:a="http://schemas.openxmlformats.org/drawingml/2006/main">
              <a:ext uri="{FF2B5EF4-FFF2-40B4-BE49-F238E27FC236}">
                <a16:creationId xmlns:a16="http://schemas.microsoft.com/office/drawing/2014/main" id="{417A8F04-B5F4-4EC4-A871-C6EEFA06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7734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必要な権限だけを付与し、</a:t>
            </a:r>
          </a:p>
          <a:p xmlns:a="http://schemas.openxmlformats.org/drawingml/2006/main">
            <a:pPr algn="l">
              <a:defRPr sz="99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アクセスを管理します。</a:t>
            </a:r>
          </a:p>
        </p:txBody>
      </p:sp>
      <p:sp>
        <p:nvSpPr>
          <p:cNvPr id="863" name="d19v8-policy-card-2">
            <a:extLst xmlns:a="http://schemas.openxmlformats.org/drawingml/2006/main">
              <a:ext uri="{FF2B5EF4-FFF2-40B4-BE49-F238E27FC236}">
                <a16:creationId xmlns:a16="http://schemas.microsoft.com/office/drawing/2014/main" id="{5557A5D8-BB84-4E7E-AE79-B5D9F83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7277100"/>
            <a:ext cx="3590925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4" name="d19v8-policy-badge-2">
            <a:extLst xmlns:a="http://schemas.openxmlformats.org/drawingml/2006/main">
              <a:ext uri="{FF2B5EF4-FFF2-40B4-BE49-F238E27FC236}">
                <a16:creationId xmlns:a16="http://schemas.microsoft.com/office/drawing/2014/main" id="{0920B39A-35C5-44F1-9979-93E00EE5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742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5" name="d19v8-policy-badge-text-2">
            <a:extLst xmlns:a="http://schemas.openxmlformats.org/drawingml/2006/main">
              <a:ext uri="{FF2B5EF4-FFF2-40B4-BE49-F238E27FC236}">
                <a16:creationId xmlns:a16="http://schemas.microsoft.com/office/drawing/2014/main" id="{58AEDECF-BA73-4083-95F0-E9AD5EE1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7515225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66" name="d19v8-policy-title-2">
            <a:extLst xmlns:a="http://schemas.openxmlformats.org/drawingml/2006/main">
              <a:ext uri="{FF2B5EF4-FFF2-40B4-BE49-F238E27FC236}">
                <a16:creationId xmlns:a16="http://schemas.microsoft.com/office/drawing/2014/main" id="{4BFDFDD5-2C3A-4A12-B37B-89419A4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4390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記録を残す</a:t>
            </a:r>
          </a:p>
        </p:txBody>
      </p:sp>
      <p:sp>
        <p:nvSpPr>
          <p:cNvPr id="867" name="d19v8-policy-body-2">
            <a:extLst xmlns:a="http://schemas.openxmlformats.org/drawingml/2006/main">
              <a:ext uri="{FF2B5EF4-FFF2-40B4-BE49-F238E27FC236}">
                <a16:creationId xmlns:a16="http://schemas.microsoft.com/office/drawing/2014/main" id="{4AAC9E93-230F-49F5-8AA3-D3347334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734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入力・出力・判断の履歴を</a:t>
            </a:r>
          </a:p>
          <a:p xmlns:a="http://schemas.openxmlformats.org/drawingml/2006/main">
            <a:pPr algn="l">
              <a:defRPr sz="99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記録します。</a:t>
            </a:r>
          </a:p>
        </p:txBody>
      </p:sp>
      <p:sp>
        <p:nvSpPr>
          <p:cNvPr id="868" name="d19v8-policy-card-3">
            <a:extLst xmlns:a="http://schemas.openxmlformats.org/drawingml/2006/main">
              <a:ext uri="{FF2B5EF4-FFF2-40B4-BE49-F238E27FC236}">
                <a16:creationId xmlns:a16="http://schemas.microsoft.com/office/drawing/2014/main" id="{5BF5C042-BAC6-4C89-962A-2AF8EB57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7277100"/>
            <a:ext cx="3590925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9" name="d19v8-policy-badge-3">
            <a:extLst xmlns:a="http://schemas.openxmlformats.org/drawingml/2006/main">
              <a:ext uri="{FF2B5EF4-FFF2-40B4-BE49-F238E27FC236}">
                <a16:creationId xmlns:a16="http://schemas.microsoft.com/office/drawing/2014/main" id="{02AAAD4A-161B-400B-A01D-22FFB45E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742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0" name="d19v8-policy-badge-text-3">
            <a:extLst xmlns:a="http://schemas.openxmlformats.org/drawingml/2006/main">
              <a:ext uri="{FF2B5EF4-FFF2-40B4-BE49-F238E27FC236}">
                <a16:creationId xmlns:a16="http://schemas.microsoft.com/office/drawing/2014/main" id="{DDDB2DA0-2EA6-4B7F-80F1-D782DBFC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7515225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71" name="d19v8-policy-title-3">
            <a:extLst xmlns:a="http://schemas.openxmlformats.org/drawingml/2006/main">
              <a:ext uri="{FF2B5EF4-FFF2-40B4-BE49-F238E27FC236}">
                <a16:creationId xmlns:a16="http://schemas.microsoft.com/office/drawing/2014/main" id="{157BD557-0EC0-47F5-A515-1D8481F4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4390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定期的に見直す</a:t>
            </a:r>
          </a:p>
        </p:txBody>
      </p:sp>
      <p:sp>
        <p:nvSpPr>
          <p:cNvPr id="872" name="d19v8-policy-body-3">
            <a:extLst xmlns:a="http://schemas.openxmlformats.org/drawingml/2006/main">
              <a:ext uri="{FF2B5EF4-FFF2-40B4-BE49-F238E27FC236}">
                <a16:creationId xmlns:a16="http://schemas.microsoft.com/office/drawing/2014/main" id="{480CEF38-C88D-4E14-9726-284DF52C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734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運用状況を振り返り、</a:t>
            </a:r>
          </a:p>
          <a:p xmlns:a="http://schemas.openxmlformats.org/drawingml/2006/main">
            <a:pPr algn="l">
              <a:defRPr sz="99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継続的に改善します。</a:t>
            </a:r>
          </a:p>
        </p:txBody>
      </p:sp>
      <p:sp>
        <p:nvSpPr>
          <p:cNvPr id="873" name="d19v9-map-rule">
            <a:extLst xmlns:a="http://schemas.openxmlformats.org/drawingml/2006/main">
              <a:ext uri="{FF2B5EF4-FFF2-40B4-BE49-F238E27FC236}">
                <a16:creationId xmlns:a16="http://schemas.microsoft.com/office/drawing/2014/main" id="{7967D744-0372-4686-A421-342686B0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14575"/>
            <a:ext cx="104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71926"/>
            </a:solidFill>
            <a:prstDash val="solid"/>
          </a:ln>
        </p:spPr>
      </p:sp>
      <p:sp>
        <p:nvSpPr>
          <p:cNvPr id="874" name="d19v9-map-title">
            <a:extLst xmlns:a="http://schemas.openxmlformats.org/drawingml/2006/main">
              <a:ext uri="{FF2B5EF4-FFF2-40B4-BE49-F238E27FC236}">
                <a16:creationId xmlns:a16="http://schemas.microsoft.com/office/drawing/2014/main" id="{F97CDEF5-E07E-49E7-BBA4-07F9293F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リスクマップ</a:t>
            </a:r>
          </a:p>
        </p:txBody>
      </p:sp>
      <p:sp>
        <p:nvSpPr>
          <p:cNvPr id="875" name="d19v9-map-panel">
            <a:extLst xmlns:a="http://schemas.openxmlformats.org/drawingml/2006/main">
              <a:ext uri="{FF2B5EF4-FFF2-40B4-BE49-F238E27FC236}">
                <a16:creationId xmlns:a16="http://schemas.microsoft.com/office/drawing/2014/main" id="{3263A8B4-4F7D-4187-B686-A01FEA4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666750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D"/>
            </a:solidFill>
            <a:prstDash val="solid"/>
          </a:ln>
        </p:spPr>
      </p:sp>
      <p:sp>
        <p:nvSpPr>
          <p:cNvPr id="876" name="d19v9-map-panel-title">
            <a:extLst xmlns:a="http://schemas.openxmlformats.org/drawingml/2006/main">
              <a:ext uri="{FF2B5EF4-FFF2-40B4-BE49-F238E27FC236}">
                <a16:creationId xmlns:a16="http://schemas.microsoft.com/office/drawing/2014/main" id="{41F5EA49-FE1C-4825-9F9D-2939FB57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発生可能性 × 影響度</a:t>
            </a:r>
          </a:p>
        </p:txBody>
      </p:sp>
      <p:sp>
        <p:nvSpPr>
          <p:cNvPr id="877" name="d19v9-map-content-mask">
            <a:extLst xmlns:a="http://schemas.openxmlformats.org/drawingml/2006/main">
              <a:ext uri="{FF2B5EF4-FFF2-40B4-BE49-F238E27FC236}">
                <a16:creationId xmlns:a16="http://schemas.microsoft.com/office/drawing/2014/main" id="{1B0EFD2E-6AE8-4A8E-9E94-EC215AC6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53340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d19v9-map-zone-0-0">
            <a:extLst xmlns:a="http://schemas.openxmlformats.org/drawingml/2006/main">
              <a:ext uri="{FF2B5EF4-FFF2-40B4-BE49-F238E27FC236}">
                <a16:creationId xmlns:a16="http://schemas.microsoft.com/office/drawing/2014/main" id="{3010BE59-8428-48A7-9658-090EF8C0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38500"/>
            <a:ext cx="16510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d19v9-map-zone-0-1">
            <a:extLst xmlns:a="http://schemas.openxmlformats.org/drawingml/2006/main">
              <a:ext uri="{FF2B5EF4-FFF2-40B4-BE49-F238E27FC236}">
                <a16:creationId xmlns:a16="http://schemas.microsoft.com/office/drawing/2014/main" id="{C1112CDB-4D32-480C-8D10-D801DCD8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3238500"/>
            <a:ext cx="16510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d19v9-map-zone-0-2">
            <a:extLst xmlns:a="http://schemas.openxmlformats.org/drawingml/2006/main">
              <a:ext uri="{FF2B5EF4-FFF2-40B4-BE49-F238E27FC236}">
                <a16:creationId xmlns:a16="http://schemas.microsoft.com/office/drawing/2014/main" id="{53CC5118-83D9-4068-B4AB-7F6974D1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00" y="3238500"/>
            <a:ext cx="16510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d19v9-map-zone-1-0">
            <a:extLst xmlns:a="http://schemas.openxmlformats.org/drawingml/2006/main">
              <a:ext uri="{FF2B5EF4-FFF2-40B4-BE49-F238E27FC236}">
                <a16:creationId xmlns:a16="http://schemas.microsoft.com/office/drawing/2014/main" id="{9A767DDF-60CD-4E96-8F0F-DCF7B080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83050"/>
            <a:ext cx="16510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d19v9-map-zone-1-1">
            <a:extLst xmlns:a="http://schemas.openxmlformats.org/drawingml/2006/main">
              <a:ext uri="{FF2B5EF4-FFF2-40B4-BE49-F238E27FC236}">
                <a16:creationId xmlns:a16="http://schemas.microsoft.com/office/drawing/2014/main" id="{D87900AC-BD17-4299-9EED-FCF0B91E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4083050"/>
            <a:ext cx="16510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d19v9-map-zone-1-2">
            <a:extLst xmlns:a="http://schemas.openxmlformats.org/drawingml/2006/main">
              <a:ext uri="{FF2B5EF4-FFF2-40B4-BE49-F238E27FC236}">
                <a16:creationId xmlns:a16="http://schemas.microsoft.com/office/drawing/2014/main" id="{ABBF587E-73DA-4B91-9538-178547F9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00" y="4083050"/>
            <a:ext cx="16510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d19v9-map-zone-2-0">
            <a:extLst xmlns:a="http://schemas.openxmlformats.org/drawingml/2006/main">
              <a:ext uri="{FF2B5EF4-FFF2-40B4-BE49-F238E27FC236}">
                <a16:creationId xmlns:a16="http://schemas.microsoft.com/office/drawing/2014/main" id="{BC490E05-3DAC-4379-9036-02505E7F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27600"/>
            <a:ext cx="16510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d19v9-map-zone-2-1">
            <a:extLst xmlns:a="http://schemas.openxmlformats.org/drawingml/2006/main">
              <a:ext uri="{FF2B5EF4-FFF2-40B4-BE49-F238E27FC236}">
                <a16:creationId xmlns:a16="http://schemas.microsoft.com/office/drawing/2014/main" id="{11E04DFF-9F5E-4BE8-92C3-DDCF5738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4927600"/>
            <a:ext cx="16510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d19v9-map-zone-2-2">
            <a:extLst xmlns:a="http://schemas.openxmlformats.org/drawingml/2006/main">
              <a:ext uri="{FF2B5EF4-FFF2-40B4-BE49-F238E27FC236}">
                <a16:creationId xmlns:a16="http://schemas.microsoft.com/office/drawing/2014/main" id="{F157A6CF-E224-4E01-BD52-D5B7BBD1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00" y="4927600"/>
            <a:ext cx="16510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d19v9-map-axis-x">
            <a:extLst xmlns:a="http://schemas.openxmlformats.org/drawingml/2006/main">
              <a:ext uri="{FF2B5EF4-FFF2-40B4-BE49-F238E27FC236}">
                <a16:creationId xmlns:a16="http://schemas.microsoft.com/office/drawing/2014/main" id="{D8BD76B8-6BC6-46C1-B775-036F3010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7215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9BA8"/>
            </a:solidFill>
            <a:prstDash val="solid"/>
          </a:ln>
        </p:spPr>
      </p:sp>
      <p:sp>
        <p:nvSpPr>
          <p:cNvPr id="888" name="d19v9-map-axis-y">
            <a:extLst xmlns:a="http://schemas.openxmlformats.org/drawingml/2006/main">
              <a:ext uri="{FF2B5EF4-FFF2-40B4-BE49-F238E27FC236}">
                <a16:creationId xmlns:a16="http://schemas.microsoft.com/office/drawing/2014/main" id="{F6FE018A-5447-4488-AAA0-F298F444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38500"/>
            <a:ext cx="9525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9BA8"/>
            </a:solidFill>
            <a:prstDash val="solid"/>
          </a:ln>
        </p:spPr>
      </p:sp>
      <p:sp>
        <p:nvSpPr>
          <p:cNvPr id="889" name="d19v9-map-arrow-x">
            <a:extLst xmlns:a="http://schemas.openxmlformats.org/drawingml/2006/main">
              <a:ext uri="{FF2B5EF4-FFF2-40B4-BE49-F238E27FC236}">
                <a16:creationId xmlns:a16="http://schemas.microsoft.com/office/drawing/2014/main" id="{A0CE83B4-BF9E-4B64-A2EE-265C80BA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724525"/>
            <a:ext cx="85725" cy="95250"/>
          </a:xfrm>
          <a:custGeom xmlns:a="http://schemas.openxmlformats.org/drawingml/2006/main"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8F9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d19v9-map-arrow-y">
            <a:extLst xmlns:a="http://schemas.openxmlformats.org/drawingml/2006/main">
              <a:ext uri="{FF2B5EF4-FFF2-40B4-BE49-F238E27FC236}">
                <a16:creationId xmlns:a16="http://schemas.microsoft.com/office/drawing/2014/main" id="{5D4B0634-05FF-4D6D-970E-A08A06BE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8F9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d19v9-map-high">
            <a:extLst xmlns:a="http://schemas.openxmlformats.org/drawingml/2006/main">
              <a:ext uri="{FF2B5EF4-FFF2-40B4-BE49-F238E27FC236}">
                <a16:creationId xmlns:a16="http://schemas.microsoft.com/office/drawing/2014/main" id="{D602F363-DA1F-4446-815A-23345F49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高</a:t>
            </a:r>
          </a:p>
        </p:txBody>
      </p:sp>
      <p:sp>
        <p:nvSpPr>
          <p:cNvPr id="892" name="d19v9-map-mid">
            <a:extLst xmlns:a="http://schemas.openxmlformats.org/drawingml/2006/main">
              <a:ext uri="{FF2B5EF4-FFF2-40B4-BE49-F238E27FC236}">
                <a16:creationId xmlns:a16="http://schemas.microsoft.com/office/drawing/2014/main" id="{CD933F7B-95F1-4DE4-82B2-F31720DC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中</a:t>
            </a:r>
          </a:p>
        </p:txBody>
      </p:sp>
      <p:sp>
        <p:nvSpPr>
          <p:cNvPr id="893" name="d19v9-map-low">
            <a:extLst xmlns:a="http://schemas.openxmlformats.org/drawingml/2006/main">
              <a:ext uri="{FF2B5EF4-FFF2-40B4-BE49-F238E27FC236}">
                <a16:creationId xmlns:a16="http://schemas.microsoft.com/office/drawing/2014/main" id="{B8EE38A7-95F2-4EB3-AB5F-19189DE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72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低</a:t>
            </a:r>
          </a:p>
        </p:txBody>
      </p:sp>
      <p:sp>
        <p:nvSpPr>
          <p:cNvPr id="894" name="d19v9-map-y-label">
            <a:extLst xmlns:a="http://schemas.openxmlformats.org/drawingml/2006/main">
              <a:ext uri="{FF2B5EF4-FFF2-40B4-BE49-F238E27FC236}">
                <a16:creationId xmlns:a16="http://schemas.microsoft.com/office/drawing/2014/main" id="{C66AB95D-4F7A-437B-9800-3D1CEDE7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29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影響度</a:t>
            </a:r>
          </a:p>
        </p:txBody>
      </p:sp>
      <p:sp>
        <p:nvSpPr>
          <p:cNvPr id="895" name="d19v9-map-x-low">
            <a:extLst xmlns:a="http://schemas.openxmlformats.org/drawingml/2006/main">
              <a:ext uri="{FF2B5EF4-FFF2-40B4-BE49-F238E27FC236}">
                <a16:creationId xmlns:a16="http://schemas.microsoft.com/office/drawing/2014/main" id="{A46E7FD4-446B-4211-B69B-A79A75B3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055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低</a:t>
            </a:r>
          </a:p>
        </p:txBody>
      </p:sp>
      <p:sp>
        <p:nvSpPr>
          <p:cNvPr id="896" name="d19v9-map-x-mid">
            <a:extLst xmlns:a="http://schemas.openxmlformats.org/drawingml/2006/main">
              <a:ext uri="{FF2B5EF4-FFF2-40B4-BE49-F238E27FC236}">
                <a16:creationId xmlns:a16="http://schemas.microsoft.com/office/drawing/2014/main" id="{FC860227-B5DF-4493-A7AD-DAAA1DB2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9055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中</a:t>
            </a:r>
          </a:p>
        </p:txBody>
      </p:sp>
      <p:sp>
        <p:nvSpPr>
          <p:cNvPr id="897" name="d19v9-map-x-high">
            <a:extLst xmlns:a="http://schemas.openxmlformats.org/drawingml/2006/main">
              <a:ext uri="{FF2B5EF4-FFF2-40B4-BE49-F238E27FC236}">
                <a16:creationId xmlns:a16="http://schemas.microsoft.com/office/drawing/2014/main" id="{8D34A571-0869-4C75-AE8E-A970C600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055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高</a:t>
            </a:r>
          </a:p>
        </p:txBody>
      </p:sp>
      <p:sp>
        <p:nvSpPr>
          <p:cNvPr id="898" name="d19v9-map-x-label">
            <a:extLst xmlns:a="http://schemas.openxmlformats.org/drawingml/2006/main">
              <a:ext uri="{FF2B5EF4-FFF2-40B4-BE49-F238E27FC236}">
                <a16:creationId xmlns:a16="http://schemas.microsoft.com/office/drawing/2014/main" id="{FA1DCF6B-8512-498B-B845-1B802C08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6153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発生可能性</a:t>
            </a:r>
          </a:p>
        </p:txBody>
      </p:sp>
      <p:sp>
        <p:nvSpPr>
          <p:cNvPr id="899" name="d19v9-map-marker-R2">
            <a:extLst xmlns:a="http://schemas.openxmlformats.org/drawingml/2006/main">
              <a:ext uri="{FF2B5EF4-FFF2-40B4-BE49-F238E27FC236}">
                <a16:creationId xmlns:a16="http://schemas.microsoft.com/office/drawing/2014/main" id="{159F131E-A49E-4E90-98AE-9B00F263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38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A3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00" name="d19v9-map-marker-text-R2">
            <a:extLst xmlns:a="http://schemas.openxmlformats.org/drawingml/2006/main">
              <a:ext uri="{FF2B5EF4-FFF2-40B4-BE49-F238E27FC236}">
                <a16:creationId xmlns:a16="http://schemas.microsoft.com/office/drawing/2014/main" id="{D23CA788-FCD5-4518-8908-F9079E50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4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901" name="d19v9-map-marker-label-R2">
            <a:extLst xmlns:a="http://schemas.openxmlformats.org/drawingml/2006/main">
              <a:ext uri="{FF2B5EF4-FFF2-40B4-BE49-F238E27FC236}">
                <a16:creationId xmlns:a16="http://schemas.microsoft.com/office/drawing/2014/main" id="{D880A756-46FA-4867-A434-8A0CA1FD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24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653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機密情報・個人情報の</a:t>
            </a:r>
          </a:p>
          <a:p xmlns:a="http://schemas.openxmlformats.org/drawingml/2006/main">
            <a:pPr algn="ctr">
              <a:defRPr sz="653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653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漏えい</a:t>
            </a:r>
          </a:p>
        </p:txBody>
      </p:sp>
      <p:sp>
        <p:nvSpPr>
          <p:cNvPr id="902" name="d19v9-map-marker-R1">
            <a:extLst xmlns:a="http://schemas.openxmlformats.org/drawingml/2006/main">
              <a:ext uri="{FF2B5EF4-FFF2-40B4-BE49-F238E27FC236}">
                <a16:creationId xmlns:a16="http://schemas.microsoft.com/office/drawing/2014/main" id="{911AFBE1-E054-4FD5-B364-E23422FD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38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03" name="d19v9-map-marker-text-R1">
            <a:extLst xmlns:a="http://schemas.openxmlformats.org/drawingml/2006/main">
              <a:ext uri="{FF2B5EF4-FFF2-40B4-BE49-F238E27FC236}">
                <a16:creationId xmlns:a16="http://schemas.microsoft.com/office/drawing/2014/main" id="{DAA31E0F-884A-418F-9F1A-F91D49E4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4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904" name="d19v9-map-marker-label-R1">
            <a:extLst xmlns:a="http://schemas.openxmlformats.org/drawingml/2006/main">
              <a:ext uri="{FF2B5EF4-FFF2-40B4-BE49-F238E27FC236}">
                <a16:creationId xmlns:a16="http://schemas.microsoft.com/office/drawing/2014/main" id="{E43E1F8A-F734-4DFA-9113-F0EE5D87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24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653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生成内容の誤り・</a:t>
            </a:r>
          </a:p>
          <a:p xmlns:a="http://schemas.openxmlformats.org/drawingml/2006/main">
            <a:pPr algn="ctr">
              <a:defRPr sz="653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653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根拠不足</a:t>
            </a:r>
          </a:p>
        </p:txBody>
      </p:sp>
      <p:sp>
        <p:nvSpPr>
          <p:cNvPr id="905" name="d19v9-map-marker-R4">
            <a:extLst xmlns:a="http://schemas.openxmlformats.org/drawingml/2006/main">
              <a:ext uri="{FF2B5EF4-FFF2-40B4-BE49-F238E27FC236}">
                <a16:creationId xmlns:a16="http://schemas.microsoft.com/office/drawing/2014/main" id="{E604AD63-C812-4894-BFFE-1AD7AF63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A3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06" name="d19v9-map-marker-text-R4">
            <a:extLst xmlns:a="http://schemas.openxmlformats.org/drawingml/2006/main">
              <a:ext uri="{FF2B5EF4-FFF2-40B4-BE49-F238E27FC236}">
                <a16:creationId xmlns:a16="http://schemas.microsoft.com/office/drawing/2014/main" id="{1CC60E47-0198-4ADA-9C91-ECD88FC3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91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R4</a:t>
            </a:r>
          </a:p>
        </p:txBody>
      </p:sp>
      <p:sp>
        <p:nvSpPr>
          <p:cNvPr id="907" name="d19v9-map-marker-label-R4">
            <a:extLst xmlns:a="http://schemas.openxmlformats.org/drawingml/2006/main">
              <a:ext uri="{FF2B5EF4-FFF2-40B4-BE49-F238E27FC236}">
                <a16:creationId xmlns:a16="http://schemas.microsoft.com/office/drawing/2014/main" id="{C3181925-16CF-4018-B3BC-A3EABF0B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720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653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担当者ごとの</a:t>
            </a:r>
          </a:p>
          <a:p xmlns:a="http://schemas.openxmlformats.org/drawingml/2006/main">
            <a:pPr algn="ctr">
              <a:defRPr sz="653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653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品質ばらつき</a:t>
            </a:r>
          </a:p>
        </p:txBody>
      </p:sp>
      <p:sp>
        <p:nvSpPr>
          <p:cNvPr id="908" name="d19v9-map-marker-R3">
            <a:extLst xmlns:a="http://schemas.openxmlformats.org/drawingml/2006/main">
              <a:ext uri="{FF2B5EF4-FFF2-40B4-BE49-F238E27FC236}">
                <a16:creationId xmlns:a16="http://schemas.microsoft.com/office/drawing/2014/main" id="{D1E7123E-2A84-4B99-A5E2-0FAF5C0F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09" name="d19v9-map-marker-text-R3">
            <a:extLst xmlns:a="http://schemas.openxmlformats.org/drawingml/2006/main">
              <a:ext uri="{FF2B5EF4-FFF2-40B4-BE49-F238E27FC236}">
                <a16:creationId xmlns:a16="http://schemas.microsoft.com/office/drawing/2014/main" id="{19ADDC1B-2952-4A6E-B082-35EABF04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391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R3</a:t>
            </a:r>
          </a:p>
        </p:txBody>
      </p:sp>
      <p:sp>
        <p:nvSpPr>
          <p:cNvPr id="910" name="d19v9-map-marker-label-R3">
            <a:extLst xmlns:a="http://schemas.openxmlformats.org/drawingml/2006/main">
              <a:ext uri="{FF2B5EF4-FFF2-40B4-BE49-F238E27FC236}">
                <a16:creationId xmlns:a16="http://schemas.microsoft.com/office/drawing/2014/main" id="{245AA22A-A52C-4196-B520-C0DA2132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720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653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現場で使われず</a:t>
            </a:r>
          </a:p>
          <a:p xmlns:a="http://schemas.openxmlformats.org/drawingml/2006/main">
            <a:pPr algn="ctr">
              <a:defRPr sz="653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653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定着しない</a:t>
            </a:r>
          </a:p>
        </p:txBody>
      </p:sp>
      <p:sp>
        <p:nvSpPr>
          <p:cNvPr id="911" name="d19v9-map-marker-R5">
            <a:extLst xmlns:a="http://schemas.openxmlformats.org/drawingml/2006/main">
              <a:ext uri="{FF2B5EF4-FFF2-40B4-BE49-F238E27FC236}">
                <a16:creationId xmlns:a16="http://schemas.microsoft.com/office/drawing/2014/main" id="{88EADB0B-0DFE-49D7-9893-AE7E4DD5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33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7A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12" name="d19v9-map-marker-text-R5">
            <a:extLst xmlns:a="http://schemas.openxmlformats.org/drawingml/2006/main">
              <a:ext uri="{FF2B5EF4-FFF2-40B4-BE49-F238E27FC236}">
                <a16:creationId xmlns:a16="http://schemas.microsoft.com/office/drawing/2014/main" id="{8B508C1F-FDCF-421D-A21A-F0915821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38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R5</a:t>
            </a:r>
          </a:p>
        </p:txBody>
      </p:sp>
      <p:sp>
        <p:nvSpPr>
          <p:cNvPr id="913" name="d19v9-map-marker-label-R5">
            <a:extLst xmlns:a="http://schemas.openxmlformats.org/drawingml/2006/main">
              <a:ext uri="{FF2B5EF4-FFF2-40B4-BE49-F238E27FC236}">
                <a16:creationId xmlns:a16="http://schemas.microsoft.com/office/drawing/2014/main" id="{552EBD9F-2FEC-43BB-A74D-19C943CE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19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653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運用・レビュー負荷が</a:t>
            </a:r>
          </a:p>
          <a:p xmlns:a="http://schemas.openxmlformats.org/drawingml/2006/main">
            <a:pPr algn="ctr">
              <a:defRPr sz="653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653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増える</a:t>
            </a:r>
          </a:p>
        </p:txBody>
      </p:sp>
      <p:sp>
        <p:nvSpPr>
          <p:cNvPr id="914" name="d19v9-right-cards-mask">
            <a:extLst xmlns:a="http://schemas.openxmlformats.org/drawingml/2006/main">
              <a:ext uri="{FF2B5EF4-FFF2-40B4-BE49-F238E27FC236}">
                <a16:creationId xmlns:a16="http://schemas.microsoft.com/office/drawing/2014/main" id="{8A7F8BA2-BF10-4DFD-AFD1-E3191CD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8382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d19v9-risk-card-0">
            <a:extLst xmlns:a="http://schemas.openxmlformats.org/drawingml/2006/main">
              <a:ext uri="{FF2B5EF4-FFF2-40B4-BE49-F238E27FC236}">
                <a16:creationId xmlns:a16="http://schemas.microsoft.com/office/drawing/2014/main" id="{5A6AB1B1-3425-43DF-BF47-B61195E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8143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16" name="d19v9-risk-badge-0">
            <a:extLst xmlns:a="http://schemas.openxmlformats.org/drawingml/2006/main">
              <a:ext uri="{FF2B5EF4-FFF2-40B4-BE49-F238E27FC236}">
                <a16:creationId xmlns:a16="http://schemas.microsoft.com/office/drawing/2014/main" id="{3882F1CD-EA1B-489D-8C57-E39D3033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552450" cy="6858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7" name="d19v9-risk-badge-text-0">
            <a:extLst xmlns:a="http://schemas.openxmlformats.org/drawingml/2006/main">
              <a:ext uri="{FF2B5EF4-FFF2-40B4-BE49-F238E27FC236}">
                <a16:creationId xmlns:a16="http://schemas.microsoft.com/office/drawing/2014/main" id="{7094B51B-8CD4-41B2-A559-A9A72EC9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918" name="d19v9-risk-title-0">
            <a:extLst xmlns:a="http://schemas.openxmlformats.org/drawingml/2006/main">
              <a:ext uri="{FF2B5EF4-FFF2-40B4-BE49-F238E27FC236}">
                <a16:creationId xmlns:a16="http://schemas.microsoft.com/office/drawing/2014/main" id="{C2408829-4C3D-4DB0-9BEC-750B6C73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0510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生成内容の誤り・</a:t>
            </a:r>
          </a:p>
          <a:p xmlns:a="http://schemas.openxmlformats.org/drawingml/2006/main">
            <a:pPr algn="l">
              <a:defRPr sz="106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根拠不足</a:t>
            </a:r>
          </a:p>
        </p:txBody>
      </p:sp>
      <p:sp>
        <p:nvSpPr>
          <p:cNvPr id="919" name="d19v9-risk-severity-pill-0">
            <a:extLst xmlns:a="http://schemas.openxmlformats.org/drawingml/2006/main">
              <a:ext uri="{FF2B5EF4-FFF2-40B4-BE49-F238E27FC236}">
                <a16:creationId xmlns:a16="http://schemas.microsoft.com/office/drawing/2014/main" id="{01C8724A-217F-4015-9BC3-4B45F4F7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38450"/>
            <a:ext cx="45720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0" name="d19v9-risk-severity-0">
            <a:extLst xmlns:a="http://schemas.openxmlformats.org/drawingml/2006/main">
              <a:ext uri="{FF2B5EF4-FFF2-40B4-BE49-F238E27FC236}">
                <a16:creationId xmlns:a16="http://schemas.microsoft.com/office/drawing/2014/main" id="{15D2D07A-CB78-4490-BC3C-A4180070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765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高</a:t>
            </a:r>
          </a:p>
        </p:txBody>
      </p:sp>
      <p:sp>
        <p:nvSpPr>
          <p:cNvPr id="921" name="d19v9-risk-prevention-label-0">
            <a:extLst xmlns:a="http://schemas.openxmlformats.org/drawingml/2006/main">
              <a:ext uri="{FF2B5EF4-FFF2-40B4-BE49-F238E27FC236}">
                <a16:creationId xmlns:a16="http://schemas.microsoft.com/office/drawing/2014/main" id="{2027936F-455B-47B1-8816-AA0D93BC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予防｜</a:t>
            </a:r>
          </a:p>
        </p:txBody>
      </p:sp>
      <p:sp>
        <p:nvSpPr>
          <p:cNvPr id="922" name="d19v9-risk-prevention-0">
            <a:extLst xmlns:a="http://schemas.openxmlformats.org/drawingml/2006/main">
              <a:ext uri="{FF2B5EF4-FFF2-40B4-BE49-F238E27FC236}">
                <a16:creationId xmlns:a16="http://schemas.microsoft.com/office/drawing/2014/main" id="{2ACDC635-596B-4CF7-8F7E-5CB50AC2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62275"/>
            <a:ext cx="190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根拠表示・人による</a:t>
            </a:r>
          </a:p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最終確認</a:t>
            </a:r>
          </a:p>
        </p:txBody>
      </p:sp>
      <p:sp>
        <p:nvSpPr>
          <p:cNvPr id="923" name="d19v9-risk-event-label-0">
            <a:extLst xmlns:a="http://schemas.openxmlformats.org/drawingml/2006/main">
              <a:ext uri="{FF2B5EF4-FFF2-40B4-BE49-F238E27FC236}">
                <a16:creationId xmlns:a16="http://schemas.microsoft.com/office/drawing/2014/main" id="{7D8705E9-2317-4B1F-982C-D4A6B63D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2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発生時｜</a:t>
            </a:r>
          </a:p>
        </p:txBody>
      </p:sp>
      <p:sp>
        <p:nvSpPr>
          <p:cNvPr id="924" name="d19v9-risk-event-0">
            <a:extLst xmlns:a="http://schemas.openxmlformats.org/drawingml/2006/main">
              <a:ext uri="{FF2B5EF4-FFF2-40B4-BE49-F238E27FC236}">
                <a16:creationId xmlns:a16="http://schemas.microsoft.com/office/drawing/2014/main" id="{24B40232-36CD-4E72-B305-697D1A20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6860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誤りを検知した場合は</a:t>
            </a:r>
          </a:p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差し戻し・再生成</a:t>
            </a:r>
          </a:p>
        </p:txBody>
      </p:sp>
      <p:sp>
        <p:nvSpPr>
          <p:cNvPr id="925" name="d19v9-risk-owner-label-0">
            <a:extLst xmlns:a="http://schemas.openxmlformats.org/drawingml/2006/main">
              <a:ext uri="{FF2B5EF4-FFF2-40B4-BE49-F238E27FC236}">
                <a16:creationId xmlns:a16="http://schemas.microsoft.com/office/drawing/2014/main" id="{437199A3-DD08-4640-92FD-C432AD6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3048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責任者｜</a:t>
            </a:r>
          </a:p>
        </p:txBody>
      </p:sp>
      <p:sp>
        <p:nvSpPr>
          <p:cNvPr id="926" name="d19v9-risk-owner-0">
            <a:extLst xmlns:a="http://schemas.openxmlformats.org/drawingml/2006/main">
              <a:ext uri="{FF2B5EF4-FFF2-40B4-BE49-F238E27FC236}">
                <a16:creationId xmlns:a16="http://schemas.microsoft.com/office/drawing/2014/main" id="{7B1CED06-3616-494A-9690-8B43FB95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30480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営業責任者</a:t>
            </a:r>
          </a:p>
        </p:txBody>
      </p:sp>
      <p:sp>
        <p:nvSpPr>
          <p:cNvPr id="927" name="d19v9-risk-card-1">
            <a:extLst xmlns:a="http://schemas.openxmlformats.org/drawingml/2006/main">
              <a:ext uri="{FF2B5EF4-FFF2-40B4-BE49-F238E27FC236}">
                <a16:creationId xmlns:a16="http://schemas.microsoft.com/office/drawing/2014/main" id="{A947A96C-D307-4FC2-885E-A3603E59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8143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8" name="d19v9-risk-badge-1">
            <a:extLst xmlns:a="http://schemas.openxmlformats.org/drawingml/2006/main">
              <a:ext uri="{FF2B5EF4-FFF2-40B4-BE49-F238E27FC236}">
                <a16:creationId xmlns:a16="http://schemas.microsoft.com/office/drawing/2014/main" id="{EB6C56B7-B165-46DF-9D8F-DECDF6DA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552450" cy="6858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d19v9-risk-badge-text-1">
            <a:extLst xmlns:a="http://schemas.openxmlformats.org/drawingml/2006/main">
              <a:ext uri="{FF2B5EF4-FFF2-40B4-BE49-F238E27FC236}">
                <a16:creationId xmlns:a16="http://schemas.microsoft.com/office/drawing/2014/main" id="{CEDD2151-CE3D-4DDA-B461-52B0719D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930" name="d19v9-risk-title-1">
            <a:extLst xmlns:a="http://schemas.openxmlformats.org/drawingml/2006/main">
              <a:ext uri="{FF2B5EF4-FFF2-40B4-BE49-F238E27FC236}">
                <a16:creationId xmlns:a16="http://schemas.microsoft.com/office/drawing/2014/main" id="{9EFA050C-9865-43FC-A2BD-B304B38B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480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機密情報・個人情報の</a:t>
            </a:r>
          </a:p>
          <a:p xmlns:a="http://schemas.openxmlformats.org/drawingml/2006/main">
            <a:pPr algn="l">
              <a:defRPr sz="106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漏えい</a:t>
            </a:r>
          </a:p>
        </p:txBody>
      </p:sp>
      <p:sp>
        <p:nvSpPr>
          <p:cNvPr id="931" name="d19v9-risk-severity-pill-1">
            <a:extLst xmlns:a="http://schemas.openxmlformats.org/drawingml/2006/main">
              <a:ext uri="{FF2B5EF4-FFF2-40B4-BE49-F238E27FC236}">
                <a16:creationId xmlns:a16="http://schemas.microsoft.com/office/drawing/2014/main" id="{F298A3FA-1FA4-4315-BE70-CF2DB7C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81400"/>
            <a:ext cx="45720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2" name="d19v9-risk-severity-1">
            <a:extLst xmlns:a="http://schemas.openxmlformats.org/drawingml/2006/main">
              <a:ext uri="{FF2B5EF4-FFF2-40B4-BE49-F238E27FC236}">
                <a16:creationId xmlns:a16="http://schemas.microsoft.com/office/drawing/2014/main" id="{7A68456E-A694-4463-974D-ECFAA179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19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高</a:t>
            </a:r>
          </a:p>
        </p:txBody>
      </p:sp>
      <p:sp>
        <p:nvSpPr>
          <p:cNvPr id="933" name="d19v9-risk-prevention-label-1">
            <a:extLst xmlns:a="http://schemas.openxmlformats.org/drawingml/2006/main">
              <a:ext uri="{FF2B5EF4-FFF2-40B4-BE49-F238E27FC236}">
                <a16:creationId xmlns:a16="http://schemas.microsoft.com/office/drawing/2014/main" id="{66BAF5DF-CD88-49AB-A107-382C1798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909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予防｜</a:t>
            </a:r>
          </a:p>
        </p:txBody>
      </p:sp>
      <p:sp>
        <p:nvSpPr>
          <p:cNvPr id="934" name="d19v9-risk-prevention-1">
            <a:extLst xmlns:a="http://schemas.openxmlformats.org/drawingml/2006/main">
              <a:ext uri="{FF2B5EF4-FFF2-40B4-BE49-F238E27FC236}">
                <a16:creationId xmlns:a16="http://schemas.microsoft.com/office/drawing/2014/main" id="{6F7136D2-B567-4611-98CD-02F0F7D8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05225"/>
            <a:ext cx="190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権限管理・入力ルール・</a:t>
            </a:r>
          </a:p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ログ管理</a:t>
            </a:r>
          </a:p>
        </p:txBody>
      </p:sp>
      <p:sp>
        <p:nvSpPr>
          <p:cNvPr id="935" name="d19v9-risk-event-label-1">
            <a:extLst xmlns:a="http://schemas.openxmlformats.org/drawingml/2006/main">
              <a:ext uri="{FF2B5EF4-FFF2-40B4-BE49-F238E27FC236}">
                <a16:creationId xmlns:a16="http://schemas.microsoft.com/office/drawing/2014/main" id="{5942E9DC-A6A8-43D0-AF6B-CAD4C608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67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発生時｜</a:t>
            </a:r>
          </a:p>
        </p:txBody>
      </p:sp>
      <p:sp>
        <p:nvSpPr>
          <p:cNvPr id="936" name="d19v9-risk-event-1">
            <a:extLst xmlns:a="http://schemas.openxmlformats.org/drawingml/2006/main">
              <a:ext uri="{FF2B5EF4-FFF2-40B4-BE49-F238E27FC236}">
                <a16:creationId xmlns:a16="http://schemas.microsoft.com/office/drawing/2014/main" id="{CE1A212C-F0BF-47FB-9E32-B45772A5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42900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アクセス遮断・影響範囲確認・</a:t>
            </a:r>
          </a:p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再発防止</a:t>
            </a:r>
          </a:p>
        </p:txBody>
      </p:sp>
      <p:sp>
        <p:nvSpPr>
          <p:cNvPr id="937" name="d19v9-risk-owner-label-1">
            <a:extLst xmlns:a="http://schemas.openxmlformats.org/drawingml/2006/main">
              <a:ext uri="{FF2B5EF4-FFF2-40B4-BE49-F238E27FC236}">
                <a16:creationId xmlns:a16="http://schemas.microsoft.com/office/drawing/2014/main" id="{0B3E079D-624A-4339-96FC-2C3F3CC8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3790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責任者｜</a:t>
            </a:r>
          </a:p>
        </p:txBody>
      </p:sp>
      <p:sp>
        <p:nvSpPr>
          <p:cNvPr id="938" name="d19v9-risk-owner-1">
            <a:extLst xmlns:a="http://schemas.openxmlformats.org/drawingml/2006/main">
              <a:ext uri="{FF2B5EF4-FFF2-40B4-BE49-F238E27FC236}">
                <a16:creationId xmlns:a16="http://schemas.microsoft.com/office/drawing/2014/main" id="{766D4364-5576-4842-9F1E-54D438EE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3790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システム管理者</a:t>
            </a:r>
          </a:p>
        </p:txBody>
      </p:sp>
      <p:sp>
        <p:nvSpPr>
          <p:cNvPr id="939" name="d19v9-risk-card-2">
            <a:extLst xmlns:a="http://schemas.openxmlformats.org/drawingml/2006/main">
              <a:ext uri="{FF2B5EF4-FFF2-40B4-BE49-F238E27FC236}">
                <a16:creationId xmlns:a16="http://schemas.microsoft.com/office/drawing/2014/main" id="{79A95072-8040-4F1E-A28E-3E68F1BC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8143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40" name="d19v9-risk-badge-2">
            <a:extLst xmlns:a="http://schemas.openxmlformats.org/drawingml/2006/main">
              <a:ext uri="{FF2B5EF4-FFF2-40B4-BE49-F238E27FC236}">
                <a16:creationId xmlns:a16="http://schemas.microsoft.com/office/drawing/2014/main" id="{962FB191-33DA-4C30-B3AA-271FD545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552450" cy="6858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89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1" name="d19v9-risk-badge-text-2">
            <a:extLst xmlns:a="http://schemas.openxmlformats.org/drawingml/2006/main">
              <a:ext uri="{FF2B5EF4-FFF2-40B4-BE49-F238E27FC236}">
                <a16:creationId xmlns:a16="http://schemas.microsoft.com/office/drawing/2014/main" id="{1BABFE6E-C443-4CB0-A080-B056BC96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R3</a:t>
            </a:r>
          </a:p>
        </p:txBody>
      </p:sp>
      <p:sp>
        <p:nvSpPr>
          <p:cNvPr id="942" name="d19v9-risk-title-2">
            <a:extLst xmlns:a="http://schemas.openxmlformats.org/drawingml/2006/main">
              <a:ext uri="{FF2B5EF4-FFF2-40B4-BE49-F238E27FC236}">
                <a16:creationId xmlns:a16="http://schemas.microsoft.com/office/drawing/2014/main" id="{EB8EE255-9EA2-4016-BBC6-2C8E275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現場で使われず</a:t>
            </a:r>
          </a:p>
          <a:p xmlns:a="http://schemas.openxmlformats.org/drawingml/2006/main">
            <a:pPr algn="l">
              <a:defRPr sz="106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定着しない</a:t>
            </a:r>
          </a:p>
        </p:txBody>
      </p:sp>
      <p:sp>
        <p:nvSpPr>
          <p:cNvPr id="943" name="d19v9-risk-severity-pill-2">
            <a:extLst xmlns:a="http://schemas.openxmlformats.org/drawingml/2006/main">
              <a:ext uri="{FF2B5EF4-FFF2-40B4-BE49-F238E27FC236}">
                <a16:creationId xmlns:a16="http://schemas.microsoft.com/office/drawing/2014/main" id="{637C599C-A615-4F6E-B4C7-91991E35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24350"/>
            <a:ext cx="45720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D98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4" name="d19v9-risk-severity-2">
            <a:extLst xmlns:a="http://schemas.openxmlformats.org/drawingml/2006/main">
              <a:ext uri="{FF2B5EF4-FFF2-40B4-BE49-F238E27FC236}">
                <a16:creationId xmlns:a16="http://schemas.microsoft.com/office/drawing/2014/main" id="{77996BEB-C04D-4842-A350-7BDF8F80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624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中</a:t>
            </a:r>
          </a:p>
        </p:txBody>
      </p:sp>
      <p:sp>
        <p:nvSpPr>
          <p:cNvPr id="945" name="d19v9-risk-prevention-label-2">
            <a:extLst xmlns:a="http://schemas.openxmlformats.org/drawingml/2006/main">
              <a:ext uri="{FF2B5EF4-FFF2-40B4-BE49-F238E27FC236}">
                <a16:creationId xmlns:a16="http://schemas.microsoft.com/office/drawing/2014/main" id="{1B092846-4B8C-49CF-BC40-BC98E0A8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予防｜</a:t>
            </a:r>
          </a:p>
        </p:txBody>
      </p:sp>
      <p:sp>
        <p:nvSpPr>
          <p:cNvPr id="946" name="d19v9-risk-prevention-2">
            <a:extLst xmlns:a="http://schemas.openxmlformats.org/drawingml/2006/main">
              <a:ext uri="{FF2B5EF4-FFF2-40B4-BE49-F238E27FC236}">
                <a16:creationId xmlns:a16="http://schemas.microsoft.com/office/drawing/2014/main" id="{16D602AD-3BC4-4BEB-8A8C-0E9875DE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48175"/>
            <a:ext cx="190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小規模PoC・教育・</a:t>
            </a:r>
          </a:p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利用ガイド</a:t>
            </a:r>
          </a:p>
        </p:txBody>
      </p:sp>
      <p:sp>
        <p:nvSpPr>
          <p:cNvPr id="947" name="d19v9-risk-event-label-2">
            <a:extLst xmlns:a="http://schemas.openxmlformats.org/drawingml/2006/main">
              <a:ext uri="{FF2B5EF4-FFF2-40B4-BE49-F238E27FC236}">
                <a16:creationId xmlns:a16="http://schemas.microsoft.com/office/drawing/2014/main" id="{E9B541F5-D63A-47C0-ADED-90943825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10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発生時｜</a:t>
            </a:r>
          </a:p>
        </p:txBody>
      </p:sp>
      <p:sp>
        <p:nvSpPr>
          <p:cNvPr id="948" name="d19v9-risk-event-2">
            <a:extLst xmlns:a="http://schemas.openxmlformats.org/drawingml/2006/main">
              <a:ext uri="{FF2B5EF4-FFF2-40B4-BE49-F238E27FC236}">
                <a16:creationId xmlns:a16="http://schemas.microsoft.com/office/drawing/2014/main" id="{EF92110B-7A0F-4B1E-BE47-921BDBAD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1719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利用状況分析・</a:t>
            </a:r>
          </a:p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UI/運用改善</a:t>
            </a:r>
          </a:p>
        </p:txBody>
      </p:sp>
      <p:sp>
        <p:nvSpPr>
          <p:cNvPr id="949" name="d19v9-risk-owner-label-2">
            <a:extLst xmlns:a="http://schemas.openxmlformats.org/drawingml/2006/main">
              <a:ext uri="{FF2B5EF4-FFF2-40B4-BE49-F238E27FC236}">
                <a16:creationId xmlns:a16="http://schemas.microsoft.com/office/drawing/2014/main" id="{D46479DB-8694-4871-8D63-CB2FB94F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4533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責任者｜</a:t>
            </a:r>
          </a:p>
        </p:txBody>
      </p:sp>
      <p:sp>
        <p:nvSpPr>
          <p:cNvPr id="950" name="d19v9-risk-owner-2">
            <a:extLst xmlns:a="http://schemas.openxmlformats.org/drawingml/2006/main">
              <a:ext uri="{FF2B5EF4-FFF2-40B4-BE49-F238E27FC236}">
                <a16:creationId xmlns:a16="http://schemas.microsoft.com/office/drawing/2014/main" id="{60DFBB73-F0FB-40DF-8CCA-1833B3BA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5339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運用責任者</a:t>
            </a:r>
          </a:p>
        </p:txBody>
      </p:sp>
      <p:sp>
        <p:nvSpPr>
          <p:cNvPr id="951" name="d19v9-risk-card-3">
            <a:extLst xmlns:a="http://schemas.openxmlformats.org/drawingml/2006/main">
              <a:ext uri="{FF2B5EF4-FFF2-40B4-BE49-F238E27FC236}">
                <a16:creationId xmlns:a16="http://schemas.microsoft.com/office/drawing/2014/main" id="{5CE02F9A-5F0D-41C7-8510-CA337B50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8143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52" name="d19v9-risk-badge-3">
            <a:extLst xmlns:a="http://schemas.openxmlformats.org/drawingml/2006/main">
              <a:ext uri="{FF2B5EF4-FFF2-40B4-BE49-F238E27FC236}">
                <a16:creationId xmlns:a16="http://schemas.microsoft.com/office/drawing/2014/main" id="{F76D8BB2-80DE-48F9-BBD3-FFBEC67E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552450" cy="6858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89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3" name="d19v9-risk-badge-text-3">
            <a:extLst xmlns:a="http://schemas.openxmlformats.org/drawingml/2006/main">
              <a:ext uri="{FF2B5EF4-FFF2-40B4-BE49-F238E27FC236}">
                <a16:creationId xmlns:a16="http://schemas.microsoft.com/office/drawing/2014/main" id="{16E2996B-34A0-4AE4-9584-77E1D40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863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R4</a:t>
            </a:r>
          </a:p>
        </p:txBody>
      </p:sp>
      <p:sp>
        <p:nvSpPr>
          <p:cNvPr id="954" name="d19v9-risk-title-3">
            <a:extLst xmlns:a="http://schemas.openxmlformats.org/drawingml/2006/main">
              <a:ext uri="{FF2B5EF4-FFF2-40B4-BE49-F238E27FC236}">
                <a16:creationId xmlns:a16="http://schemas.microsoft.com/office/drawing/2014/main" id="{133D54F1-7A6D-4BB4-B27F-F5E4F44D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339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担当者ごとの</a:t>
            </a:r>
          </a:p>
          <a:p xmlns:a="http://schemas.openxmlformats.org/drawingml/2006/main">
            <a:pPr algn="l">
              <a:defRPr sz="106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品質ばらつき</a:t>
            </a:r>
          </a:p>
        </p:txBody>
      </p:sp>
      <p:sp>
        <p:nvSpPr>
          <p:cNvPr id="955" name="d19v9-risk-severity-pill-3">
            <a:extLst xmlns:a="http://schemas.openxmlformats.org/drawingml/2006/main">
              <a:ext uri="{FF2B5EF4-FFF2-40B4-BE49-F238E27FC236}">
                <a16:creationId xmlns:a16="http://schemas.microsoft.com/office/drawing/2014/main" id="{3CE94DF9-0B9E-40E9-88A1-4C87A948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067300"/>
            <a:ext cx="45720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D98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6" name="d19v9-risk-severity-3">
            <a:extLst xmlns:a="http://schemas.openxmlformats.org/drawingml/2006/main">
              <a:ext uri="{FF2B5EF4-FFF2-40B4-BE49-F238E27FC236}">
                <a16:creationId xmlns:a16="http://schemas.microsoft.com/office/drawing/2014/main" id="{79F73B51-DE8F-4061-A337-3DAE2C03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1054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中</a:t>
            </a:r>
          </a:p>
        </p:txBody>
      </p:sp>
      <p:sp>
        <p:nvSpPr>
          <p:cNvPr id="957" name="d19v9-risk-prevention-label-3">
            <a:extLst xmlns:a="http://schemas.openxmlformats.org/drawingml/2006/main">
              <a:ext uri="{FF2B5EF4-FFF2-40B4-BE49-F238E27FC236}">
                <a16:creationId xmlns:a16="http://schemas.microsoft.com/office/drawing/2014/main" id="{EE6AD1E6-B496-43DF-8B01-01FB2C97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76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予防｜</a:t>
            </a:r>
          </a:p>
        </p:txBody>
      </p:sp>
      <p:sp>
        <p:nvSpPr>
          <p:cNvPr id="958" name="d19v9-risk-prevention-3">
            <a:extLst xmlns:a="http://schemas.openxmlformats.org/drawingml/2006/main">
              <a:ext uri="{FF2B5EF4-FFF2-40B4-BE49-F238E27FC236}">
                <a16:creationId xmlns:a16="http://schemas.microsoft.com/office/drawing/2014/main" id="{45A097EA-0934-479C-A5A5-026B8779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190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テンプレート・レビュー基準を</a:t>
            </a:r>
          </a:p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標準化</a:t>
            </a:r>
          </a:p>
        </p:txBody>
      </p:sp>
      <p:sp>
        <p:nvSpPr>
          <p:cNvPr id="959" name="d19v9-risk-event-label-3">
            <a:extLst xmlns:a="http://schemas.openxmlformats.org/drawingml/2006/main">
              <a:ext uri="{FF2B5EF4-FFF2-40B4-BE49-F238E27FC236}">
                <a16:creationId xmlns:a16="http://schemas.microsoft.com/office/drawing/2014/main" id="{6CBB6FD1-AFF5-434D-AFB6-C3C16049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発生時｜</a:t>
            </a:r>
          </a:p>
        </p:txBody>
      </p:sp>
      <p:sp>
        <p:nvSpPr>
          <p:cNvPr id="960" name="d19v9-risk-event-3">
            <a:extLst xmlns:a="http://schemas.openxmlformats.org/drawingml/2006/main">
              <a:ext uri="{FF2B5EF4-FFF2-40B4-BE49-F238E27FC236}">
                <a16:creationId xmlns:a16="http://schemas.microsoft.com/office/drawing/2014/main" id="{E4F3B1C2-6B72-45BD-B337-BC0DB8B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91490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品質レビューと</a:t>
            </a:r>
          </a:p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ナレッジ更新</a:t>
            </a:r>
          </a:p>
        </p:txBody>
      </p:sp>
      <p:sp>
        <p:nvSpPr>
          <p:cNvPr id="961" name="d19v9-risk-owner-label-3">
            <a:extLst xmlns:a="http://schemas.openxmlformats.org/drawingml/2006/main">
              <a:ext uri="{FF2B5EF4-FFF2-40B4-BE49-F238E27FC236}">
                <a16:creationId xmlns:a16="http://schemas.microsoft.com/office/drawing/2014/main" id="{1E353AEB-1EE2-4EB8-8390-545D987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76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責任者｜</a:t>
            </a:r>
          </a:p>
        </p:txBody>
      </p:sp>
      <p:sp>
        <p:nvSpPr>
          <p:cNvPr id="962" name="d19v9-risk-owner-3">
            <a:extLst xmlns:a="http://schemas.openxmlformats.org/drawingml/2006/main">
              <a:ext uri="{FF2B5EF4-FFF2-40B4-BE49-F238E27FC236}">
                <a16:creationId xmlns:a16="http://schemas.microsoft.com/office/drawing/2014/main" id="{9320AF29-A67A-4275-82FA-36F6644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52768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営業責任者</a:t>
            </a:r>
          </a:p>
        </p:txBody>
      </p:sp>
      <p:sp>
        <p:nvSpPr>
          <p:cNvPr id="963" name="d19v9-risk-card-4">
            <a:extLst xmlns:a="http://schemas.openxmlformats.org/drawingml/2006/main">
              <a:ext uri="{FF2B5EF4-FFF2-40B4-BE49-F238E27FC236}">
                <a16:creationId xmlns:a16="http://schemas.microsoft.com/office/drawing/2014/main" id="{756A214A-1DDF-4A48-B85C-FC5E1E6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00700"/>
            <a:ext cx="8143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64" name="d19v9-risk-badge-4">
            <a:extLst xmlns:a="http://schemas.openxmlformats.org/drawingml/2006/main">
              <a:ext uri="{FF2B5EF4-FFF2-40B4-BE49-F238E27FC236}">
                <a16:creationId xmlns:a16="http://schemas.microsoft.com/office/drawing/2014/main" id="{B734417B-A49B-46A7-8D79-C9E09D5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00700"/>
            <a:ext cx="552450" cy="6858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899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d19v9-risk-badge-text-4">
            <a:extLst xmlns:a="http://schemas.openxmlformats.org/drawingml/2006/main">
              <a:ext uri="{FF2B5EF4-FFF2-40B4-BE49-F238E27FC236}">
                <a16:creationId xmlns:a16="http://schemas.microsoft.com/office/drawing/2014/main" id="{C1EA0B66-3B22-451A-BE37-4E9A41A8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293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R5</a:t>
            </a:r>
          </a:p>
        </p:txBody>
      </p:sp>
      <p:sp>
        <p:nvSpPr>
          <p:cNvPr id="966" name="d19v9-risk-title-4">
            <a:extLst xmlns:a="http://schemas.openxmlformats.org/drawingml/2006/main">
              <a:ext uri="{FF2B5EF4-FFF2-40B4-BE49-F238E27FC236}">
                <a16:creationId xmlns:a16="http://schemas.microsoft.com/office/drawing/2014/main" id="{4F59CE2D-1669-47B1-9945-D7DFF7F4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7690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運用・レビュー負荷が</a:t>
            </a:r>
          </a:p>
          <a:p xmlns:a="http://schemas.openxmlformats.org/drawingml/2006/main">
            <a:pPr algn="l">
              <a:defRPr sz="106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増える</a:t>
            </a:r>
          </a:p>
        </p:txBody>
      </p:sp>
      <p:sp>
        <p:nvSpPr>
          <p:cNvPr id="967" name="d19v9-risk-severity-pill-4">
            <a:extLst xmlns:a="http://schemas.openxmlformats.org/drawingml/2006/main">
              <a:ext uri="{FF2B5EF4-FFF2-40B4-BE49-F238E27FC236}">
                <a16:creationId xmlns:a16="http://schemas.microsoft.com/office/drawing/2014/main" id="{31EF68A0-CFB6-48C2-8715-74C8DCA1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810250"/>
            <a:ext cx="45720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A6B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8" name="d19v9-risk-severity-4">
            <a:extLst xmlns:a="http://schemas.openxmlformats.org/drawingml/2006/main">
              <a:ext uri="{FF2B5EF4-FFF2-40B4-BE49-F238E27FC236}">
                <a16:creationId xmlns:a16="http://schemas.microsoft.com/office/drawing/2014/main" id="{812AF48E-9A6E-4D42-AC54-FF52D580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8483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低</a:t>
            </a:r>
          </a:p>
        </p:txBody>
      </p:sp>
      <p:sp>
        <p:nvSpPr>
          <p:cNvPr id="969" name="d19v9-risk-prevention-label-4">
            <a:extLst xmlns:a="http://schemas.openxmlformats.org/drawingml/2006/main">
              <a:ext uri="{FF2B5EF4-FFF2-40B4-BE49-F238E27FC236}">
                <a16:creationId xmlns:a16="http://schemas.microsoft.com/office/drawing/2014/main" id="{92A9D1F0-273D-4A00-BE8E-220CF53F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019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予防｜</a:t>
            </a:r>
          </a:p>
        </p:txBody>
      </p:sp>
      <p:sp>
        <p:nvSpPr>
          <p:cNvPr id="970" name="d19v9-risk-prevention-4">
            <a:extLst xmlns:a="http://schemas.openxmlformats.org/drawingml/2006/main">
              <a:ext uri="{FF2B5EF4-FFF2-40B4-BE49-F238E27FC236}">
                <a16:creationId xmlns:a16="http://schemas.microsoft.com/office/drawing/2014/main" id="{2915FC22-1BAC-4582-9BB1-B02DDFD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934075"/>
            <a:ext cx="190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レビュー対象と責任範囲を</a:t>
            </a:r>
          </a:p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明確化</a:t>
            </a:r>
          </a:p>
        </p:txBody>
      </p:sp>
      <p:sp>
        <p:nvSpPr>
          <p:cNvPr id="971" name="d19v9-risk-event-label-4">
            <a:extLst xmlns:a="http://schemas.openxmlformats.org/drawingml/2006/main">
              <a:ext uri="{FF2B5EF4-FFF2-40B4-BE49-F238E27FC236}">
                <a16:creationId xmlns:a16="http://schemas.microsoft.com/office/drawing/2014/main" id="{585C7111-65FB-4DB2-8AEF-F334F77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95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発生時｜</a:t>
            </a:r>
          </a:p>
        </p:txBody>
      </p:sp>
      <p:sp>
        <p:nvSpPr>
          <p:cNvPr id="972" name="d19v9-risk-event-4">
            <a:extLst xmlns:a="http://schemas.openxmlformats.org/drawingml/2006/main">
              <a:ext uri="{FF2B5EF4-FFF2-40B4-BE49-F238E27FC236}">
                <a16:creationId xmlns:a16="http://schemas.microsoft.com/office/drawing/2014/main" id="{33427A9F-A50E-4D9B-B74F-26187030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6578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プロセス簡素化・</a:t>
            </a:r>
          </a:p>
          <a:p xmlns:a="http://schemas.openxmlformats.org/drawingml/2006/main">
            <a:pPr algn="l">
              <a:defRPr sz="73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自動化範囲見直し</a:t>
            </a:r>
          </a:p>
        </p:txBody>
      </p:sp>
      <p:sp>
        <p:nvSpPr>
          <p:cNvPr id="973" name="d19v9-risk-owner-label-4">
            <a:extLst xmlns:a="http://schemas.openxmlformats.org/drawingml/2006/main">
              <a:ext uri="{FF2B5EF4-FFF2-40B4-BE49-F238E27FC236}">
                <a16:creationId xmlns:a16="http://schemas.microsoft.com/office/drawing/2014/main" id="{39B43291-EB0D-46CD-8C7E-83F015B5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6019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責任者｜</a:t>
            </a:r>
          </a:p>
        </p:txBody>
      </p:sp>
      <p:sp>
        <p:nvSpPr>
          <p:cNvPr id="974" name="d19v9-risk-owner-4">
            <a:extLst xmlns:a="http://schemas.openxmlformats.org/drawingml/2006/main">
              <a:ext uri="{FF2B5EF4-FFF2-40B4-BE49-F238E27FC236}">
                <a16:creationId xmlns:a16="http://schemas.microsoft.com/office/drawing/2014/main" id="{3143B669-02AC-4C5F-B31C-A6AB8312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60198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事業責任者</a:t>
            </a:r>
          </a:p>
        </p:txBody>
      </p:sp>
      <p:sp>
        <p:nvSpPr>
          <p:cNvPr id="975" name="d19v2-footer-logo-top">
            <a:extLst xmlns:a="http://schemas.openxmlformats.org/drawingml/2006/main">
              <a:ext uri="{FF2B5EF4-FFF2-40B4-BE49-F238E27FC236}">
                <a16:creationId xmlns:a16="http://schemas.microsoft.com/office/drawing/2014/main" id="{0238B11A-1EB1-417B-9DA3-7151901C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62950"/>
            <a:ext cx="257175" cy="102870"/>
          </a:xfrm>
          <a:custGeom xmlns:a="http://schemas.openxmlformats.org/drawingml/2006/main">
            <a:pathLst>
              <a:path w="257175" h="102870">
                <a:moveTo>
                  <a:pt x="0" y="42863"/>
                </a:moveTo>
                <a:lnTo>
                  <a:pt x="128588" y="0"/>
                </a:lnTo>
                <a:lnTo>
                  <a:pt x="257175" y="51435"/>
                </a:lnTo>
                <a:lnTo>
                  <a:pt x="128588" y="10287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6" name="d19v2-footer-logo-gray">
            <a:extLst xmlns:a="http://schemas.openxmlformats.org/drawingml/2006/main">
              <a:ext uri="{FF2B5EF4-FFF2-40B4-BE49-F238E27FC236}">
                <a16:creationId xmlns:a16="http://schemas.microsoft.com/office/drawing/2014/main" id="{587AFE28-4580-4122-98A9-20E4A976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414385"/>
            <a:ext cx="128588" cy="111443"/>
          </a:xfrm>
          <a:custGeom xmlns:a="http://schemas.openxmlformats.org/drawingml/2006/main">
            <a:pathLst>
              <a:path w="128588" h="111443">
                <a:moveTo>
                  <a:pt x="0" y="51435"/>
                </a:moveTo>
                <a:lnTo>
                  <a:pt x="128588" y="0"/>
                </a:lnTo>
                <a:lnTo>
                  <a:pt x="128588" y="60008"/>
                </a:lnTo>
                <a:lnTo>
                  <a:pt x="0" y="111443"/>
                </a:lnTo>
                <a:close/>
              </a:path>
            </a:pathLst>
          </a:custGeom>
          <a:solidFill xmlns:a="http://schemas.openxmlformats.org/drawingml/2006/main">
            <a:srgbClr val="6F78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7" name="d19v2-footer-logo-black">
            <a:extLst xmlns:a="http://schemas.openxmlformats.org/drawingml/2006/main">
              <a:ext uri="{FF2B5EF4-FFF2-40B4-BE49-F238E27FC236}">
                <a16:creationId xmlns:a16="http://schemas.microsoft.com/office/drawing/2014/main" id="{D1C7F727-1C41-42A1-A5D3-8519D66D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8414385"/>
            <a:ext cx="128588" cy="60008"/>
          </a:xfrm>
          <a:custGeom xmlns:a="http://schemas.openxmlformats.org/drawingml/2006/main">
            <a:pathLst>
              <a:path w="128588" h="60008">
                <a:moveTo>
                  <a:pt x="0" y="0"/>
                </a:moveTo>
                <a:lnTo>
                  <a:pt x="128588" y="0"/>
                </a:lnTo>
                <a:lnTo>
                  <a:pt x="128588" y="60008"/>
                </a:lnTo>
                <a:lnTo>
                  <a:pt x="0" y="60008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8" name="d19v2-footer-logo-lower-black">
            <a:extLst xmlns:a="http://schemas.openxmlformats.org/drawingml/2006/main">
              <a:ext uri="{FF2B5EF4-FFF2-40B4-BE49-F238E27FC236}">
                <a16:creationId xmlns:a16="http://schemas.microsoft.com/office/drawing/2014/main" id="{F1316D15-A12C-4D28-8BD7-05B49960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474393"/>
            <a:ext cx="128588" cy="111442"/>
          </a:xfrm>
          <a:custGeom xmlns:a="http://schemas.openxmlformats.org/drawingml/2006/main">
            <a:pathLst>
              <a:path w="128588" h="111442">
                <a:moveTo>
                  <a:pt x="0" y="51435"/>
                </a:moveTo>
                <a:lnTo>
                  <a:pt x="128588" y="0"/>
                </a:lnTo>
                <a:lnTo>
                  <a:pt x="128588" y="60007"/>
                </a:lnTo>
                <a:lnTo>
                  <a:pt x="0" y="111442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9" name="d19v2-footer-logo-lower-red">
            <a:extLst xmlns:a="http://schemas.openxmlformats.org/drawingml/2006/main">
              <a:ext uri="{FF2B5EF4-FFF2-40B4-BE49-F238E27FC236}">
                <a16:creationId xmlns:a16="http://schemas.microsoft.com/office/drawing/2014/main" id="{C3E0886E-5BBF-4104-85FB-B5404EE4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8474393"/>
            <a:ext cx="128588" cy="111442"/>
          </a:xfrm>
          <a:custGeom xmlns:a="http://schemas.openxmlformats.org/drawingml/2006/main">
            <a:pathLst>
              <a:path w="128588" h="111442">
                <a:moveTo>
                  <a:pt x="0" y="0"/>
                </a:moveTo>
                <a:lnTo>
                  <a:pt x="128588" y="0"/>
                </a:lnTo>
                <a:lnTo>
                  <a:pt x="128588" y="60007"/>
                </a:lnTo>
                <a:lnTo>
                  <a:pt x="0" y="111442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0" name="d19v2-footer-brand">
            <a:extLst xmlns:a="http://schemas.openxmlformats.org/drawingml/2006/main">
              <a:ext uri="{FF2B5EF4-FFF2-40B4-BE49-F238E27FC236}">
                <a16:creationId xmlns:a16="http://schemas.microsoft.com/office/drawing/2014/main" id="{3528DE62-C251-4E72-AA2F-2C0A072C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981" name="d19v2-footer-divider">
            <a:extLst xmlns:a="http://schemas.openxmlformats.org/drawingml/2006/main">
              <a:ext uri="{FF2B5EF4-FFF2-40B4-BE49-F238E27FC236}">
                <a16:creationId xmlns:a16="http://schemas.microsoft.com/office/drawing/2014/main" id="{16661D87-F55B-4800-85ED-F4917804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8305800"/>
            <a:ext cx="952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6C4"/>
            </a:solidFill>
            <a:prstDash val="solid"/>
          </a:ln>
        </p:spPr>
      </p:sp>
      <p:sp>
        <p:nvSpPr>
          <p:cNvPr id="982" name="d19v2-footer-tagline-jp">
            <a:extLst xmlns:a="http://schemas.openxmlformats.org/drawingml/2006/main">
              <a:ext uri="{FF2B5EF4-FFF2-40B4-BE49-F238E27FC236}">
                <a16:creationId xmlns:a16="http://schemas.microsoft.com/office/drawing/2014/main" id="{DF975C2A-D1E2-46E2-93EC-69F483D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8305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983" name="d19v2-footer-tagline-en">
            <a:extLst xmlns:a="http://schemas.openxmlformats.org/drawingml/2006/main">
              <a:ext uri="{FF2B5EF4-FFF2-40B4-BE49-F238E27FC236}">
                <a16:creationId xmlns:a16="http://schemas.microsoft.com/office/drawing/2014/main" id="{3AD011D8-8C49-41C9-8994-B8D0B0BD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8524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984" name="d19v2-footer-date">
            <a:extLst xmlns:a="http://schemas.openxmlformats.org/drawingml/2006/main">
              <a:ext uri="{FF2B5EF4-FFF2-40B4-BE49-F238E27FC236}">
                <a16:creationId xmlns:a16="http://schemas.microsoft.com/office/drawing/2014/main" id="{1B5E7C48-A327-4AB4-9B5A-A14C0FE4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4201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985" name="d19v2-footer-date-rule">
            <a:extLst xmlns:a="http://schemas.openxmlformats.org/drawingml/2006/main">
              <a:ext uri="{FF2B5EF4-FFF2-40B4-BE49-F238E27FC236}">
                <a16:creationId xmlns:a16="http://schemas.microsoft.com/office/drawing/2014/main" id="{05D683DD-1A6C-481B-A9E7-83DE9D9A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8496300"/>
            <a:ext cx="361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958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2026-09-20T21:27:45.6900000Z</dcterms:created>
  <dcterms:modified xsi:type="dcterms:W3CDTF">2026-09-20T21:27:45.6900000Z</dcterms:modified>
</coreProperties>
</file>