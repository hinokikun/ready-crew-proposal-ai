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8254c990d4ff7" /><Relationship Type="http://schemas.openxmlformats.org/officeDocument/2006/relationships/extended-properties" Target="/docProps/app.xml" Id="Rbb7643ea462f4831" /><Relationship Type="http://schemas.openxmlformats.org/officeDocument/2006/relationships/officeDocument" Target="/ppt/presentation.xml" Id="R33fdfae797d144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d74df356484912"/>
  </p:sldMasterIdLst>
  <p:notesMasterIdLst>
    <p:notesMasterId xmlns:r="http://schemas.openxmlformats.org/officeDocument/2006/relationships" r:id="R4a1611a418cb4dd5"/>
  </p:notesMasterIdLst>
  <p:sldIdLst>
    <p:sldId xmlns:r="http://schemas.openxmlformats.org/officeDocument/2006/relationships" id="256" r:id="R286fb2a5d48d4c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b1d1d4da64aac" /><Relationship Type="http://schemas.openxmlformats.org/officeDocument/2006/relationships/slideMaster" Target="/ppt/slideMasters/slideMaster1.xml" Id="R81d74df356484912" /><Relationship Type="http://schemas.openxmlformats.org/officeDocument/2006/relationships/notesMaster" Target="/ppt/notesMasters/notesMaster1.xml" Id="R4a1611a418cb4dd5" /><Relationship Type="http://schemas.openxmlformats.org/officeDocument/2006/relationships/presProps" Target="/ppt/presProps.xml" Id="Refcb255bc8154dac" /><Relationship Type="http://schemas.openxmlformats.org/officeDocument/2006/relationships/tableStyles" Target="/ppt/tableStyles.xml" Id="R8955f141aeed4648" /><Relationship Type="http://schemas.openxmlformats.org/officeDocument/2006/relationships/slide" Target="/ppt/slides/slide1.xml" Id="R286fb2a5d48d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c3c5c7f67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ffa3abbb84249" /><Relationship Type="http://schemas.openxmlformats.org/officeDocument/2006/relationships/notesMaster" Target="/ppt/notesMasters/notesMaster1.xml" Id="R8dce31ade366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D22 Closing native trace. Canonical image is the sole visual authority. The right-side city/person region is a limited crop because the Canonical contains photography. Content is trace-only sample content,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5e105135949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c3f9c3e294adb" /><Relationship Type="http://schemas.openxmlformats.org/officeDocument/2006/relationships/slideLayout" Target="/ppt/slideLayouts/slideLayout1.xml" Id="Rb3e2221e5ada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e2221e5ada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cad9840f4097" /><Relationship Type="http://schemas.openxmlformats.org/officeDocument/2006/relationships/image" Target="/ppt/media/image.png" Id="Re4b03d33df3d4f1a" /><Relationship Type="http://schemas.openxmlformats.org/officeDocument/2006/relationships/notesSlide" Target="/ppt/notesSlides/notesSlide1.xml" Id="R8660e5bee339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FA4417-EDCD-45EB-9DA5-A2C8BFED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619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D22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CD238-B4B4-4E81-83F7-7E7803DD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クロージング / Closing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03d33df3d4f1a"/>
          <a:srcRect xmlns:a="http://schemas.openxmlformats.org/drawingml/2006/main" l="0" t="15766" r="0" b="15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228600"/>
            <a:ext cx="20955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43774-E590-46C6-B28D-AAE0B68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667750" y="0"/>
            <a:ext cx="5143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8BE4F-3B07-4610-8859-C38B636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048750" y="0"/>
            <a:ext cx="457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C18F8-B0C0-4E52-822D-D96F0F0C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429750" y="0"/>
            <a:ext cx="762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DEFF8-93AF-4F54-A89A-7BCFE62C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544050" y="0"/>
            <a:ext cx="1143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1C21F-5C76-4F3A-88A2-C34CCC54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</a:t>
            </a:r>
            <a:r>
              <a: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クエスト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0CF2F-1183-47A1-8C87-D043E600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" b="1" i="0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435" b="1" i="0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AIで、提案をもっと速く、もっと強く。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E2F25-C317-409D-8B8F-64DF9FC6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1450"/>
            <a:ext cx="1190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79BAC-605B-43B5-B44C-C507ABFB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638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THINK TOGETHER,</a:t>
            </a:r>
          </a:p>
          <a:p xmlns:a="http://schemas.openxmlformats.org/drawingml/2006/main">
            <a:pPr algn="l">
              <a:defRPr sz="638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638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CREATE THE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1C87E-3195-4DFE-BA20-A15E9C49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67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93F27-DC36-423B-9745-248D600D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ともに、提案の力で</a:t>
            </a:r>
          </a:p>
          <a:p xmlns:a="http://schemas.openxmlformats.org/drawingml/2006/main">
            <a:pPr algn="l">
              <a:defRPr sz="2700" b="1"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ビジネスの未来</a:t>
            </a:r>
            <a:r>
              <a:rPr sz="27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をつくりませんか。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5FB2D-AE93-4E07-A7A4-F513FE8D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提案クエストは、AIと人の知見を組み合わせ、</a:t>
            </a:r>
          </a:p>
          <a:p xmlns:a="http://schemas.openxmlformats.org/drawingml/2006/main">
            <a:pPr algn="l">
              <a:def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企業の提案活動をより速く、より深く、より成果につなげるためのパートナーです。</a:t>
            </a:r>
          </a:p>
          <a:p xmlns:a="http://schemas.openxmlformats.org/drawingml/2006/main">
            <a:pPr algn="l">
              <a:def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貴社の課題に寄り添い、確かな成果の創出に向けて、全力でご支援いたします。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2ABA8-5A24-4255-8C08-03ADBF3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5717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E2FD9-D944-47ED-9176-B01901F4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提案クエストが提供する価値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672AA-4D02-492C-9E39-736B2A4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95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AA5D7-F70F-4317-9E60-120104AD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D1C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C7019-FD70-4757-B3F6-4C0E0DA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33725"/>
            <a:ext cx="95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67EA0-B06A-478B-9E19-84CAE1F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76275" y="3324225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EBBB3-A6A9-4840-B6B9-5F32258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9FEA5-AD6A-44D1-A118-BBE3F59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スピード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77F6A-9B52-44DA-AB64-F9FBBA90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4327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提案資料の作成時間を</a:t>
            </a:r>
          </a:p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大幅に短縮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795DA-3901-40CD-8E71-011A234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F7E4C-4635-4489-A00B-EA579AF2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3372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1C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C92DE-8C00-4F48-ACE2-F56CF1A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409950"/>
            <a:ext cx="114300" cy="666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8B4CE-B37B-47CF-92F2-565D4CD3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147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0D317-F841-4273-B46C-281F68A5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質の向上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C39C0-C7AC-4FE4-9434-8388267D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4327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AIと人の知見で</a:t>
            </a:r>
          </a:p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説得力のある提案を実現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FC51B-688E-40B4-AFDD-E01287B1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DFE38-7884-4EEC-8DA2-4327AF61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956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5C6B7-5C98-4640-AF86-77F8315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3372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49792-9B6F-4CDA-86BA-C399D70B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666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34D6A-E18A-4A1A-8CAA-4E0002D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66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3D3262-0145-4881-AA26-657A9123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81350"/>
            <a:ext cx="666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EDF545-7E9C-44F8-BBC6-159A78D0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48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成果の最大化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6D517F-2533-4787-9A87-ECD91CE1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4327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受注率の向上と</a:t>
            </a:r>
          </a:p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ビジネス機会の拡大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6B1146-5AA4-40D4-B71C-039903B3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2038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1B2EFB-3E75-49E5-8551-9BAA343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3372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1C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209C8B-A9E0-42D5-BA6D-D9E8F72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FA0EBD-051A-4E05-B5B4-D363C82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7182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DE57E8-2373-49D4-8A41-DC1F4128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05175"/>
            <a:ext cx="238125" cy="1333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DA34E4-5343-40E6-B926-305DA798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133350" cy="114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0EA406-E390-4B66-8C8A-D2FF68A4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24225"/>
            <a:ext cx="133350" cy="114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5F5189-8797-421F-9BAE-B7D5E5F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継続的な成長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DB96D6-EEEB-41D1-A4E1-4A84FCC8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4327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運用・サポートを通じた</a:t>
            </a:r>
          </a:p>
          <a:p xmlns:a="http://schemas.openxmlformats.org/drawingml/2006/main">
            <a:pPr algn="l">
              <a:def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6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長期的な価値創出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F29702-9D2A-4EBD-B0F8-A2BC85B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9942D9-7AD5-4476-BE55-20BF947C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次のアクション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97CA10-08DD-4474-BADB-7D6F4886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38650"/>
            <a:ext cx="3000375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6A0D58-A6E1-4612-985E-712508E6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05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36F010-83E9-4778-9FD7-02F9A9BB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308D36-6F0F-434F-A887-07E2962F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434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詳細のご説明</a:t>
            </a:r>
          </a:p>
          <a:p xmlns:a="http://schemas.openxmlformats.org/drawingml/2006/main">
            <a:pPr algn="l">
              <a:def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デモンストレーションの実施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C4192A-5EB7-40A3-8A89-20C6A82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38650"/>
            <a:ext cx="3000375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A38DFE-7AB4-4778-B7E1-96EC1F89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05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503EE9-6B61-4319-B96F-5ED64AAA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746D72-C54B-456E-8EB3-AE1C7EAD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434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貴社に合わせた導入プランのご提案</a:t>
            </a:r>
          </a:p>
          <a:p xmlns:a="http://schemas.openxmlformats.org/drawingml/2006/main">
            <a:pPr algn="l">
              <a:def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（対象業務・スケジュール・費用）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4B146A-831D-424C-B7DA-32CBE59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38650"/>
            <a:ext cx="3000375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1C40DA-CB41-4A2E-8CB5-9E949724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053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9F084B-76E1-4BAA-9AD9-A412FD5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4F1BF8-A424-4605-BD27-B09A9F37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434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PoC（試験導入）からの</a:t>
            </a:r>
          </a:p>
          <a:p xmlns:a="http://schemas.openxmlformats.org/drawingml/2006/main">
            <a:pPr algn="l">
              <a:def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スモールスタート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5DB4D5-EFE4-410D-97B6-FE9BD7C0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91125"/>
            <a:ext cx="432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835E19-CB8D-451C-A218-A02ECA1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48275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まずはお気軽にご相談ください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3B5217-C6B1-4B0B-81A1-5C2EB0A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578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貴社の状況に合わせて、最適な導入方法をご提案いたします。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B49B3A-9FDD-4878-B9A0-87AED31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8420100" y="23812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350" b="0" i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提案で、</a:t>
            </a:r>
          </a:p>
          <a:p xmlns:a="http://schemas.openxmlformats.org/drawingml/2006/main">
            <a:pPr algn="l">
              <a:defRPr sz="1350" b="0" i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350" b="0" i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社会を前に進める。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5481C2-A6D9-4A0D-8228-CAFCAFC8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9353550" y="31432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18409A-3043-4AE0-AE34-6B5C2D3C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33375" y="63436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C3B03B-083D-4508-BF94-21C1718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61950" y="643890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1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5903BCD-6F02-42C5-9133-BF9E8C9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90525" y="65341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C71A27-7B29-4CEF-9C7A-66CBC596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E3B402-ED03-41D8-A8ED-B9FEA190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334125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A520E9-27CE-4A97-B1AB-C50BDA7C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055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  <a:p xmlns:a="http://schemas.openxmlformats.org/drawingml/2006/main">
            <a:pPr algn="l">
              <a:defRPr sz="75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Think Together, Create the Next.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3DDB94-F16F-4158-BCC6-91DC3250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222C5F-B796-41C3-A0E4-AF2C92A7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429375"/>
            <a:ext cx="24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8856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2026-09-20T22:47:24.7060000Z</dcterms:created>
  <dcterms:modified xsi:type="dcterms:W3CDTF">2026-09-20T22:47:24.7060000Z</dcterms:modified>
</coreProperties>
</file>