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3d5735d06d4a95" /><Relationship Type="http://schemas.openxmlformats.org/officeDocument/2006/relationships/extended-properties" Target="/docProps/app.xml" Id="R87afbe7d533a414b" /><Relationship Type="http://schemas.openxmlformats.org/officeDocument/2006/relationships/officeDocument" Target="/ppt/presentation.xml" Id="R9572291fbc2d4d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e8e4206a04e0a"/>
  </p:sldMasterIdLst>
  <p:notesMasterIdLst>
    <p:notesMasterId xmlns:r="http://schemas.openxmlformats.org/officeDocument/2006/relationships" r:id="Rc8d225a656714391"/>
  </p:notesMasterIdLst>
  <p:sldIdLst>
    <p:sldId xmlns:r="http://schemas.openxmlformats.org/officeDocument/2006/relationships" id="256" r:id="Rea978b563aba42f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dabfe6ea8a4bbd" /><Relationship Type="http://schemas.openxmlformats.org/officeDocument/2006/relationships/slideMaster" Target="/ppt/slideMasters/slideMaster1.xml" Id="R522e8e4206a04e0a" /><Relationship Type="http://schemas.openxmlformats.org/officeDocument/2006/relationships/notesMaster" Target="/ppt/notesMasters/notesMaster1.xml" Id="Rc8d225a656714391" /><Relationship Type="http://schemas.openxmlformats.org/officeDocument/2006/relationships/presProps" Target="/ppt/presProps.xml" Id="Rd2f527effd534d8a" /><Relationship Type="http://schemas.openxmlformats.org/officeDocument/2006/relationships/tableStyles" Target="/ppt/tableStyles.xml" Id="Rd2fbfcc5d0304e74" /><Relationship Type="http://schemas.openxmlformats.org/officeDocument/2006/relationships/slide" Target="/ppt/slides/slide1.xml" Id="Rea978b563aba42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cede29a32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432a738fae4613" /><Relationship Type="http://schemas.openxmlformats.org/officeDocument/2006/relationships/notesMaster" Target="/ppt/notesMasters/notesMaster1.xml" Id="Rab94b03bf63e48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S05 replacement Native Trace built from the approved Canonical source. Sample content is trace-only.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c4fef1f1e48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49856e35b54ada" /><Relationship Type="http://schemas.openxmlformats.org/officeDocument/2006/relationships/slideLayout" Target="/ppt/slideLayouts/slideLayout1.xml" Id="Rb3938c1e3e72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938c1e3e72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2d8b31c6b46e0" /><Relationship Type="http://schemas.openxmlformats.org/officeDocument/2006/relationships/notesSlide" Target="/ppt/notesSlides/notesSlide1.xml" Id="Ra64523460adf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8FD75BE-D322-41E7-8109-056E8DD4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7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FDB64-4F79-4B90-A2AE-178CE0B0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57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EE765-2344-4F13-9E46-1D649FA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8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ご提案内容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DF42D-304E-409A-A8AB-006784AE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5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7C7FB-FEB2-4973-AF92-328E511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57175"/>
            <a:ext cx="105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2026.08.26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C95B8-8DF7-4B05-8B2B-B12BCD8A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4333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412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提案コンセプト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B0760-C73F-44B3-93DC-3141D0D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3425"/>
            <a:ext cx="4333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412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と目指す姿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707EA-BD56-49A5-9A46-D9E465AC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09725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提案業務を、属人的な資料作成から再利用可能な提案エンジンへ進化させ、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3C6A5-5469-4BDB-A7B8-8BD7D335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972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短時間で高品質な提案を継続的に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F8895-4E10-4786-AA51-9D11F4AA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1609725"/>
            <a:ext cx="200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生み出します。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FAC07-A25C-4220-AFF2-2902A95C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288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350CA-82EF-45C6-9212-1DC0A9B4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提案コンセプト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7FD8E-5C7C-4971-98E8-76246A4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52650"/>
            <a:ext cx="0" cy="3781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705C5-B71D-4C08-BDB5-9C7B31C1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288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980B7-95D2-48BA-9D5A-8486236C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1431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目指す姿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A42F7-CBB9-4BCB-8FB0-7A678286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43125"/>
            <a:ext cx="4219575" cy="1019175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B5B59-E6AD-47F4-8A3B-C0E7454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288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249EB-394A-4E03-B5F3-03A221E4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86025"/>
            <a:ext cx="4000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D0BE9-6A00-4B85-B811-4C7BA94C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45E52-E38F-4535-80D6-19DE49FF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52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7BF56-982D-4770-B343-20333662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9875"/>
            <a:ext cx="4000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4C166-AF73-42D4-9CD2-10FF2AA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DF9BD-B01A-4483-904F-891983DE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526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情報整理の自動化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E74E8-99F5-42BC-BF60-0551557C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336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案件情報・要件・過去提案を整理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FFFA3-3225-42A8-BF48-D12FDCA0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37623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79562-2491-48D5-AB50-ED545795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243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EA63D-2002-446A-A069-0F57B639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C894FF-13A1-42DA-A673-6A63EBE5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148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F3C16E-2E52-48C1-98FF-C656A00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64C79D-B0BD-48D6-9FE8-A9E1C791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2B04A-9602-49D8-A328-D6E89744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9100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構成提案の最適化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C833C1-F3F6-4824-8C75-AE713F9F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目的に応じたストーリー・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構成を提案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CADA2A-BFDF-49FC-8E78-CEC7711D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31718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99B291-8A4F-4E4C-B13A-3972432C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338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07B344-2056-430E-9262-7DB1DF7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79107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FB65E4-D1B6-4D08-A0D1-33905420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562475"/>
            <a:ext cx="11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FCD1A8-8C98-49D8-AB4C-74CFBD34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9600"/>
            <a:ext cx="114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F5DF3D-C1C6-4FBD-AAD5-AE4C9D41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76725"/>
            <a:ext cx="11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569DC6-1444-493A-A84F-F1A17509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91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継続改善の仕組み化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D7ECFA-9F57-4D8B-8DC7-61AC73E0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57200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レビュー結果を蓄積し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品質を向上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10DC82-6BC9-4C87-A9C0-734649FF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295525" cy="2295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AE5D40-79EF-47F4-B802-48DD4545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90900"/>
            <a:ext cx="1990725" cy="198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1D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615460-F06D-4A3E-9E8C-573A2B3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718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1D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E6437-CCB4-422F-8BD9-BF9A5F89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1D2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6D748C-9B5F-4194-8DB3-18EC0B69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81500"/>
            <a:ext cx="5429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1D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BA06A-3FFD-455A-A794-D3161FD1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1D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ABE966-64DF-4FAD-BFD8-ED3BAFC2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81500"/>
            <a:ext cx="3905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1D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58A454-8497-4010-9E94-389EE784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1D2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01FF58-E4BC-4DD5-AF94-CE21A70C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579150-1C36-4E46-8FA9-D9F5670E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720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Proposal Engine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12EC50-02B7-465A-9FF5-F98897AC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505075"/>
            <a:ext cx="4714875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891DF5-B60A-4C97-B6D3-ED6B59D6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6289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2FBB5C-026F-442F-9EBA-BB6763B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819400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473BD5-2305-4629-BFAE-F835C690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9051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3F72CE-7492-4B1B-A2C8-FFA73CDB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57525"/>
            <a:ext cx="1238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B7F916-A344-40F1-9A77-2866A4C3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7336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C3A01A-FD4E-4AE7-AD48-F6F16292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6860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速い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084CB8-1818-42BD-972E-25B94D0C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095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提案初稿までの時間を大幅に短縮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44B9E2-0610-4F0D-8643-78667E6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705225"/>
            <a:ext cx="4714875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D1B46E-BCAC-4DD4-AF16-7AFBDF6E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290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03D65E-57DA-42AF-94A1-8EFDFEE7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48627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4082B5-65A2-4A86-84B8-0709DDE1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57675"/>
            <a:ext cx="11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D65378-B01A-4771-83B2-93581E45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114800"/>
            <a:ext cx="114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41E977-BEB1-4862-9002-3D6AF033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971925"/>
            <a:ext cx="11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972E40-5999-4A33-A5FD-DD7EFF34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93382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93B4E9-9B5E-4C20-894F-B47009D4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86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強い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5403B5-9A9E-434A-B180-869E43B4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295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伝わる構成で提案の質を底上げ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EF0D8C-7F2D-4101-BE69-1963FF16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914900"/>
            <a:ext cx="4714875" cy="1019175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F9C51C-8347-43E7-B0AC-AF86196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387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7941FA-C6B8-4BFE-BAC1-F539ACC3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57800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4EE1DA-78CE-48E8-9C78-333AAB38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6255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4F84F9E-FB9C-4836-A752-BC8CB754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257800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6EB9BE-5009-414F-87BA-11A3BD2D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438775"/>
            <a:ext cx="238125" cy="285750"/>
          </a:xfrm>
          <a:custGeom xmlns:a="http://schemas.openxmlformats.org/drawingml/2006/main">
            <a:pathLst>
              <a:path w="238125" h="285750">
                <a:moveTo>
                  <a:pt x="0" y="285750"/>
                </a:moveTo>
                <a:lnTo>
                  <a:pt x="0" y="180975"/>
                </a:lnTo>
                <a:lnTo>
                  <a:pt x="66675" y="85725"/>
                </a:lnTo>
                <a:lnTo>
                  <a:pt x="171450" y="85725"/>
                </a:lnTo>
                <a:lnTo>
                  <a:pt x="238125" y="180975"/>
                </a:lnTo>
                <a:lnTo>
                  <a:pt x="238125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339793-B8E1-47F1-A4D8-5ECA401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429250"/>
            <a:ext cx="285750" cy="323850"/>
          </a:xfrm>
          <a:custGeom xmlns:a="http://schemas.openxmlformats.org/drawingml/2006/main">
            <a:pathLst>
              <a:path w="285750" h="323850">
                <a:moveTo>
                  <a:pt x="0" y="323850"/>
                </a:moveTo>
                <a:lnTo>
                  <a:pt x="0" y="180975"/>
                </a:lnTo>
                <a:lnTo>
                  <a:pt x="76200" y="76200"/>
                </a:lnTo>
                <a:lnTo>
                  <a:pt x="209550" y="76200"/>
                </a:lnTo>
                <a:lnTo>
                  <a:pt x="285750" y="180975"/>
                </a:lnTo>
                <a:lnTo>
                  <a:pt x="28575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87A0166-91E1-4380-B56C-AFDE96B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438775"/>
            <a:ext cx="238125" cy="285750"/>
          </a:xfrm>
          <a:custGeom xmlns:a="http://schemas.openxmlformats.org/drawingml/2006/main">
            <a:pathLst>
              <a:path w="238125" h="285750">
                <a:moveTo>
                  <a:pt x="0" y="285750"/>
                </a:moveTo>
                <a:lnTo>
                  <a:pt x="0" y="180975"/>
                </a:lnTo>
                <a:lnTo>
                  <a:pt x="66675" y="85725"/>
                </a:lnTo>
                <a:lnTo>
                  <a:pt x="171450" y="85725"/>
                </a:lnTo>
                <a:lnTo>
                  <a:pt x="238125" y="180975"/>
                </a:lnTo>
                <a:lnTo>
                  <a:pt x="238125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F00BD4-CB6D-4268-B14B-FB4E1AC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14350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5D595F-8F9E-4B34-8516-C032A2CB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095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続く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ED0027-18A3-4393-8995-58478894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知見を蓄積し、組織で再利用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779F854-27BD-4174-9D58-2CE1D1C8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816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28A6BF-8913-46D2-BC39-A6D0F9BA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導入の考え方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6E6FE2-9941-4FEF-91D9-595340B0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19800"/>
            <a:ext cx="4876800" cy="1219200"/>
          </a:xfrm>
          <a:custGeom xmlns:a="http://schemas.openxmlformats.org/drawingml/2006/main">
            <a:pathLst>
              <a:path w="4876800" h="1219200">
                <a:moveTo>
                  <a:pt x="0" y="0"/>
                </a:moveTo>
                <a:lnTo>
                  <a:pt x="4533900" y="0"/>
                </a:lnTo>
                <a:lnTo>
                  <a:pt x="4876800" y="609600"/>
                </a:lnTo>
                <a:lnTo>
                  <a:pt x="4533900" y="1219200"/>
                </a:lnTo>
                <a:lnTo>
                  <a:pt x="0" y="1219200"/>
                </a:lnTo>
                <a:lnTo>
                  <a:pt x="342900" y="609600"/>
                </a:lnTo>
                <a:close/>
              </a:path>
            </a:pathLst>
          </a:cu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6EF650-AF6D-48C8-B85B-1F2D26BF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019800"/>
            <a:ext cx="5124450" cy="1219200"/>
          </a:xfrm>
          <a:custGeom xmlns:a="http://schemas.openxmlformats.org/drawingml/2006/main">
            <a:pathLst>
              <a:path w="5124450" h="1219200">
                <a:moveTo>
                  <a:pt x="0" y="0"/>
                </a:moveTo>
                <a:lnTo>
                  <a:pt x="4781550" y="0"/>
                </a:lnTo>
                <a:lnTo>
                  <a:pt x="5124450" y="609600"/>
                </a:lnTo>
                <a:lnTo>
                  <a:pt x="4781550" y="1219200"/>
                </a:lnTo>
                <a:lnTo>
                  <a:pt x="0" y="1219200"/>
                </a:lnTo>
                <a:lnTo>
                  <a:pt x="342900" y="609600"/>
                </a:lnTo>
                <a:close/>
              </a:path>
            </a:pathLst>
          </a:custGeom>
          <a:solidFill xmlns:a="http://schemas.openxmlformats.org/drawingml/2006/main">
            <a:srgbClr val="FF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14A64D9-C553-41FC-9EA3-851672E6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19800"/>
            <a:ext cx="5476875" cy="1219200"/>
          </a:xfrm>
          <a:custGeom xmlns:a="http://schemas.openxmlformats.org/drawingml/2006/main">
            <a:pathLst>
              <a:path w="5476875" h="1219200">
                <a:moveTo>
                  <a:pt x="0" y="0"/>
                </a:moveTo>
                <a:lnTo>
                  <a:pt x="5133975" y="0"/>
                </a:lnTo>
                <a:lnTo>
                  <a:pt x="5476875" y="609600"/>
                </a:lnTo>
                <a:lnTo>
                  <a:pt x="5133975" y="1219200"/>
                </a:lnTo>
                <a:lnTo>
                  <a:pt x="0" y="1219200"/>
                </a:lnTo>
                <a:lnTo>
                  <a:pt x="342900" y="609600"/>
                </a:lnTo>
                <a:close/>
              </a:path>
            </a:pathLst>
          </a:cu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204592B-A350-4317-A4F4-E8608891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8C7887A-9BB4-4B83-B71D-00BA608C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257925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BFF5F6-E662-4ED9-B9BC-44FB7910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4000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AA9937A-D917-4992-8791-5C1BEB73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50557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F9DEE7A-2A63-4F3A-B6F6-7A830EC6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50557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AAC8C59-F2D4-4CF6-AF6F-344578C3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762750"/>
            <a:ext cx="4000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8B6595F-AF03-4475-82D5-F1D47AEB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638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B9B4EF9-3DDC-447E-8787-C5C5123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91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データ整備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8405E60-81A4-4565-8FA3-814E7141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572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過去提案・顧客情報を整理し、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再利用可能なデータ基盤を構築。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663AE4-193B-41D8-977B-A22E2268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19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50F2323-EA63-468C-A424-74668F2B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257925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BDAFD06-DF1E-41D3-8A74-069F63F1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3722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0C54823-DC2F-41AF-BD76-42CF611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3722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AA9486-16D6-4DDA-BFDF-22305CA7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5722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0343F2-B92F-4C8E-8F95-1AF37A0D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865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9272B8B-9830-424B-8230-C9AD5E2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191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テンプレート化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E24AB56-35A1-4C8D-9CC7-89BF96F2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572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社内の知見をもとに、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汎用的な提案テンプレートを整備。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3D1EA98-02E3-45B5-AE48-58EDBD7B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9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7B5EF7-F783-40FB-897F-2837E7C6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257925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C131FCD-062F-46AD-8800-5347914F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53175"/>
            <a:ext cx="514350" cy="514350"/>
          </a:xfrm>
          <a:custGeom xmlns:a="http://schemas.openxmlformats.org/drawingml/2006/main">
            <a:pathLst>
              <a:path w="514350" h="514350">
                <a:moveTo>
                  <a:pt x="257175" y="10287"/>
                </a:moveTo>
                <a:lnTo>
                  <a:pt x="305340" y="15031"/>
                </a:lnTo>
                <a:lnTo>
                  <a:pt x="330869" y="79261"/>
                </a:lnTo>
                <a:lnTo>
                  <a:pt x="364163" y="97057"/>
                </a:lnTo>
                <a:lnTo>
                  <a:pt x="431751" y="82599"/>
                </a:lnTo>
                <a:lnTo>
                  <a:pt x="462455" y="120011"/>
                </a:lnTo>
                <a:lnTo>
                  <a:pt x="435089" y="183481"/>
                </a:lnTo>
                <a:lnTo>
                  <a:pt x="446047" y="219606"/>
                </a:lnTo>
                <a:lnTo>
                  <a:pt x="504063" y="257175"/>
                </a:lnTo>
                <a:lnTo>
                  <a:pt x="499319" y="305340"/>
                </a:lnTo>
                <a:lnTo>
                  <a:pt x="435089" y="330869"/>
                </a:lnTo>
                <a:lnTo>
                  <a:pt x="417293" y="364163"/>
                </a:lnTo>
                <a:lnTo>
                  <a:pt x="431751" y="431751"/>
                </a:lnTo>
                <a:lnTo>
                  <a:pt x="394339" y="462455"/>
                </a:lnTo>
                <a:lnTo>
                  <a:pt x="330869" y="435089"/>
                </a:lnTo>
                <a:lnTo>
                  <a:pt x="294744" y="446047"/>
                </a:lnTo>
                <a:lnTo>
                  <a:pt x="257175" y="504063"/>
                </a:lnTo>
                <a:lnTo>
                  <a:pt x="209010" y="499319"/>
                </a:lnTo>
                <a:lnTo>
                  <a:pt x="183481" y="435089"/>
                </a:lnTo>
                <a:lnTo>
                  <a:pt x="150187" y="417293"/>
                </a:lnTo>
                <a:lnTo>
                  <a:pt x="82599" y="431751"/>
                </a:lnTo>
                <a:lnTo>
                  <a:pt x="51895" y="394339"/>
                </a:lnTo>
                <a:lnTo>
                  <a:pt x="79261" y="330869"/>
                </a:lnTo>
                <a:lnTo>
                  <a:pt x="68303" y="294744"/>
                </a:lnTo>
                <a:lnTo>
                  <a:pt x="10287" y="257175"/>
                </a:lnTo>
                <a:lnTo>
                  <a:pt x="15031" y="209010"/>
                </a:lnTo>
                <a:lnTo>
                  <a:pt x="79261" y="183481"/>
                </a:lnTo>
                <a:lnTo>
                  <a:pt x="97057" y="150187"/>
                </a:lnTo>
                <a:lnTo>
                  <a:pt x="82599" y="82599"/>
                </a:lnTo>
                <a:lnTo>
                  <a:pt x="120011" y="51895"/>
                </a:lnTo>
                <a:lnTo>
                  <a:pt x="183481" y="79261"/>
                </a:lnTo>
                <a:lnTo>
                  <a:pt x="219606" y="683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5E1674F-C31E-460D-9E57-B843BB31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953EEB-C86E-4DDF-8A35-9EF761AF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19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運用定着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5CCE224-0374-43E0-AD1E-9966D01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5722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現場での活用を支援し、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継続的な改善サイクルを確立。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0B4A2AB-FB3D-491E-9A86-47998EEA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372350"/>
            <a:ext cx="149923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7F8"/>
          </a:solidFill>
          <a:ln xmlns:a="http://schemas.openxmlformats.org/drawingml/2006/main" w="9525">
            <a:solidFill>
              <a:srgbClr val="F21D2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A85CAE1-E241-40C3-8FA2-C03AF217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372350"/>
            <a:ext cx="3076575" cy="647700"/>
          </a:xfrm>
          <a:custGeom xmlns:a="http://schemas.openxmlformats.org/drawingml/2006/main">
            <a:pathLst>
              <a:path w="3076575" h="647700">
                <a:moveTo>
                  <a:pt x="0" y="0"/>
                </a:moveTo>
                <a:lnTo>
                  <a:pt x="2733675" y="0"/>
                </a:lnTo>
                <a:lnTo>
                  <a:pt x="3076575" y="323850"/>
                </a:lnTo>
                <a:lnTo>
                  <a:pt x="2733675" y="647700"/>
                </a:lnTo>
                <a:lnTo>
                  <a:pt x="0" y="647700"/>
                </a:lnTo>
                <a:close/>
              </a:path>
            </a:pathLst>
          </a:cu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5867DCA-3935-4F90-9797-3C7267FA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5152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4A9E2D5-8175-4A09-91B4-9216CC14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515225"/>
            <a:ext cx="361950" cy="161925"/>
          </a:xfrm>
          <a:custGeom xmlns:a="http://schemas.openxmlformats.org/drawingml/2006/main">
            <a:pathLst>
              <a:path w="361950" h="161925">
                <a:moveTo>
                  <a:pt x="0" y="0"/>
                </a:moveTo>
                <a:lnTo>
                  <a:pt x="342900" y="47625"/>
                </a:lnTo>
                <a:lnTo>
                  <a:pt x="190500" y="104775"/>
                </a:lnTo>
                <a:lnTo>
                  <a:pt x="342900" y="161925"/>
                </a:ln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17C3BE7-26DA-4FD0-9811-21597E9E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コンセプトの要点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93C0CD1-16B4-4AE4-9755-5C1A7FD3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5342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提案書作成を効率化し、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0AE52FF-DEBB-49DE-91CC-8F3DDDD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75342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21D2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21D27"/>
                </a:solidFill>
                <a:latin typeface="Yu Gothic"/>
                <a:ea typeface="Yu Gothic"/>
                <a:cs typeface="Yu Gothic"/>
              </a:rPr>
              <a:t>提案の質と再現性を高める業務基盤を構築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7D5159C-9F6C-4023-8889-8C1FC2D1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534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します。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ECA1A3B-9E11-4D9F-92CC-C61F56C4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277225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1D27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289B1FA-7D85-46F2-9F6C-D6CFDC72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401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13D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213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16DEE03-E74D-4DAF-9657-7B24D7A5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9152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57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DA41B4-4984-42E1-847D-AA744211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8391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753E8FE-CB0F-445D-95B6-73D35652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839152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57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4F8C14F-43F5-44A9-8A12-9D840520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35342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人とテクノロジーで、より良い社会をつくる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Think Together, Create the Next.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61C98F6-B0F8-4C77-A9B8-6D472C5B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841057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3657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3657A"/>
                </a:solidFill>
                <a:latin typeface="Yu Gothic"/>
                <a:ea typeface="Yu Gothic"/>
                <a:cs typeface="Yu Gothic"/>
              </a:rPr>
              <a:t>© 2026 提案クエスト All Rights Reserved.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A89802D-4A72-4DDA-BD1B-C76376A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95700"/>
            <a:ext cx="438150" cy="152400"/>
          </a:xfrm>
          <a:custGeom xmlns:a="http://schemas.openxmlformats.org/drawingml/2006/main">
            <a:pathLst>
              <a:path w="438150" h="152400">
                <a:moveTo>
                  <a:pt x="0" y="57150"/>
                </a:moveTo>
                <a:lnTo>
                  <a:pt x="247650" y="0"/>
                </a:lnTo>
                <a:lnTo>
                  <a:pt x="438150" y="76200"/>
                </a:lnTo>
                <a:lnTo>
                  <a:pt x="180975" y="142875"/>
                </a:lnTo>
                <a:close/>
              </a:path>
            </a:pathLst>
          </a:cu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B492EB3-5AB5-458D-A81C-627132F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38575"/>
            <a:ext cx="257175" cy="123825"/>
          </a:xfrm>
          <a:custGeom xmlns:a="http://schemas.openxmlformats.org/drawingml/2006/main">
            <a:pathLst>
              <a:path w="257175" h="123825">
                <a:moveTo>
                  <a:pt x="0" y="0"/>
                </a:moveTo>
                <a:lnTo>
                  <a:pt x="257175" y="66675"/>
                </a:lnTo>
                <a:lnTo>
                  <a:pt x="257175" y="142875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81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523C1C5-926B-44B2-A93F-7B4284AE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38575"/>
            <a:ext cx="400050" cy="161925"/>
          </a:xfrm>
          <a:custGeom xmlns:a="http://schemas.openxmlformats.org/drawingml/2006/main">
            <a:pathLst>
              <a:path w="400050" h="161925">
                <a:moveTo>
                  <a:pt x="0" y="66675"/>
                </a:moveTo>
                <a:lnTo>
                  <a:pt x="238125" y="0"/>
                </a:lnTo>
                <a:lnTo>
                  <a:pt x="400050" y="76200"/>
                </a:lnTo>
                <a:lnTo>
                  <a:pt x="161925" y="142875"/>
                </a:lnTo>
                <a:close/>
              </a:path>
            </a:pathLst>
          </a:custGeom>
          <a:solidFill xmlns:a="http://schemas.openxmlformats.org/drawingml/2006/main">
            <a:srgbClr val="32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0F9D99-E334-4278-9788-6D356BC9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81450"/>
            <a:ext cx="247650" cy="123825"/>
          </a:xfrm>
          <a:custGeom xmlns:a="http://schemas.openxmlformats.org/drawingml/2006/main">
            <a:pathLst>
              <a:path w="247650" h="123825">
                <a:moveTo>
                  <a:pt x="0" y="0"/>
                </a:moveTo>
                <a:lnTo>
                  <a:pt x="247650" y="66675"/>
                </a:lnTo>
                <a:lnTo>
                  <a:pt x="247650" y="142875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26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28C0CB4-DD6F-4A80-9868-219D8FDF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00500"/>
            <a:ext cx="409575" cy="161925"/>
          </a:xfrm>
          <a:custGeom xmlns:a="http://schemas.openxmlformats.org/drawingml/2006/main">
            <a:pathLst>
              <a:path w="409575" h="161925">
                <a:moveTo>
                  <a:pt x="0" y="66675"/>
                </a:moveTo>
                <a:lnTo>
                  <a:pt x="228600" y="0"/>
                </a:lnTo>
                <a:lnTo>
                  <a:pt x="409575" y="76200"/>
                </a:lnTo>
                <a:lnTo>
                  <a:pt x="171450" y="142875"/>
                </a:lnTo>
                <a:close/>
              </a:path>
            </a:pathLst>
          </a:custGeom>
          <a:solidFill xmlns:a="http://schemas.openxmlformats.org/drawingml/2006/main">
            <a:srgbClr val="252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545A8E8-17FB-446F-8D13-4B701EAE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72475"/>
            <a:ext cx="295275" cy="104775"/>
          </a:xfrm>
          <a:custGeom xmlns:a="http://schemas.openxmlformats.org/drawingml/2006/main">
            <a:pathLst>
              <a:path w="295275" h="104775">
                <a:moveTo>
                  <a:pt x="0" y="38100"/>
                </a:moveTo>
                <a:lnTo>
                  <a:pt x="161925" y="0"/>
                </a:lnTo>
                <a:lnTo>
                  <a:pt x="295275" y="47625"/>
                </a:lnTo>
                <a:lnTo>
                  <a:pt x="133350" y="95250"/>
                </a:lnTo>
                <a:close/>
              </a:path>
            </a:pathLst>
          </a:cu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94349D7-F570-42C3-B27D-E16C270C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8467725"/>
            <a:ext cx="180975" cy="85725"/>
          </a:xfrm>
          <a:custGeom xmlns:a="http://schemas.openxmlformats.org/drawingml/2006/main">
            <a:pathLst>
              <a:path w="180975" h="85725">
                <a:moveTo>
                  <a:pt x="0" y="0"/>
                </a:moveTo>
                <a:lnTo>
                  <a:pt x="180975" y="47625"/>
                </a:lnTo>
                <a:lnTo>
                  <a:pt x="180975" y="104775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555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4B5CB1A-0566-425C-92BA-2EA20C97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477250"/>
            <a:ext cx="285750" cy="104775"/>
          </a:xfrm>
          <a:custGeom xmlns:a="http://schemas.openxmlformats.org/drawingml/2006/main">
            <a:pathLst>
              <a:path w="285750" h="104775">
                <a:moveTo>
                  <a:pt x="0" y="38100"/>
                </a:moveTo>
                <a:lnTo>
                  <a:pt x="161925" y="0"/>
                </a:lnTo>
                <a:lnTo>
                  <a:pt x="285750" y="47625"/>
                </a:lnTo>
                <a:lnTo>
                  <a:pt x="123825" y="95250"/>
                </a:lnTo>
                <a:close/>
              </a:path>
            </a:pathLst>
          </a:custGeom>
          <a:solidFill xmlns:a="http://schemas.openxmlformats.org/drawingml/2006/main">
            <a:srgbClr val="2B313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8033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2026-09-20T23:21:36.1480000Z</dcterms:created>
  <dcterms:modified xsi:type="dcterms:W3CDTF">2026-09-20T23:21:36.1480000Z</dcterms:modified>
</coreProperties>
</file>