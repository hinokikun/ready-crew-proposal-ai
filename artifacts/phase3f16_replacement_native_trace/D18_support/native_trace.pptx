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faf72d8d6749f3" /><Relationship Type="http://schemas.openxmlformats.org/officeDocument/2006/relationships/extended-properties" Target="/docProps/app.xml" Id="R5d3e101f02a04046" /><Relationship Type="http://schemas.openxmlformats.org/officeDocument/2006/relationships/officeDocument" Target="/ppt/presentation.xml" Id="R56c2f11b216a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b10fc9068e4015"/>
  </p:sldMasterIdLst>
  <p:notesMasterIdLst>
    <p:notesMasterId xmlns:r="http://schemas.openxmlformats.org/officeDocument/2006/relationships" r:id="Raa879824e2754a50"/>
  </p:notesMasterIdLst>
  <p:sldIdLst>
    <p:sldId xmlns:r="http://schemas.openxmlformats.org/officeDocument/2006/relationships" id="256" r:id="Ra878dd23ac40441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4a5263f3d49f6" /><Relationship Type="http://schemas.openxmlformats.org/officeDocument/2006/relationships/slideMaster" Target="/ppt/slideMasters/slideMaster1.xml" Id="Rfab10fc9068e4015" /><Relationship Type="http://schemas.openxmlformats.org/officeDocument/2006/relationships/notesMaster" Target="/ppt/notesMasters/notesMaster1.xml" Id="Raa879824e2754a50" /><Relationship Type="http://schemas.openxmlformats.org/officeDocument/2006/relationships/presProps" Target="/ppt/presProps.xml" Id="Rbeb4bef3c74140e3" /><Relationship Type="http://schemas.openxmlformats.org/officeDocument/2006/relationships/tableStyles" Target="/ppt/tableStyles.xml" Id="R7126e31889714b52" /><Relationship Type="http://schemas.openxmlformats.org/officeDocument/2006/relationships/slide" Target="/ppt/slides/slide1.xml" Id="Ra878dd23ac40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c698c6285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961f4d2e54c77" /><Relationship Type="http://schemas.openxmlformats.org/officeDocument/2006/relationships/notesMaster" Target="/ppt/notesMasters/notesMaster1.xml" Id="R6c4369a936e84d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D18 support replacement native trace. Canonical image is the sole visual authority. The right-side city visual is a limited crop only; support cards, icons, service windows, SLA grid, flow chevrons, typography, and footer are native/editable. Canonical sample content is trace-only.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9be944450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20bce214534693" /><Relationship Type="http://schemas.openxmlformats.org/officeDocument/2006/relationships/slideLayout" Target="/ppt/slideLayouts/slideLayout1.xml" Id="Rd11cc7913963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1cc7913963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d3d64b5b4425a" /><Relationship Type="http://schemas.openxmlformats.org/officeDocument/2006/relationships/image" Target="/ppt/media/image.png" Id="Rac725b1eb20b4b19" /><Relationship Type="http://schemas.openxmlformats.org/officeDocument/2006/relationships/notesSlide" Target="/ppt/notesSlides/notesSlide1.xml" Id="R51b8ae62d65048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25b1eb20b4b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20750" y="0"/>
            <a:ext cx="2305050" cy="6791325"/>
          </a:xfrm>
          <a:prstGeom xmlns:a="http://schemas.openxmlformats.org/drawingml/2006/main" prst="rect">
            <a:avLst/>
          </a:prstGeom>
        </p:spPr>
      </p:pic>
      <p:sp>
        <p:nvSpPr>
          <p:cNvPr id="2" name="d18-photo-header-mask">
            <a:extLst xmlns:a="http://schemas.openxmlformats.org/drawingml/2006/main">
              <a:ext uri="{FF2B5EF4-FFF2-40B4-BE49-F238E27FC236}">
                <a16:creationId xmlns:a16="http://schemas.microsoft.com/office/drawing/2014/main" id="{9FECACDE-74F7-4BBA-B259-97393622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0"/>
            <a:ext cx="2305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18-top-red-diagonal">
            <a:extLst xmlns:a="http://schemas.openxmlformats.org/drawingml/2006/main">
              <a:ext uri="{FF2B5EF4-FFF2-40B4-BE49-F238E27FC236}">
                <a16:creationId xmlns:a16="http://schemas.microsoft.com/office/drawing/2014/main" id="{71D7FB6C-4EB4-4ACD-92FA-93A2E087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2781300" cy="4953000"/>
          </a:xfrm>
          <a:custGeom xmlns:a="http://schemas.openxmlformats.org/drawingml/2006/main">
            <a:pathLst>
              <a:path w="2781300" h="4953000">
                <a:moveTo>
                  <a:pt x="1543050" y="0"/>
                </a:moveTo>
                <a:lnTo>
                  <a:pt x="2781300" y="0"/>
                </a:lnTo>
                <a:lnTo>
                  <a:pt x="12382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8-top-white-diagonal">
            <a:extLst xmlns:a="http://schemas.openxmlformats.org/drawingml/2006/main">
              <a:ext uri="{FF2B5EF4-FFF2-40B4-BE49-F238E27FC236}">
                <a16:creationId xmlns:a16="http://schemas.microsoft.com/office/drawing/2014/main" id="{21978DFF-664E-4102-A551-0B4FA265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1866900" cy="4953000"/>
          </a:xfrm>
          <a:custGeom xmlns:a="http://schemas.openxmlformats.org/drawingml/2006/main">
            <a:pathLst>
              <a:path w="1866900" h="4953000">
                <a:moveTo>
                  <a:pt x="1619250" y="0"/>
                </a:moveTo>
                <a:lnTo>
                  <a:pt x="1866900" y="0"/>
                </a:lnTo>
                <a:lnTo>
                  <a:pt x="26670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8-top-gray-diagonal">
            <a:extLst xmlns:a="http://schemas.openxmlformats.org/drawingml/2006/main">
              <a:ext uri="{FF2B5EF4-FFF2-40B4-BE49-F238E27FC236}">
                <a16:creationId xmlns:a16="http://schemas.microsoft.com/office/drawing/2014/main" id="{D5F8BF8C-3A88-4940-94C3-504451FB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809750" cy="4953000"/>
          </a:xfrm>
          <a:custGeom xmlns:a="http://schemas.openxmlformats.org/drawingml/2006/main">
            <a:pathLst>
              <a:path w="1809750" h="4953000">
                <a:moveTo>
                  <a:pt x="1600200" y="0"/>
                </a:moveTo>
                <a:lnTo>
                  <a:pt x="1809750" y="0"/>
                </a:lnTo>
                <a:lnTo>
                  <a:pt x="2095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18-bottom-red-band">
            <a:extLst xmlns:a="http://schemas.openxmlformats.org/drawingml/2006/main">
              <a:ext uri="{FF2B5EF4-FFF2-40B4-BE49-F238E27FC236}">
                <a16:creationId xmlns:a16="http://schemas.microsoft.com/office/drawing/2014/main" id="{2696E90C-CAD7-48B2-B52A-D58DC545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000875"/>
            <a:ext cx="3352800" cy="1962150"/>
          </a:xfrm>
          <a:custGeom xmlns:a="http://schemas.openxmlformats.org/drawingml/2006/main">
            <a:pathLst>
              <a:path w="3352800" h="1962150">
                <a:moveTo>
                  <a:pt x="0" y="1962150"/>
                </a:moveTo>
                <a:lnTo>
                  <a:pt x="3352800" y="0"/>
                </a:lnTo>
                <a:lnTo>
                  <a:pt x="3352800" y="19621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18-bottom-dark-band">
            <a:extLst xmlns:a="http://schemas.openxmlformats.org/drawingml/2006/main">
              <a:ext uri="{FF2B5EF4-FFF2-40B4-BE49-F238E27FC236}">
                <a16:creationId xmlns:a16="http://schemas.microsoft.com/office/drawing/2014/main" id="{D4B36599-33BE-491A-827E-488F2F6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43825"/>
            <a:ext cx="2305050" cy="1219200"/>
          </a:xfrm>
          <a:custGeom xmlns:a="http://schemas.openxmlformats.org/drawingml/2006/main">
            <a:pathLst>
              <a:path w="2305050" h="1219200">
                <a:moveTo>
                  <a:pt x="0" y="1219200"/>
                </a:moveTo>
                <a:lnTo>
                  <a:pt x="2305050" y="0"/>
                </a:lnTo>
                <a:lnTo>
                  <a:pt x="2305050" y="12192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18-header-number">
            <a:extLst xmlns:a="http://schemas.openxmlformats.org/drawingml/2006/main">
              <a:ext uri="{FF2B5EF4-FFF2-40B4-BE49-F238E27FC236}">
                <a16:creationId xmlns:a16="http://schemas.microsoft.com/office/drawing/2014/main" id="{C2FDBC5A-3909-435E-AB14-77EAED74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D18</a:t>
            </a:r>
          </a:p>
        </p:txBody>
      </p:sp>
      <p:sp>
        <p:nvSpPr>
          <p:cNvPr id="9" name="d18-header-section">
            <a:extLst xmlns:a="http://schemas.openxmlformats.org/drawingml/2006/main">
              <a:ext uri="{FF2B5EF4-FFF2-40B4-BE49-F238E27FC236}">
                <a16:creationId xmlns:a16="http://schemas.microsoft.com/office/drawing/2014/main" id="{137497F2-40F0-436C-ABDF-9AF01B4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5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導入後サポート体制</a:t>
            </a:r>
          </a:p>
        </p:txBody>
      </p:sp>
      <p:sp>
        <p:nvSpPr>
          <p:cNvPr id="10" name="d18-header-brand">
            <a:extLst xmlns:a="http://schemas.openxmlformats.org/drawingml/2006/main">
              <a:ext uri="{FF2B5EF4-FFF2-40B4-BE49-F238E27FC236}">
                <a16:creationId xmlns:a16="http://schemas.microsoft.com/office/drawing/2014/main" id="{5B1CB2B8-6477-4199-AD38-497ADE9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E71926"/>
                </a:solidFill>
              </a:rPr>
              <a:t>提案</a:t>
            </a:r>
            <a:r>
              <a:t>クエスト</a:t>
            </a:r>
          </a:p>
        </p:txBody>
      </p:sp>
      <p:sp>
        <p:nvSpPr>
          <p:cNvPr id="11" name="d18-header-tagline">
            <a:extLst xmlns:a="http://schemas.openxmlformats.org/drawingml/2006/main">
              <a:ext uri="{FF2B5EF4-FFF2-40B4-BE49-F238E27FC236}">
                <a16:creationId xmlns:a16="http://schemas.microsoft.com/office/drawing/2014/main" id="{E69E56E4-643D-4ADE-8E3E-CD0B6C28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817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2" name="d18-header-english">
            <a:extLst xmlns:a="http://schemas.openxmlformats.org/drawingml/2006/main">
              <a:ext uri="{FF2B5EF4-FFF2-40B4-BE49-F238E27FC236}">
                <a16:creationId xmlns:a16="http://schemas.microsoft.com/office/drawing/2014/main" id="{9C1630B2-1A0D-4F4A-AC61-FEC610A8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0005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3" name="d18-header-rule">
            <a:extLst xmlns:a="http://schemas.openxmlformats.org/drawingml/2006/main">
              <a:ext uri="{FF2B5EF4-FFF2-40B4-BE49-F238E27FC236}">
                <a16:creationId xmlns:a16="http://schemas.microsoft.com/office/drawing/2014/main" id="{45CFF951-E214-4272-9FC5-8FDFE908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904875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4" name="d18-header-red-rule">
            <a:extLst xmlns:a="http://schemas.openxmlformats.org/drawingml/2006/main">
              <a:ext uri="{FF2B5EF4-FFF2-40B4-BE49-F238E27FC236}">
                <a16:creationId xmlns:a16="http://schemas.microsoft.com/office/drawing/2014/main" id="{B560F049-E905-445A-BF7D-6E931F1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5" name="d18-title">
            <a:extLst xmlns:a="http://schemas.openxmlformats.org/drawingml/2006/main">
              <a:ext uri="{FF2B5EF4-FFF2-40B4-BE49-F238E27FC236}">
                <a16:creationId xmlns:a16="http://schemas.microsoft.com/office/drawing/2014/main" id="{4BBB89A3-87C7-42B4-88B4-231CAC29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01D28"/>
                </a:solidFill>
              </a:rPr>
              <a:t>導入後も、</a:t>
            </a:r>
            <a:r>
              <a:rPr>
                <a:solidFill>
                  <a:srgbClr val="E71926"/>
                </a:solidFill>
              </a:rPr>
              <a:t>安心して使い続けられる</a:t>
            </a:r>
            <a:r>
              <a:rPr>
                <a:solidFill>
                  <a:srgbClr val="101D28"/>
                </a:solidFill>
              </a:rPr>
              <a:t>体制を</a:t>
            </a:r>
          </a:p>
        </p:txBody>
      </p:sp>
      <p:sp>
        <p:nvSpPr>
          <p:cNvPr id="16" name="d18-lead-1">
            <a:extLst xmlns:a="http://schemas.openxmlformats.org/drawingml/2006/main">
              <a:ext uri="{FF2B5EF4-FFF2-40B4-BE49-F238E27FC236}">
                <a16:creationId xmlns:a16="http://schemas.microsoft.com/office/drawing/2014/main" id="{CF58132B-3FD8-4171-9150-9D2245FD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20324B"/>
                </a:solidFill>
              </a:rPr>
              <a:t>提案クエストは、導入して終わりではなく、</a:t>
            </a:r>
            <a:r>
              <a:rPr>
                <a:solidFill>
                  <a:srgbClr val="E71926"/>
                </a:solidFill>
              </a:rPr>
              <a:t>継続的なサポート</a:t>
            </a:r>
            <a:r>
              <a:rPr>
                <a:solidFill>
                  <a:srgbClr val="20324B"/>
                </a:solidFill>
              </a:rPr>
              <a:t>と</a:t>
            </a:r>
            <a:r>
              <a:rPr>
                <a:solidFill>
                  <a:srgbClr val="E71926"/>
                </a:solidFill>
              </a:rPr>
              <a:t>改善支援</a:t>
            </a:r>
            <a:r>
              <a:rPr>
                <a:solidFill>
                  <a:srgbClr val="20324B"/>
                </a:solidFill>
              </a:rPr>
              <a:t>により、</a:t>
            </a:r>
          </a:p>
        </p:txBody>
      </p:sp>
      <p:sp>
        <p:nvSpPr>
          <p:cNvPr id="17" name="d18-lead-2">
            <a:extLst xmlns:a="http://schemas.openxmlformats.org/drawingml/2006/main">
              <a:ext uri="{FF2B5EF4-FFF2-40B4-BE49-F238E27FC236}">
                <a16:creationId xmlns:a16="http://schemas.microsoft.com/office/drawing/2014/main" id="{02CECC58-6634-4B83-95E5-13CD38EE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20324B"/>
                </a:solidFill>
              </a:rPr>
              <a:t>お客様の成果創出を</a:t>
            </a:r>
            <a:r>
              <a:rPr>
                <a:solidFill>
                  <a:srgbClr val="E71926"/>
                </a:solidFill>
              </a:rPr>
              <a:t>長期的に伴走</a:t>
            </a:r>
            <a:r>
              <a:rPr>
                <a:solidFill>
                  <a:srgbClr val="20324B"/>
                </a:solidFill>
              </a:rPr>
              <a:t>します。</a:t>
            </a:r>
          </a:p>
        </p:txBody>
      </p:sp>
      <p:sp>
        <p:nvSpPr>
          <p:cNvPr id="18" name="d18-card-0">
            <a:extLst xmlns:a="http://schemas.openxmlformats.org/drawingml/2006/main">
              <a:ext uri="{FF2B5EF4-FFF2-40B4-BE49-F238E27FC236}">
                <a16:creationId xmlns:a16="http://schemas.microsoft.com/office/drawing/2014/main" id="{D4A8993F-4133-45A6-98FF-6DAF23B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33650"/>
            <a:ext cx="3638550" cy="400050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18-card-0-num-band">
            <a:extLst xmlns:a="http://schemas.openxmlformats.org/drawingml/2006/main">
              <a:ext uri="{FF2B5EF4-FFF2-40B4-BE49-F238E27FC236}">
                <a16:creationId xmlns:a16="http://schemas.microsoft.com/office/drawing/2014/main" id="{828DC56F-616F-4258-8603-F720C361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781050" cy="552450"/>
          </a:xfrm>
          <a:custGeom xmlns:a="http://schemas.openxmlformats.org/drawingml/2006/main">
            <a:pathLst>
              <a:path w="781050" h="552450">
                <a:moveTo>
                  <a:pt x="0" y="0"/>
                </a:moveTo>
                <a:lnTo>
                  <a:pt x="657225" y="0"/>
                </a:lnTo>
                <a:lnTo>
                  <a:pt x="781050" y="276225"/>
                </a:lnTo>
                <a:lnTo>
                  <a:pt x="657225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18-card-0-num">
            <a:extLst xmlns:a="http://schemas.openxmlformats.org/drawingml/2006/main">
              <a:ext uri="{FF2B5EF4-FFF2-40B4-BE49-F238E27FC236}">
                <a16:creationId xmlns:a16="http://schemas.microsoft.com/office/drawing/2014/main" id="{77B99F34-1C69-4C33-B948-FF06831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d18-card-0-title">
            <a:extLst xmlns:a="http://schemas.openxmlformats.org/drawingml/2006/main">
              <a:ext uri="{FF2B5EF4-FFF2-40B4-BE49-F238E27FC236}">
                <a16:creationId xmlns:a16="http://schemas.microsoft.com/office/drawing/2014/main" id="{D1209789-BE7D-4BD3-9361-81AA35F6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860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テクニカルサポート</a:t>
            </a:r>
          </a:p>
        </p:txBody>
      </p:sp>
      <p:sp>
        <p:nvSpPr>
          <p:cNvPr id="22" name="d18-card-0-desc">
            <a:extLst xmlns:a="http://schemas.openxmlformats.org/drawingml/2006/main">
              <a:ext uri="{FF2B5EF4-FFF2-40B4-BE49-F238E27FC236}">
                <a16:creationId xmlns:a16="http://schemas.microsoft.com/office/drawing/2014/main" id="{1C53AC93-262D-4C80-B6E9-DCF7D4F9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09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安心してご利用いただくための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技術サポートを提供します。</a:t>
            </a:r>
          </a:p>
        </p:txBody>
      </p:sp>
      <p:sp>
        <p:nvSpPr>
          <p:cNvPr id="23" name="d18-card-0-icon-bg">
            <a:extLst xmlns:a="http://schemas.openxmlformats.org/drawingml/2006/main">
              <a:ext uri="{FF2B5EF4-FFF2-40B4-BE49-F238E27FC236}">
                <a16:creationId xmlns:a16="http://schemas.microsoft.com/office/drawing/2014/main" id="{76F46979-80AE-4E71-80BC-276A734B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62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18-icon-card-0-headband">
            <a:extLst xmlns:a="http://schemas.openxmlformats.org/drawingml/2006/main">
              <a:ext uri="{FF2B5EF4-FFF2-40B4-BE49-F238E27FC236}">
                <a16:creationId xmlns:a16="http://schemas.microsoft.com/office/drawing/2014/main" id="{DC2EF7AE-D10A-40FF-B597-F6D7F6F4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695" y="3774948"/>
            <a:ext cx="308610" cy="3086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25" name="d18-icon-card-0-open-bottom">
            <a:extLst xmlns:a="http://schemas.openxmlformats.org/drawingml/2006/main">
              <a:ext uri="{FF2B5EF4-FFF2-40B4-BE49-F238E27FC236}">
                <a16:creationId xmlns:a16="http://schemas.microsoft.com/office/drawing/2014/main" id="{5560F04E-B50E-4207-83A2-3123D114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552" y="3970401"/>
            <a:ext cx="318897" cy="174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18-icon-card-0-left">
            <a:extLst xmlns:a="http://schemas.openxmlformats.org/drawingml/2006/main">
              <a:ext uri="{FF2B5EF4-FFF2-40B4-BE49-F238E27FC236}">
                <a16:creationId xmlns:a16="http://schemas.microsoft.com/office/drawing/2014/main" id="{6C3AF701-9972-41F1-BE94-41BE2219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" y="3980688"/>
            <a:ext cx="92583" cy="1543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18-icon-card-0-right">
            <a:extLst xmlns:a="http://schemas.openxmlformats.org/drawingml/2006/main">
              <a:ext uri="{FF2B5EF4-FFF2-40B4-BE49-F238E27FC236}">
                <a16:creationId xmlns:a16="http://schemas.microsoft.com/office/drawing/2014/main" id="{F9CCF542-1167-494E-935D-EECDBC23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157" y="3980688"/>
            <a:ext cx="92583" cy="15430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18-icon-card-0-mic">
            <a:extLst xmlns:a="http://schemas.openxmlformats.org/drawingml/2006/main">
              <a:ext uri="{FF2B5EF4-FFF2-40B4-BE49-F238E27FC236}">
                <a16:creationId xmlns:a16="http://schemas.microsoft.com/office/drawing/2014/main" id="{BE6EE3C7-0CD8-46C3-AFDA-25A86B8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435" y="4114419"/>
            <a:ext cx="102870" cy="720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29" name="d18-icon-card-0-dot">
            <a:extLst xmlns:a="http://schemas.openxmlformats.org/drawingml/2006/main">
              <a:ext uri="{FF2B5EF4-FFF2-40B4-BE49-F238E27FC236}">
                <a16:creationId xmlns:a16="http://schemas.microsoft.com/office/drawing/2014/main" id="{3A19F61A-70A5-4C7E-910C-88D8211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574" y="4165854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18-card-0-bullets">
            <a:extLst xmlns:a="http://schemas.openxmlformats.org/drawingml/2006/main">
              <a:ext uri="{FF2B5EF4-FFF2-40B4-BE49-F238E27FC236}">
                <a16:creationId xmlns:a16="http://schemas.microsoft.com/office/drawing/2014/main" id="{C430F888-209B-4566-B597-8C3A4AA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86275"/>
            <a:ext cx="3295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・システムの操作方法に関する質問対応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・エラー・トラブルの調査・解決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・アカウント・権限管理のサポート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・運用に必要な技術的アドバイス</a:t>
            </a:r>
          </a:p>
        </p:txBody>
      </p:sp>
      <p:sp>
        <p:nvSpPr>
          <p:cNvPr id="31" name="d18-card-0-note">
            <a:extLst xmlns:a="http://schemas.openxmlformats.org/drawingml/2006/main">
              <a:ext uri="{FF2B5EF4-FFF2-40B4-BE49-F238E27FC236}">
                <a16:creationId xmlns:a16="http://schemas.microsoft.com/office/drawing/2014/main" id="{4991A5DF-5AC0-488C-B805-D352E3F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34671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18-card-0-note-text">
            <a:extLst xmlns:a="http://schemas.openxmlformats.org/drawingml/2006/main">
              <a:ext uri="{FF2B5EF4-FFF2-40B4-BE49-F238E27FC236}">
                <a16:creationId xmlns:a16="http://schemas.microsoft.com/office/drawing/2014/main" id="{59CBC5C5-6DC6-417B-8C75-E68DC9A4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専任のサポートチームが</a:t>
            </a:r>
          </a:p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迅速に対応</a:t>
            </a:r>
          </a:p>
        </p:txBody>
      </p:sp>
      <p:sp>
        <p:nvSpPr>
          <p:cNvPr id="33" name="d18-card-1">
            <a:extLst xmlns:a="http://schemas.openxmlformats.org/drawingml/2006/main">
              <a:ext uri="{FF2B5EF4-FFF2-40B4-BE49-F238E27FC236}">
                <a16:creationId xmlns:a16="http://schemas.microsoft.com/office/drawing/2014/main" id="{F09305BB-C12D-42FC-8258-B600AF97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33650"/>
            <a:ext cx="3638550" cy="400050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18-card-1-num-band">
            <a:extLst xmlns:a="http://schemas.openxmlformats.org/drawingml/2006/main">
              <a:ext uri="{FF2B5EF4-FFF2-40B4-BE49-F238E27FC236}">
                <a16:creationId xmlns:a16="http://schemas.microsoft.com/office/drawing/2014/main" id="{62DA4B30-D60D-4490-9205-2BE75AEB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38425"/>
            <a:ext cx="781050" cy="552450"/>
          </a:xfrm>
          <a:custGeom xmlns:a="http://schemas.openxmlformats.org/drawingml/2006/main">
            <a:pathLst>
              <a:path w="781050" h="552450">
                <a:moveTo>
                  <a:pt x="0" y="0"/>
                </a:moveTo>
                <a:lnTo>
                  <a:pt x="657225" y="0"/>
                </a:lnTo>
                <a:lnTo>
                  <a:pt x="781050" y="276225"/>
                </a:lnTo>
                <a:lnTo>
                  <a:pt x="657225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18-card-1-num">
            <a:extLst xmlns:a="http://schemas.openxmlformats.org/drawingml/2006/main">
              <a:ext uri="{FF2B5EF4-FFF2-40B4-BE49-F238E27FC236}">
                <a16:creationId xmlns:a16="http://schemas.microsoft.com/office/drawing/2014/main" id="{5B7EC76C-110F-438D-8B34-D14D6767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717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6" name="d18-card-1-title">
            <a:extLst xmlns:a="http://schemas.openxmlformats.org/drawingml/2006/main">
              <a:ext uri="{FF2B5EF4-FFF2-40B4-BE49-F238E27FC236}">
                <a16:creationId xmlns:a16="http://schemas.microsoft.com/office/drawing/2014/main" id="{282F562D-FE08-4AED-87EF-EC3887F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860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活用支援サポート</a:t>
            </a:r>
          </a:p>
        </p:txBody>
      </p:sp>
      <p:sp>
        <p:nvSpPr>
          <p:cNvPr id="37" name="d18-card-1-desc">
            <a:extLst xmlns:a="http://schemas.openxmlformats.org/drawingml/2006/main">
              <a:ext uri="{FF2B5EF4-FFF2-40B4-BE49-F238E27FC236}">
                <a16:creationId xmlns:a16="http://schemas.microsoft.com/office/drawing/2014/main" id="{B2DF844F-510E-403D-89FE-7D04C63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09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より高い成果を出すための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活用支援を行います。</a:t>
            </a:r>
          </a:p>
        </p:txBody>
      </p:sp>
      <p:sp>
        <p:nvSpPr>
          <p:cNvPr id="38" name="d18-card-1-icon-bg">
            <a:extLst xmlns:a="http://schemas.openxmlformats.org/drawingml/2006/main">
              <a:ext uri="{FF2B5EF4-FFF2-40B4-BE49-F238E27FC236}">
                <a16:creationId xmlns:a16="http://schemas.microsoft.com/office/drawing/2014/main" id="{A3A7846B-2FBE-4F3A-BB49-B10D03F2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62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18-icon-card-1-head1">
            <a:extLst xmlns:a="http://schemas.openxmlformats.org/drawingml/2006/main">
              <a:ext uri="{FF2B5EF4-FFF2-40B4-BE49-F238E27FC236}">
                <a16:creationId xmlns:a16="http://schemas.microsoft.com/office/drawing/2014/main" id="{3F9B8F7E-A268-448E-A428-F9945A36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541" y="3798570"/>
            <a:ext cx="110490" cy="1104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0" name="d18-icon-card-1-head2">
            <a:extLst xmlns:a="http://schemas.openxmlformats.org/drawingml/2006/main">
              <a:ext uri="{FF2B5EF4-FFF2-40B4-BE49-F238E27FC236}">
                <a16:creationId xmlns:a16="http://schemas.microsoft.com/office/drawing/2014/main" id="{33CE1A91-0F51-4331-96E4-6B12424F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555" y="3759899"/>
            <a:ext cx="110490" cy="1104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1" name="d18-icon-card-1-head3">
            <a:extLst xmlns:a="http://schemas.openxmlformats.org/drawingml/2006/main">
              <a:ext uri="{FF2B5EF4-FFF2-40B4-BE49-F238E27FC236}">
                <a16:creationId xmlns:a16="http://schemas.microsoft.com/office/drawing/2014/main" id="{1CF328AE-3C35-42FF-B9A7-C343261B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570" y="3798570"/>
            <a:ext cx="110490" cy="1104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2" name="d18-icon-card-1-body1">
            <a:extLst xmlns:a="http://schemas.openxmlformats.org/drawingml/2006/main">
              <a:ext uri="{FF2B5EF4-FFF2-40B4-BE49-F238E27FC236}">
                <a16:creationId xmlns:a16="http://schemas.microsoft.com/office/drawing/2014/main" id="{B4803245-0456-4FD2-9F73-451D464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771" y="3997452"/>
            <a:ext cx="187833" cy="198882"/>
          </a:xfrm>
          <a:custGeom xmlns:a="http://schemas.openxmlformats.org/drawingml/2006/main">
            <a:pathLst>
              <a:path w="187833" h="198882">
                <a:moveTo>
                  <a:pt x="0" y="198882"/>
                </a:moveTo>
                <a:lnTo>
                  <a:pt x="27622" y="49720"/>
                </a:lnTo>
                <a:lnTo>
                  <a:pt x="93917" y="0"/>
                </a:lnTo>
                <a:lnTo>
                  <a:pt x="160211" y="49720"/>
                </a:lnTo>
                <a:lnTo>
                  <a:pt x="187833" y="19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3" name="d18-icon-card-1-body2">
            <a:extLst xmlns:a="http://schemas.openxmlformats.org/drawingml/2006/main">
              <a:ext uri="{FF2B5EF4-FFF2-40B4-BE49-F238E27FC236}">
                <a16:creationId xmlns:a16="http://schemas.microsoft.com/office/drawing/2014/main" id="{7C41E002-90A8-4CA6-A719-8F68D3EF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786" y="3964305"/>
            <a:ext cx="198882" cy="232029"/>
          </a:xfrm>
          <a:custGeom xmlns:a="http://schemas.openxmlformats.org/drawingml/2006/main">
            <a:pathLst>
              <a:path w="198882" h="232029">
                <a:moveTo>
                  <a:pt x="0" y="232029"/>
                </a:moveTo>
                <a:lnTo>
                  <a:pt x="27622" y="55245"/>
                </a:lnTo>
                <a:lnTo>
                  <a:pt x="99441" y="0"/>
                </a:lnTo>
                <a:lnTo>
                  <a:pt x="171259" y="55245"/>
                </a:lnTo>
                <a:lnTo>
                  <a:pt x="198882" y="2320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4" name="d18-icon-card-1-body3">
            <a:extLst xmlns:a="http://schemas.openxmlformats.org/drawingml/2006/main">
              <a:ext uri="{FF2B5EF4-FFF2-40B4-BE49-F238E27FC236}">
                <a16:creationId xmlns:a16="http://schemas.microsoft.com/office/drawing/2014/main" id="{C99FC32D-3F71-4A32-909A-F852C9BA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471" y="3997452"/>
            <a:ext cx="193358" cy="198882"/>
          </a:xfrm>
          <a:custGeom xmlns:a="http://schemas.openxmlformats.org/drawingml/2006/main">
            <a:pathLst>
              <a:path w="193358" h="198882">
                <a:moveTo>
                  <a:pt x="0" y="198882"/>
                </a:moveTo>
                <a:lnTo>
                  <a:pt x="27623" y="49720"/>
                </a:lnTo>
                <a:lnTo>
                  <a:pt x="99441" y="0"/>
                </a:lnTo>
                <a:lnTo>
                  <a:pt x="165735" y="49720"/>
                </a:lnTo>
                <a:lnTo>
                  <a:pt x="193358" y="198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5" name="d18-card-1-bullets">
            <a:extLst xmlns:a="http://schemas.openxmlformats.org/drawingml/2006/main">
              <a:ext uri="{FF2B5EF4-FFF2-40B4-BE49-F238E27FC236}">
                <a16:creationId xmlns:a16="http://schemas.microsoft.com/office/drawing/2014/main" id="{FBF31163-E052-45D9-8869-912B927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86275"/>
            <a:ext cx="3295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・業務に合わせた活用方法のご提案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・プロンプト・テンプレートの最適化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・活用状況の分析と改善提案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・社内トレーニング・勉強会の実施</a:t>
            </a:r>
          </a:p>
        </p:txBody>
      </p:sp>
      <p:sp>
        <p:nvSpPr>
          <p:cNvPr id="46" name="d18-card-1-note">
            <a:extLst xmlns:a="http://schemas.openxmlformats.org/drawingml/2006/main">
              <a:ext uri="{FF2B5EF4-FFF2-40B4-BE49-F238E27FC236}">
                <a16:creationId xmlns:a16="http://schemas.microsoft.com/office/drawing/2014/main" id="{AB984B79-83DA-4D78-A348-906F138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67375"/>
            <a:ext cx="34671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18-card-1-note-text">
            <a:extLst xmlns:a="http://schemas.openxmlformats.org/drawingml/2006/main">
              <a:ext uri="{FF2B5EF4-FFF2-40B4-BE49-F238E27FC236}">
                <a16:creationId xmlns:a16="http://schemas.microsoft.com/office/drawing/2014/main" id="{DB5B498F-227B-4394-9583-866AA81E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1977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お客様の業務に寄り添う</a:t>
            </a:r>
          </a:p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伴走支援</a:t>
            </a:r>
          </a:p>
        </p:txBody>
      </p:sp>
      <p:sp>
        <p:nvSpPr>
          <p:cNvPr id="48" name="d18-card-2">
            <a:extLst xmlns:a="http://schemas.openxmlformats.org/drawingml/2006/main">
              <a:ext uri="{FF2B5EF4-FFF2-40B4-BE49-F238E27FC236}">
                <a16:creationId xmlns:a16="http://schemas.microsoft.com/office/drawing/2014/main" id="{155AE047-4A7F-4240-AFB1-FDE71AA4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33650"/>
            <a:ext cx="3638550" cy="400050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18-card-2-num-band">
            <a:extLst xmlns:a="http://schemas.openxmlformats.org/drawingml/2006/main">
              <a:ext uri="{FF2B5EF4-FFF2-40B4-BE49-F238E27FC236}">
                <a16:creationId xmlns:a16="http://schemas.microsoft.com/office/drawing/2014/main" id="{52F45340-5716-490A-9E90-44B77FFD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38425"/>
            <a:ext cx="781050" cy="552450"/>
          </a:xfrm>
          <a:custGeom xmlns:a="http://schemas.openxmlformats.org/drawingml/2006/main">
            <a:pathLst>
              <a:path w="781050" h="552450">
                <a:moveTo>
                  <a:pt x="0" y="0"/>
                </a:moveTo>
                <a:lnTo>
                  <a:pt x="657225" y="0"/>
                </a:lnTo>
                <a:lnTo>
                  <a:pt x="781050" y="276225"/>
                </a:lnTo>
                <a:lnTo>
                  <a:pt x="657225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18-card-2-num">
            <a:extLst xmlns:a="http://schemas.openxmlformats.org/drawingml/2006/main">
              <a:ext uri="{FF2B5EF4-FFF2-40B4-BE49-F238E27FC236}">
                <a16:creationId xmlns:a16="http://schemas.microsoft.com/office/drawing/2014/main" id="{2B0D049C-F8BA-4BAE-99B3-3E3E8C7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717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1" name="d18-card-2-title">
            <a:extLst xmlns:a="http://schemas.openxmlformats.org/drawingml/2006/main">
              <a:ext uri="{FF2B5EF4-FFF2-40B4-BE49-F238E27FC236}">
                <a16:creationId xmlns:a16="http://schemas.microsoft.com/office/drawing/2014/main" id="{937B01D6-53D0-44C0-AA9E-EE28630F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コンテンツ・機能改善</a:t>
            </a:r>
          </a:p>
        </p:txBody>
      </p:sp>
      <p:sp>
        <p:nvSpPr>
          <p:cNvPr id="52" name="d18-card-2-desc">
            <a:extLst xmlns:a="http://schemas.openxmlformats.org/drawingml/2006/main">
              <a:ext uri="{FF2B5EF4-FFF2-40B4-BE49-F238E27FC236}">
                <a16:creationId xmlns:a16="http://schemas.microsoft.com/office/drawing/2014/main" id="{ED45CAC9-F79E-4D8F-B5BF-F0C11FC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09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お客様の声をもとに、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継続的に進化します。</a:t>
            </a:r>
          </a:p>
        </p:txBody>
      </p:sp>
      <p:sp>
        <p:nvSpPr>
          <p:cNvPr id="53" name="d18-card-2-icon-bg">
            <a:extLst xmlns:a="http://schemas.openxmlformats.org/drawingml/2006/main">
              <a:ext uri="{FF2B5EF4-FFF2-40B4-BE49-F238E27FC236}">
                <a16:creationId xmlns:a16="http://schemas.microsoft.com/office/drawing/2014/main" id="{892A3BA5-6F33-445B-BAB0-4B7838B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18-icon-card-2-outline">
            <a:extLst xmlns:a="http://schemas.openxmlformats.org/drawingml/2006/main">
              <a:ext uri="{FF2B5EF4-FFF2-40B4-BE49-F238E27FC236}">
                <a16:creationId xmlns:a16="http://schemas.microsoft.com/office/drawing/2014/main" id="{2D8BEE0C-7751-4AC7-9642-0D7E6675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908" y="3774758"/>
            <a:ext cx="461010" cy="461010"/>
          </a:xfrm>
          <a:custGeom xmlns:a="http://schemas.openxmlformats.org/drawingml/2006/main">
            <a:pathLst>
              <a:path w="461010" h="461010">
                <a:moveTo>
                  <a:pt x="230505" y="0"/>
                </a:moveTo>
                <a:lnTo>
                  <a:pt x="298668" y="65946"/>
                </a:lnTo>
                <a:lnTo>
                  <a:pt x="393497" y="67513"/>
                </a:lnTo>
                <a:lnTo>
                  <a:pt x="395064" y="162342"/>
                </a:lnTo>
                <a:lnTo>
                  <a:pt x="461010" y="230505"/>
                </a:lnTo>
                <a:lnTo>
                  <a:pt x="395064" y="298668"/>
                </a:lnTo>
                <a:lnTo>
                  <a:pt x="393497" y="393497"/>
                </a:lnTo>
                <a:lnTo>
                  <a:pt x="298668" y="395064"/>
                </a:lnTo>
                <a:lnTo>
                  <a:pt x="230505" y="461010"/>
                </a:lnTo>
                <a:lnTo>
                  <a:pt x="162342" y="395064"/>
                </a:lnTo>
                <a:lnTo>
                  <a:pt x="67513" y="393497"/>
                </a:lnTo>
                <a:lnTo>
                  <a:pt x="65946" y="298668"/>
                </a:lnTo>
                <a:lnTo>
                  <a:pt x="0" y="230505"/>
                </a:lnTo>
                <a:lnTo>
                  <a:pt x="65946" y="162342"/>
                </a:lnTo>
                <a:lnTo>
                  <a:pt x="67513" y="67513"/>
                </a:lnTo>
                <a:lnTo>
                  <a:pt x="162342" y="65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55" name="d18-icon-card-2-ring">
            <a:extLst xmlns:a="http://schemas.openxmlformats.org/drawingml/2006/main">
              <a:ext uri="{FF2B5EF4-FFF2-40B4-BE49-F238E27FC236}">
                <a16:creationId xmlns:a16="http://schemas.microsoft.com/office/drawing/2014/main" id="{6783500B-91ED-46BE-9139-A91E3BB6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593" y="3921443"/>
            <a:ext cx="167640" cy="1676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56" name="d18-icon-card-2-hub">
            <a:extLst xmlns:a="http://schemas.openxmlformats.org/drawingml/2006/main">
              <a:ext uri="{FF2B5EF4-FFF2-40B4-BE49-F238E27FC236}">
                <a16:creationId xmlns:a16="http://schemas.microsoft.com/office/drawing/2014/main" id="{4E8A9A7F-0EDB-49DF-A46E-F25C41E3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3979069"/>
            <a:ext cx="52388" cy="523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18-card-2-bullets">
            <a:extLst xmlns:a="http://schemas.openxmlformats.org/drawingml/2006/main">
              <a:ext uri="{FF2B5EF4-FFF2-40B4-BE49-F238E27FC236}">
                <a16:creationId xmlns:a16="http://schemas.microsoft.com/office/drawing/2014/main" id="{F347CD3D-E76A-4CF7-BDA1-4B5C901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86275"/>
            <a:ext cx="3295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・業界・業種別のテンプレート追加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・AIモデル・分析機能のアップデート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・新機能の優先開発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・お客様からのフィードバック反映</a:t>
            </a:r>
          </a:p>
        </p:txBody>
      </p:sp>
      <p:sp>
        <p:nvSpPr>
          <p:cNvPr id="58" name="d18-card-2-note">
            <a:extLst xmlns:a="http://schemas.openxmlformats.org/drawingml/2006/main">
              <a:ext uri="{FF2B5EF4-FFF2-40B4-BE49-F238E27FC236}">
                <a16:creationId xmlns:a16="http://schemas.microsoft.com/office/drawing/2014/main" id="{5DB40BEB-C776-4F87-8388-2D89A16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67375"/>
            <a:ext cx="34671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18-card-2-note-text">
            <a:extLst xmlns:a="http://schemas.openxmlformats.org/drawingml/2006/main">
              <a:ext uri="{FF2B5EF4-FFF2-40B4-BE49-F238E27FC236}">
                <a16:creationId xmlns:a16="http://schemas.microsoft.com/office/drawing/2014/main" id="{A606E940-8B22-4D11-B205-59177F8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977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お客様の声で</a:t>
            </a:r>
          </a:p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サービスを進化</a:t>
            </a:r>
          </a:p>
        </p:txBody>
      </p:sp>
      <p:sp>
        <p:nvSpPr>
          <p:cNvPr id="60" name="d18-card-3">
            <a:extLst xmlns:a="http://schemas.openxmlformats.org/drawingml/2006/main">
              <a:ext uri="{FF2B5EF4-FFF2-40B4-BE49-F238E27FC236}">
                <a16:creationId xmlns:a16="http://schemas.microsoft.com/office/drawing/2014/main" id="{742E7E64-8FBC-47AA-87DE-BDDB99F1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533650"/>
            <a:ext cx="3638550" cy="400050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18-card-3-num-band">
            <a:extLst xmlns:a="http://schemas.openxmlformats.org/drawingml/2006/main">
              <a:ext uri="{FF2B5EF4-FFF2-40B4-BE49-F238E27FC236}">
                <a16:creationId xmlns:a16="http://schemas.microsoft.com/office/drawing/2014/main" id="{0BE40C03-0197-491C-B7D7-2CF4AEA8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638425"/>
            <a:ext cx="781050" cy="552450"/>
          </a:xfrm>
          <a:custGeom xmlns:a="http://schemas.openxmlformats.org/drawingml/2006/main">
            <a:pathLst>
              <a:path w="781050" h="552450">
                <a:moveTo>
                  <a:pt x="0" y="0"/>
                </a:moveTo>
                <a:lnTo>
                  <a:pt x="657225" y="0"/>
                </a:lnTo>
                <a:lnTo>
                  <a:pt x="781050" y="276225"/>
                </a:lnTo>
                <a:lnTo>
                  <a:pt x="657225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18-card-3-num">
            <a:extLst xmlns:a="http://schemas.openxmlformats.org/drawingml/2006/main">
              <a:ext uri="{FF2B5EF4-FFF2-40B4-BE49-F238E27FC236}">
                <a16:creationId xmlns:a16="http://schemas.microsoft.com/office/drawing/2014/main" id="{67D68B90-E4E4-49AF-90B9-69DC3635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717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3" name="d18-card-3-title">
            <a:extLst xmlns:a="http://schemas.openxmlformats.org/drawingml/2006/main">
              <a:ext uri="{FF2B5EF4-FFF2-40B4-BE49-F238E27FC236}">
                <a16:creationId xmlns:a16="http://schemas.microsoft.com/office/drawing/2014/main" id="{623B47C9-8E95-411E-B2F6-47687446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26860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定期レビュー</a:t>
            </a:r>
          </a:p>
        </p:txBody>
      </p:sp>
      <p:sp>
        <p:nvSpPr>
          <p:cNvPr id="64" name="d18-card-3-desc">
            <a:extLst xmlns:a="http://schemas.openxmlformats.org/drawingml/2006/main">
              <a:ext uri="{FF2B5EF4-FFF2-40B4-BE49-F238E27FC236}">
                <a16:creationId xmlns:a16="http://schemas.microsoft.com/office/drawing/2014/main" id="{21856A5C-1A1C-4CF9-BF5F-797E5FFE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009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成果の最大化に向けた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定期的なレビューを実施します。</a:t>
            </a:r>
          </a:p>
        </p:txBody>
      </p:sp>
      <p:sp>
        <p:nvSpPr>
          <p:cNvPr id="65" name="d18-card-3-icon-bg">
            <a:extLst xmlns:a="http://schemas.openxmlformats.org/drawingml/2006/main">
              <a:ext uri="{FF2B5EF4-FFF2-40B4-BE49-F238E27FC236}">
                <a16:creationId xmlns:a16="http://schemas.microsoft.com/office/drawing/2014/main" id="{65E8284B-AE8C-4D9D-A27B-5212B3A5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562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18-icon-card-3-base">
            <a:extLst xmlns:a="http://schemas.openxmlformats.org/drawingml/2006/main">
              <a:ext uri="{FF2B5EF4-FFF2-40B4-BE49-F238E27FC236}">
                <a16:creationId xmlns:a16="http://schemas.microsoft.com/office/drawing/2014/main" id="{D7ADB64C-3424-4C82-A8C7-07AA348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3951" y="4199382"/>
            <a:ext cx="42348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67" name="d18-icon-card-3-axis">
            <a:extLst xmlns:a="http://schemas.openxmlformats.org/drawingml/2006/main">
              <a:ext uri="{FF2B5EF4-FFF2-40B4-BE49-F238E27FC236}">
                <a16:creationId xmlns:a16="http://schemas.microsoft.com/office/drawing/2014/main" id="{034DEFCD-5C1C-48A4-88BF-67090C3C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527" y="3830193"/>
            <a:ext cx="9525" cy="3691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68" name="d18-icon-card-3-bar1">
            <a:extLst xmlns:a="http://schemas.openxmlformats.org/drawingml/2006/main">
              <a:ext uri="{FF2B5EF4-FFF2-40B4-BE49-F238E27FC236}">
                <a16:creationId xmlns:a16="http://schemas.microsoft.com/office/drawing/2014/main" id="{72B6C331-123D-48ED-B404-B91BFF41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819" y="4036504"/>
            <a:ext cx="65151" cy="1628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18-icon-card-3-bar2">
            <a:extLst xmlns:a="http://schemas.openxmlformats.org/drawingml/2006/main">
              <a:ext uri="{FF2B5EF4-FFF2-40B4-BE49-F238E27FC236}">
                <a16:creationId xmlns:a16="http://schemas.microsoft.com/office/drawing/2014/main" id="{F3B2A417-9AC5-48D1-8B6F-352B8156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3975" y="3944207"/>
            <a:ext cx="65151" cy="25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18-icon-card-3-bar3">
            <a:extLst xmlns:a="http://schemas.openxmlformats.org/drawingml/2006/main">
              <a:ext uri="{FF2B5EF4-FFF2-40B4-BE49-F238E27FC236}">
                <a16:creationId xmlns:a16="http://schemas.microsoft.com/office/drawing/2014/main" id="{B7661483-8632-4F0F-8A8E-8D0DD1EE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7130" y="3862769"/>
            <a:ext cx="65151" cy="336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18-icon-card-3-trend">
            <a:extLst xmlns:a="http://schemas.openxmlformats.org/drawingml/2006/main">
              <a:ext uri="{FF2B5EF4-FFF2-40B4-BE49-F238E27FC236}">
                <a16:creationId xmlns:a16="http://schemas.microsoft.com/office/drawing/2014/main" id="{03806F28-DFC4-498E-94E1-A4E07093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390" y="3786759"/>
            <a:ext cx="298609" cy="200882"/>
          </a:xfrm>
          <a:custGeom xmlns:a="http://schemas.openxmlformats.org/drawingml/2006/main">
            <a:pathLst>
              <a:path w="298609" h="200882">
                <a:moveTo>
                  <a:pt x="0" y="200882"/>
                </a:moveTo>
                <a:lnTo>
                  <a:pt x="92297" y="130302"/>
                </a:lnTo>
                <a:lnTo>
                  <a:pt x="179165" y="103156"/>
                </a:lnTo>
                <a:lnTo>
                  <a:pt x="2986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2" name="d18-card-3-bullets">
            <a:extLst xmlns:a="http://schemas.openxmlformats.org/drawingml/2006/main">
              <a:ext uri="{FF2B5EF4-FFF2-40B4-BE49-F238E27FC236}">
                <a16:creationId xmlns:a16="http://schemas.microsoft.com/office/drawing/2014/main" id="{E483445D-1476-4C7A-A598-4337F8FC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4486275"/>
            <a:ext cx="3295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・利用状況・成果指標の確認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・課題の整理と改善施策の提案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・新たな活用領域のご提案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・今後のロードマップの共有</a:t>
            </a:r>
          </a:p>
        </p:txBody>
      </p:sp>
      <p:sp>
        <p:nvSpPr>
          <p:cNvPr id="73" name="d18-card-3-note">
            <a:extLst xmlns:a="http://schemas.openxmlformats.org/drawingml/2006/main">
              <a:ext uri="{FF2B5EF4-FFF2-40B4-BE49-F238E27FC236}">
                <a16:creationId xmlns:a16="http://schemas.microsoft.com/office/drawing/2014/main" id="{3EF99C05-F3DA-4229-8F22-1148D72B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67375"/>
            <a:ext cx="34671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18-card-3-note-text">
            <a:extLst xmlns:a="http://schemas.openxmlformats.org/drawingml/2006/main">
              <a:ext uri="{FF2B5EF4-FFF2-40B4-BE49-F238E27FC236}">
                <a16:creationId xmlns:a16="http://schemas.microsoft.com/office/drawing/2014/main" id="{53C50376-2B32-4CB4-84CA-CE0CAAD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81977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継続的な成果創出に向けた</a:t>
            </a:r>
          </a:p>
          <a:p xmlns:a="http://schemas.openxmlformats.org/drawingml/2006/main">
            <a:pPr algn="ctr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戦略的なレビュー</a:t>
            </a:r>
          </a:p>
        </p:txBody>
      </p:sp>
      <p:sp>
        <p:nvSpPr>
          <p:cNvPr id="75" name="d18-window-rule">
            <a:extLst xmlns:a="http://schemas.openxmlformats.org/drawingml/2006/main">
              <a:ext uri="{FF2B5EF4-FFF2-40B4-BE49-F238E27FC236}">
                <a16:creationId xmlns:a16="http://schemas.microsoft.com/office/drawing/2014/main" id="{346DE1F5-12FB-4A6B-ABA3-5AA54F49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68655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76" name="d18-window-heading">
            <a:extLst xmlns:a="http://schemas.openxmlformats.org/drawingml/2006/main">
              <a:ext uri="{FF2B5EF4-FFF2-40B4-BE49-F238E27FC236}">
                <a16:creationId xmlns:a16="http://schemas.microsoft.com/office/drawing/2014/main" id="{967F4EE6-8252-433F-A4A5-AA7CEF7D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81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サポート窓口</a:t>
            </a:r>
          </a:p>
        </p:txBody>
      </p:sp>
      <p:sp>
        <p:nvSpPr>
          <p:cNvPr id="77" name="d18-window-panel">
            <a:extLst xmlns:a="http://schemas.openxmlformats.org/drawingml/2006/main">
              <a:ext uri="{FF2B5EF4-FFF2-40B4-BE49-F238E27FC236}">
                <a16:creationId xmlns:a16="http://schemas.microsoft.com/office/drawing/2014/main" id="{5D6BD55B-9449-4E14-907C-C18C23AC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962775"/>
            <a:ext cx="4657725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18-icon-window-0-body">
            <a:extLst xmlns:a="http://schemas.openxmlformats.org/drawingml/2006/main">
              <a:ext uri="{FF2B5EF4-FFF2-40B4-BE49-F238E27FC236}">
                <a16:creationId xmlns:a16="http://schemas.microsoft.com/office/drawing/2014/main" id="{C149924E-DAAB-49CD-9092-2CF2CA9C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3" y="7235095"/>
            <a:ext cx="251460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79" name="d18-icon-window-0-fold">
            <a:extLst xmlns:a="http://schemas.openxmlformats.org/drawingml/2006/main">
              <a:ext uri="{FF2B5EF4-FFF2-40B4-BE49-F238E27FC236}">
                <a16:creationId xmlns:a16="http://schemas.microsoft.com/office/drawing/2014/main" id="{3410A2AC-DD07-41A5-8C84-8B4C425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19" y="7241381"/>
            <a:ext cx="238887" cy="97441"/>
          </a:xfrm>
          <a:custGeom xmlns:a="http://schemas.openxmlformats.org/drawingml/2006/main">
            <a:pathLst>
              <a:path w="238887" h="97441">
                <a:moveTo>
                  <a:pt x="0" y="0"/>
                </a:moveTo>
                <a:lnTo>
                  <a:pt x="119444" y="97441"/>
                </a:lnTo>
                <a:lnTo>
                  <a:pt x="2388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0" name="d18-window-0-title">
            <a:extLst xmlns:a="http://schemas.openxmlformats.org/drawingml/2006/main">
              <a:ext uri="{FF2B5EF4-FFF2-40B4-BE49-F238E27FC236}">
                <a16:creationId xmlns:a16="http://schemas.microsoft.com/office/drawing/2014/main" id="{0C363C5B-6BBA-4BC1-8132-95604B7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0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メールサポート</a:t>
            </a:r>
          </a:p>
        </p:txBody>
      </p:sp>
      <p:sp>
        <p:nvSpPr>
          <p:cNvPr id="81" name="d18-window-0-sub">
            <a:extLst xmlns:a="http://schemas.openxmlformats.org/drawingml/2006/main">
              <a:ext uri="{FF2B5EF4-FFF2-40B4-BE49-F238E27FC236}">
                <a16:creationId xmlns:a16="http://schemas.microsoft.com/office/drawing/2014/main" id="{8E52CBC7-6D89-49B6-89FC-139F3E67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0092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（平日 9:00-18:00）</a:t>
            </a:r>
          </a:p>
          <a:p xmlns:a="http://schemas.openxmlformats.org/drawingml/2006/main">
            <a:pPr algn="l">
              <a:defRPr sz="788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通常1営業日以内に回答</a:t>
            </a:r>
          </a:p>
        </p:txBody>
      </p:sp>
      <p:sp>
        <p:nvSpPr>
          <p:cNvPr id="82" name="d18-icon-window-1-body">
            <a:extLst xmlns:a="http://schemas.openxmlformats.org/drawingml/2006/main">
              <a:ext uri="{FF2B5EF4-FFF2-40B4-BE49-F238E27FC236}">
                <a16:creationId xmlns:a16="http://schemas.microsoft.com/office/drawing/2014/main" id="{0644F827-5457-4AAC-A103-499F33F0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885" y="7187946"/>
            <a:ext cx="229457" cy="226314"/>
          </a:xfrm>
          <a:custGeom xmlns:a="http://schemas.openxmlformats.org/drawingml/2006/main">
            <a:pathLst>
              <a:path w="229457" h="226314">
                <a:moveTo>
                  <a:pt x="31432" y="31433"/>
                </a:moveTo>
                <a:lnTo>
                  <a:pt x="78581" y="0"/>
                </a:lnTo>
                <a:lnTo>
                  <a:pt x="128873" y="53435"/>
                </a:lnTo>
                <a:lnTo>
                  <a:pt x="97441" y="94297"/>
                </a:lnTo>
                <a:lnTo>
                  <a:pt x="141446" y="150876"/>
                </a:lnTo>
                <a:lnTo>
                  <a:pt x="176022" y="122587"/>
                </a:lnTo>
                <a:lnTo>
                  <a:pt x="229457" y="179165"/>
                </a:lnTo>
                <a:lnTo>
                  <a:pt x="198025" y="226314"/>
                </a:lnTo>
                <a:lnTo>
                  <a:pt x="135160" y="223171"/>
                </a:lnTo>
                <a:lnTo>
                  <a:pt x="47149" y="144590"/>
                </a:lnTo>
                <a:lnTo>
                  <a:pt x="0" y="754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3" name="d18-window-1-title">
            <a:extLst xmlns:a="http://schemas.openxmlformats.org/drawingml/2006/main">
              <a:ext uri="{FF2B5EF4-FFF2-40B4-BE49-F238E27FC236}">
                <a16:creationId xmlns:a16="http://schemas.microsoft.com/office/drawing/2014/main" id="{4A168AFC-798C-452F-96FD-0831955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43750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電話サポート</a:t>
            </a:r>
          </a:p>
        </p:txBody>
      </p:sp>
      <p:sp>
        <p:nvSpPr>
          <p:cNvPr id="84" name="d18-window-1-sub">
            <a:extLst xmlns:a="http://schemas.openxmlformats.org/drawingml/2006/main">
              <a:ext uri="{FF2B5EF4-FFF2-40B4-BE49-F238E27FC236}">
                <a16:creationId xmlns:a16="http://schemas.microsoft.com/office/drawing/2014/main" id="{8F423B94-0A63-490E-9226-1B5945C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0092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（平日 9:00-18:00）</a:t>
            </a:r>
          </a:p>
          <a:p xmlns:a="http://schemas.openxmlformats.org/drawingml/2006/main">
            <a:pPr algn="l">
              <a:defRPr sz="788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緊急時は優先対応</a:t>
            </a:r>
          </a:p>
        </p:txBody>
      </p:sp>
      <p:sp>
        <p:nvSpPr>
          <p:cNvPr id="85" name="d18-icon-window-2-one">
            <a:extLst xmlns:a="http://schemas.openxmlformats.org/drawingml/2006/main">
              <a:ext uri="{FF2B5EF4-FFF2-40B4-BE49-F238E27FC236}">
                <a16:creationId xmlns:a16="http://schemas.microsoft.com/office/drawing/2014/main" id="{DCB3FFF0-D87D-4759-AAFB-5D693BF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496" y="7213092"/>
            <a:ext cx="163449" cy="1257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6" name="d18-icon-window-2-tail1">
            <a:extLst xmlns:a="http://schemas.openxmlformats.org/drawingml/2006/main">
              <a:ext uri="{FF2B5EF4-FFF2-40B4-BE49-F238E27FC236}">
                <a16:creationId xmlns:a16="http://schemas.microsoft.com/office/drawing/2014/main" id="{DF28616D-1272-40A4-B40F-C16953CB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29" y="7326249"/>
            <a:ext cx="53435" cy="50292"/>
          </a:xfrm>
          <a:custGeom xmlns:a="http://schemas.openxmlformats.org/drawingml/2006/main">
            <a:pathLst>
              <a:path w="53435" h="50292">
                <a:moveTo>
                  <a:pt x="12573" y="0"/>
                </a:moveTo>
                <a:lnTo>
                  <a:pt x="0" y="50292"/>
                </a:lnTo>
                <a:lnTo>
                  <a:pt x="53435" y="125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7" name="d18-icon-window-2-two">
            <a:extLst xmlns:a="http://schemas.openxmlformats.org/drawingml/2006/main">
              <a:ext uri="{FF2B5EF4-FFF2-40B4-BE49-F238E27FC236}">
                <a16:creationId xmlns:a16="http://schemas.microsoft.com/office/drawing/2014/main" id="{75BCF3C3-4D11-4CE1-ACC9-81A5D552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80" y="7269671"/>
            <a:ext cx="163449" cy="1257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8" name="d18-icon-window-2-tail2">
            <a:extLst xmlns:a="http://schemas.openxmlformats.org/drawingml/2006/main">
              <a:ext uri="{FF2B5EF4-FFF2-40B4-BE49-F238E27FC236}">
                <a16:creationId xmlns:a16="http://schemas.microsoft.com/office/drawing/2014/main" id="{612469F0-51B0-4077-9CEF-15613AF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234" y="7367111"/>
            <a:ext cx="31433" cy="53435"/>
          </a:xfrm>
          <a:custGeom xmlns:a="http://schemas.openxmlformats.org/drawingml/2006/main">
            <a:pathLst>
              <a:path w="31433" h="53435">
                <a:moveTo>
                  <a:pt x="0" y="15716"/>
                </a:moveTo>
                <a:lnTo>
                  <a:pt x="31433" y="53435"/>
                </a:lnTo>
                <a:lnTo>
                  <a:pt x="2200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89" name="d18-window-2-title">
            <a:extLst xmlns:a="http://schemas.openxmlformats.org/drawingml/2006/main">
              <a:ext uri="{FF2B5EF4-FFF2-40B4-BE49-F238E27FC236}">
                <a16:creationId xmlns:a16="http://schemas.microsoft.com/office/drawing/2014/main" id="{78070562-F088-4BB7-86F3-2C582FE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143750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チャットサポート</a:t>
            </a:r>
          </a:p>
        </p:txBody>
      </p:sp>
      <p:sp>
        <p:nvSpPr>
          <p:cNvPr id="90" name="d18-window-2-sub">
            <a:extLst xmlns:a="http://schemas.openxmlformats.org/drawingml/2006/main">
              <a:ext uri="{FF2B5EF4-FFF2-40B4-BE49-F238E27FC236}">
                <a16:creationId xmlns:a16="http://schemas.microsoft.com/office/drawing/2014/main" id="{17D358EF-A865-40D8-BE08-FFD09A84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40092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（平日 9:00-18:00）</a:t>
            </a:r>
          </a:p>
          <a:p xmlns:a="http://schemas.openxmlformats.org/drawingml/2006/main">
            <a:pPr algn="l">
              <a:defRPr sz="788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気軽にご相談可能</a:t>
            </a:r>
          </a:p>
        </p:txBody>
      </p:sp>
      <p:sp>
        <p:nvSpPr>
          <p:cNvPr id="91" name="d18-sla-rule">
            <a:extLst xmlns:a="http://schemas.openxmlformats.org/drawingml/2006/main">
              <a:ext uri="{FF2B5EF4-FFF2-40B4-BE49-F238E27FC236}">
                <a16:creationId xmlns:a16="http://schemas.microsoft.com/office/drawing/2014/main" id="{24E67558-FE10-4A1C-93CE-74E75D46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8655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92" name="d18-sla-heading">
            <a:extLst xmlns:a="http://schemas.openxmlformats.org/drawingml/2006/main">
              <a:ext uri="{FF2B5EF4-FFF2-40B4-BE49-F238E27FC236}">
                <a16:creationId xmlns:a16="http://schemas.microsoft.com/office/drawing/2014/main" id="{A9F1AB51-D142-498D-9244-EDA6C67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5817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サポートレベル（SLA）</a:t>
            </a:r>
          </a:p>
        </p:txBody>
      </p:sp>
      <p:sp>
        <p:nvSpPr>
          <p:cNvPr id="93" name="d18-sla-head-0">
            <a:extLst xmlns:a="http://schemas.openxmlformats.org/drawingml/2006/main">
              <a:ext uri="{FF2B5EF4-FFF2-40B4-BE49-F238E27FC236}">
                <a16:creationId xmlns:a16="http://schemas.microsoft.com/office/drawing/2014/main" id="{10A5D600-4BF8-4A79-BF36-0A05BE90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62775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d18-sla-head-text-0">
            <a:extLst xmlns:a="http://schemas.openxmlformats.org/drawingml/2006/main">
              <a:ext uri="{FF2B5EF4-FFF2-40B4-BE49-F238E27FC236}">
                <a16:creationId xmlns:a16="http://schemas.microsoft.com/office/drawing/2014/main" id="{91BE4C38-45A9-46C8-BC36-E1866A32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0389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区分</a:t>
            </a:r>
          </a:p>
        </p:txBody>
      </p:sp>
      <p:sp>
        <p:nvSpPr>
          <p:cNvPr id="95" name="d18-sla-head-1">
            <a:extLst xmlns:a="http://schemas.openxmlformats.org/drawingml/2006/main">
              <a:ext uri="{FF2B5EF4-FFF2-40B4-BE49-F238E27FC236}">
                <a16:creationId xmlns:a16="http://schemas.microsoft.com/office/drawing/2014/main" id="{15300BBE-9B5E-488E-9F4A-1F2D3252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9627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d18-sla-head-text-1">
            <a:extLst xmlns:a="http://schemas.openxmlformats.org/drawingml/2006/main">
              <a:ext uri="{FF2B5EF4-FFF2-40B4-BE49-F238E27FC236}">
                <a16:creationId xmlns:a16="http://schemas.microsoft.com/office/drawing/2014/main" id="{2793FD1A-F121-4788-9ED8-0F1BF407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0389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対応時間</a:t>
            </a:r>
          </a:p>
        </p:txBody>
      </p:sp>
      <p:sp>
        <p:nvSpPr>
          <p:cNvPr id="97" name="d18-sla-head-2">
            <a:extLst xmlns:a="http://schemas.openxmlformats.org/drawingml/2006/main">
              <a:ext uri="{FF2B5EF4-FFF2-40B4-BE49-F238E27FC236}">
                <a16:creationId xmlns:a16="http://schemas.microsoft.com/office/drawing/2014/main" id="{AE72FA07-5167-4CA5-BA60-E5D04511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962775"/>
            <a:ext cx="1066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d18-sla-head-text-2">
            <a:extLst xmlns:a="http://schemas.openxmlformats.org/drawingml/2006/main">
              <a:ext uri="{FF2B5EF4-FFF2-40B4-BE49-F238E27FC236}">
                <a16:creationId xmlns:a16="http://schemas.microsoft.com/office/drawing/2014/main" id="{D250061C-DF60-4082-B0A1-0378E2A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0389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初期応答</a:t>
            </a:r>
          </a:p>
        </p:txBody>
      </p:sp>
      <p:sp>
        <p:nvSpPr>
          <p:cNvPr id="99" name="d18-sla-head-3">
            <a:extLst xmlns:a="http://schemas.openxmlformats.org/drawingml/2006/main">
              <a:ext uri="{FF2B5EF4-FFF2-40B4-BE49-F238E27FC236}">
                <a16:creationId xmlns:a16="http://schemas.microsoft.com/office/drawing/2014/main" id="{6F72C18D-605D-4233-8EA4-84814772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962775"/>
            <a:ext cx="9429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d18-sla-head-text-3">
            <a:extLst xmlns:a="http://schemas.openxmlformats.org/drawingml/2006/main">
              <a:ext uri="{FF2B5EF4-FFF2-40B4-BE49-F238E27FC236}">
                <a16:creationId xmlns:a16="http://schemas.microsoft.com/office/drawing/2014/main" id="{78E3D001-9106-4CA9-B12C-07DFF1A7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038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解決目安</a:t>
            </a:r>
          </a:p>
        </p:txBody>
      </p:sp>
      <p:sp>
        <p:nvSpPr>
          <p:cNvPr id="101" name="d18-sla-0-0">
            <a:extLst xmlns:a="http://schemas.openxmlformats.org/drawingml/2006/main">
              <a:ext uri="{FF2B5EF4-FFF2-40B4-BE49-F238E27FC236}">
                <a16:creationId xmlns:a16="http://schemas.microsoft.com/office/drawing/2014/main" id="{FB3672E0-D35E-4145-B768-ABAE11F5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580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2" name="d18-sla-text-0-0">
            <a:extLst xmlns:a="http://schemas.openxmlformats.org/drawingml/2006/main">
              <a:ext uri="{FF2B5EF4-FFF2-40B4-BE49-F238E27FC236}">
                <a16:creationId xmlns:a16="http://schemas.microsoft.com/office/drawing/2014/main" id="{C5BBE2EF-123B-4825-9EA7-E14745AA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334250"/>
            <a:ext cx="1447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緊急（システム停止）</a:t>
            </a:r>
          </a:p>
        </p:txBody>
      </p:sp>
      <p:sp>
        <p:nvSpPr>
          <p:cNvPr id="103" name="d18-sla-0-1">
            <a:extLst xmlns:a="http://schemas.openxmlformats.org/drawingml/2006/main">
              <a:ext uri="{FF2B5EF4-FFF2-40B4-BE49-F238E27FC236}">
                <a16:creationId xmlns:a16="http://schemas.microsoft.com/office/drawing/2014/main" id="{5941C644-53A0-43CC-B863-DA3BE242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2580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4" name="d18-sla-text-0-1">
            <a:extLst xmlns:a="http://schemas.openxmlformats.org/drawingml/2006/main">
              <a:ext uri="{FF2B5EF4-FFF2-40B4-BE49-F238E27FC236}">
                <a16:creationId xmlns:a16="http://schemas.microsoft.com/office/drawing/2014/main" id="{6A806DB9-AA18-4A3E-B4DE-1B36201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334250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平日 9:00-18:00</a:t>
            </a:r>
          </a:p>
        </p:txBody>
      </p:sp>
      <p:sp>
        <p:nvSpPr>
          <p:cNvPr id="105" name="d18-sla-0-2">
            <a:extLst xmlns:a="http://schemas.openxmlformats.org/drawingml/2006/main">
              <a:ext uri="{FF2B5EF4-FFF2-40B4-BE49-F238E27FC236}">
                <a16:creationId xmlns:a16="http://schemas.microsoft.com/office/drawing/2014/main" id="{F4754B16-8C20-46B2-8B2D-EEB6D7C6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2580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6" name="d18-sla-text-0-2">
            <a:extLst xmlns:a="http://schemas.openxmlformats.org/drawingml/2006/main">
              <a:ext uri="{FF2B5EF4-FFF2-40B4-BE49-F238E27FC236}">
                <a16:creationId xmlns:a16="http://schemas.microsoft.com/office/drawing/2014/main" id="{55652358-8ABB-4E94-A6B8-59837B14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0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1時間以内</a:t>
            </a:r>
          </a:p>
        </p:txBody>
      </p:sp>
      <p:sp>
        <p:nvSpPr>
          <p:cNvPr id="107" name="d18-sla-0-3">
            <a:extLst xmlns:a="http://schemas.openxmlformats.org/drawingml/2006/main">
              <a:ext uri="{FF2B5EF4-FFF2-40B4-BE49-F238E27FC236}">
                <a16:creationId xmlns:a16="http://schemas.microsoft.com/office/drawing/2014/main" id="{348049D9-5508-4B44-A538-2BBDE563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25805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8" name="d18-sla-text-0-3">
            <a:extLst xmlns:a="http://schemas.openxmlformats.org/drawingml/2006/main">
              <a:ext uri="{FF2B5EF4-FFF2-40B4-BE49-F238E27FC236}">
                <a16:creationId xmlns:a16="http://schemas.microsoft.com/office/drawing/2014/main" id="{CC88835E-71BB-455A-A221-B6C85FB6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334250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当日中</a:t>
            </a:r>
          </a:p>
        </p:txBody>
      </p:sp>
      <p:sp>
        <p:nvSpPr>
          <p:cNvPr id="109" name="d18-sla-1-0">
            <a:extLst xmlns:a="http://schemas.openxmlformats.org/drawingml/2006/main">
              <a:ext uri="{FF2B5EF4-FFF2-40B4-BE49-F238E27FC236}">
                <a16:creationId xmlns:a16="http://schemas.microsoft.com/office/drawing/2014/main" id="{FA45C0CC-5C9B-478D-8E3A-42F23CDC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5438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6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10" name="d18-sla-text-1-0">
            <a:extLst xmlns:a="http://schemas.openxmlformats.org/drawingml/2006/main">
              <a:ext uri="{FF2B5EF4-FFF2-40B4-BE49-F238E27FC236}">
                <a16:creationId xmlns:a16="http://schemas.microsoft.com/office/drawing/2014/main" id="{B4C749EC-A147-4B66-8FB3-AB8FC8B6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620000"/>
            <a:ext cx="1447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重要（機能に大きな影響）</a:t>
            </a:r>
          </a:p>
        </p:txBody>
      </p:sp>
      <p:sp>
        <p:nvSpPr>
          <p:cNvPr id="111" name="d18-sla-1-1">
            <a:extLst xmlns:a="http://schemas.openxmlformats.org/drawingml/2006/main">
              <a:ext uri="{FF2B5EF4-FFF2-40B4-BE49-F238E27FC236}">
                <a16:creationId xmlns:a16="http://schemas.microsoft.com/office/drawing/2014/main" id="{E94A695E-79F6-4D55-A7A8-D0EC26CE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5438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12" name="d18-sla-text-1-1">
            <a:extLst xmlns:a="http://schemas.openxmlformats.org/drawingml/2006/main">
              <a:ext uri="{FF2B5EF4-FFF2-40B4-BE49-F238E27FC236}">
                <a16:creationId xmlns:a16="http://schemas.microsoft.com/office/drawing/2014/main" id="{0EF93AED-1397-48B8-9B07-C51731DF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620000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平日 9:00-18:00</a:t>
            </a:r>
          </a:p>
        </p:txBody>
      </p:sp>
      <p:sp>
        <p:nvSpPr>
          <p:cNvPr id="113" name="d18-sla-1-2">
            <a:extLst xmlns:a="http://schemas.openxmlformats.org/drawingml/2006/main">
              <a:ext uri="{FF2B5EF4-FFF2-40B4-BE49-F238E27FC236}">
                <a16:creationId xmlns:a16="http://schemas.microsoft.com/office/drawing/2014/main" id="{B5079B40-79BA-4DE8-9291-9EF478ED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5438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14" name="d18-sla-text-1-2">
            <a:extLst xmlns:a="http://schemas.openxmlformats.org/drawingml/2006/main">
              <a:ext uri="{FF2B5EF4-FFF2-40B4-BE49-F238E27FC236}">
                <a16:creationId xmlns:a16="http://schemas.microsoft.com/office/drawing/2014/main" id="{BD990817-5AC0-4787-82D2-F0541A6D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620000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4時間以内</a:t>
            </a:r>
          </a:p>
        </p:txBody>
      </p:sp>
      <p:sp>
        <p:nvSpPr>
          <p:cNvPr id="115" name="d18-sla-1-3">
            <a:extLst xmlns:a="http://schemas.openxmlformats.org/drawingml/2006/main">
              <a:ext uri="{FF2B5EF4-FFF2-40B4-BE49-F238E27FC236}">
                <a16:creationId xmlns:a16="http://schemas.microsoft.com/office/drawing/2014/main" id="{1D681BFF-5C7F-4308-83FB-8B78CC49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54380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16" name="d18-sla-text-1-3">
            <a:extLst xmlns:a="http://schemas.openxmlformats.org/drawingml/2006/main">
              <a:ext uri="{FF2B5EF4-FFF2-40B4-BE49-F238E27FC236}">
                <a16:creationId xmlns:a16="http://schemas.microsoft.com/office/drawing/2014/main" id="{40BAA975-3723-4344-9ED7-7AE77C25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620000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3営業日以内</a:t>
            </a:r>
          </a:p>
        </p:txBody>
      </p:sp>
      <p:sp>
        <p:nvSpPr>
          <p:cNvPr id="117" name="d18-sla-2-0">
            <a:extLst xmlns:a="http://schemas.openxmlformats.org/drawingml/2006/main">
              <a:ext uri="{FF2B5EF4-FFF2-40B4-BE49-F238E27FC236}">
                <a16:creationId xmlns:a16="http://schemas.microsoft.com/office/drawing/2014/main" id="{716A18CE-3E44-4732-A191-FB6BD2E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8295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18" name="d18-sla-text-2-0">
            <a:extLst xmlns:a="http://schemas.openxmlformats.org/drawingml/2006/main">
              <a:ext uri="{FF2B5EF4-FFF2-40B4-BE49-F238E27FC236}">
                <a16:creationId xmlns:a16="http://schemas.microsoft.com/office/drawing/2014/main" id="{956D148C-F644-41A0-BD7C-089575A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905750"/>
            <a:ext cx="1447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通常（操作方法・軽微な不具合）</a:t>
            </a:r>
          </a:p>
        </p:txBody>
      </p:sp>
      <p:sp>
        <p:nvSpPr>
          <p:cNvPr id="119" name="d18-sla-2-1">
            <a:extLst xmlns:a="http://schemas.openxmlformats.org/drawingml/2006/main">
              <a:ext uri="{FF2B5EF4-FFF2-40B4-BE49-F238E27FC236}">
                <a16:creationId xmlns:a16="http://schemas.microsoft.com/office/drawing/2014/main" id="{F53AEFF8-62B8-49E0-8239-DA6C873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829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20" name="d18-sla-text-2-1">
            <a:extLst xmlns:a="http://schemas.openxmlformats.org/drawingml/2006/main">
              <a:ext uri="{FF2B5EF4-FFF2-40B4-BE49-F238E27FC236}">
                <a16:creationId xmlns:a16="http://schemas.microsoft.com/office/drawing/2014/main" id="{C90E2912-E538-4055-A2FD-D9DC7607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905750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平日 9:00-18:00</a:t>
            </a:r>
          </a:p>
        </p:txBody>
      </p:sp>
      <p:sp>
        <p:nvSpPr>
          <p:cNvPr id="121" name="d18-sla-2-2">
            <a:extLst xmlns:a="http://schemas.openxmlformats.org/drawingml/2006/main">
              <a:ext uri="{FF2B5EF4-FFF2-40B4-BE49-F238E27FC236}">
                <a16:creationId xmlns:a16="http://schemas.microsoft.com/office/drawing/2014/main" id="{536AF671-3869-4808-8347-48BE8A8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8295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22" name="d18-sla-text-2-2">
            <a:extLst xmlns:a="http://schemas.openxmlformats.org/drawingml/2006/main">
              <a:ext uri="{FF2B5EF4-FFF2-40B4-BE49-F238E27FC236}">
                <a16:creationId xmlns:a16="http://schemas.microsoft.com/office/drawing/2014/main" id="{B5436CDC-8E6F-45DE-8807-EEDC41E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905750"/>
            <a:ext cx="990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1営業日以内</a:t>
            </a:r>
          </a:p>
        </p:txBody>
      </p:sp>
      <p:sp>
        <p:nvSpPr>
          <p:cNvPr id="123" name="d18-sla-2-3">
            <a:extLst xmlns:a="http://schemas.openxmlformats.org/drawingml/2006/main">
              <a:ext uri="{FF2B5EF4-FFF2-40B4-BE49-F238E27FC236}">
                <a16:creationId xmlns:a16="http://schemas.microsoft.com/office/drawing/2014/main" id="{86583148-A999-4997-8945-8438094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829550"/>
            <a:ext cx="942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24" name="d18-sla-text-2-3">
            <a:extLst xmlns:a="http://schemas.openxmlformats.org/drawingml/2006/main">
              <a:ext uri="{FF2B5EF4-FFF2-40B4-BE49-F238E27FC236}">
                <a16:creationId xmlns:a16="http://schemas.microsoft.com/office/drawing/2014/main" id="{5DC13FB7-2CD1-4AF5-89E5-206CD2E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905750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5営業日以内</a:t>
            </a:r>
          </a:p>
        </p:txBody>
      </p:sp>
      <p:sp>
        <p:nvSpPr>
          <p:cNvPr id="125" name="d18-success-rule">
            <a:extLst xmlns:a="http://schemas.openxmlformats.org/drawingml/2006/main">
              <a:ext uri="{FF2B5EF4-FFF2-40B4-BE49-F238E27FC236}">
                <a16:creationId xmlns:a16="http://schemas.microsoft.com/office/drawing/2014/main" id="{D3F19A7D-D4D2-40DC-8815-8BB30DC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8655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126" name="d18-success-heading">
            <a:extLst xmlns:a="http://schemas.openxmlformats.org/drawingml/2006/main">
              <a:ext uri="{FF2B5EF4-FFF2-40B4-BE49-F238E27FC236}">
                <a16:creationId xmlns:a16="http://schemas.microsoft.com/office/drawing/2014/main" id="{F88C73A0-1771-4044-8F2F-630F806A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5817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継続的な成功に向けて</a:t>
            </a:r>
          </a:p>
        </p:txBody>
      </p:sp>
      <p:sp>
        <p:nvSpPr>
          <p:cNvPr id="127" name="d18-success-0">
            <a:extLst xmlns:a="http://schemas.openxmlformats.org/drawingml/2006/main">
              <a:ext uri="{FF2B5EF4-FFF2-40B4-BE49-F238E27FC236}">
                <a16:creationId xmlns:a16="http://schemas.microsoft.com/office/drawing/2014/main" id="{77F03E4F-DFB8-4534-AB15-86E6F271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62775"/>
            <a:ext cx="1200150" cy="838200"/>
          </a:xfrm>
          <a:custGeom xmlns:a="http://schemas.openxmlformats.org/drawingml/2006/main">
            <a:pathLst>
              <a:path w="1200150" h="838200">
                <a:moveTo>
                  <a:pt x="0" y="0"/>
                </a:moveTo>
                <a:lnTo>
                  <a:pt x="1009650" y="0"/>
                </a:lnTo>
                <a:lnTo>
                  <a:pt x="1200150" y="419100"/>
                </a:lnTo>
                <a:lnTo>
                  <a:pt x="1009650" y="838200"/>
                </a:lnTo>
                <a:lnTo>
                  <a:pt x="0" y="838200"/>
                </a:lnTo>
                <a:lnTo>
                  <a:pt x="190500" y="419100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18-icon-success-0-base">
            <a:extLst xmlns:a="http://schemas.openxmlformats.org/drawingml/2006/main">
              <a:ext uri="{FF2B5EF4-FFF2-40B4-BE49-F238E27FC236}">
                <a16:creationId xmlns:a16="http://schemas.microsoft.com/office/drawing/2014/main" id="{DB8C587F-FC4C-453D-9A41-6A488FE1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017" y="7448169"/>
            <a:ext cx="32689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29" name="d18-icon-success-0-axis">
            <a:extLst xmlns:a="http://schemas.openxmlformats.org/drawingml/2006/main">
              <a:ext uri="{FF2B5EF4-FFF2-40B4-BE49-F238E27FC236}">
                <a16:creationId xmlns:a16="http://schemas.microsoft.com/office/drawing/2014/main" id="{72461825-6529-4342-8F20-D81CF28A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163" y="7163181"/>
            <a:ext cx="9525" cy="2849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0" name="d18-icon-success-0-bar1">
            <a:extLst xmlns:a="http://schemas.openxmlformats.org/drawingml/2006/main">
              <a:ext uri="{FF2B5EF4-FFF2-40B4-BE49-F238E27FC236}">
                <a16:creationId xmlns:a16="http://schemas.microsoft.com/office/drawing/2014/main" id="{C240D126-6A66-4F21-A7E1-6E17C9B9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073" y="7322439"/>
            <a:ext cx="50292" cy="125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18-icon-success-0-bar2">
            <a:extLst xmlns:a="http://schemas.openxmlformats.org/drawingml/2006/main">
              <a:ext uri="{FF2B5EF4-FFF2-40B4-BE49-F238E27FC236}">
                <a16:creationId xmlns:a16="http://schemas.microsoft.com/office/drawing/2014/main" id="{7B655D53-F8CF-4498-97DA-9808C168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2" y="7251192"/>
            <a:ext cx="50292" cy="1969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18-icon-success-0-bar3">
            <a:extLst xmlns:a="http://schemas.openxmlformats.org/drawingml/2006/main">
              <a:ext uri="{FF2B5EF4-FFF2-40B4-BE49-F238E27FC236}">
                <a16:creationId xmlns:a16="http://schemas.microsoft.com/office/drawing/2014/main" id="{A60A7867-40DC-49D3-8983-92034D0B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331" y="7188327"/>
            <a:ext cx="50292" cy="2598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18-icon-success-0-trend">
            <a:extLst xmlns:a="http://schemas.openxmlformats.org/drawingml/2006/main">
              <a:ext uri="{FF2B5EF4-FFF2-40B4-BE49-F238E27FC236}">
                <a16:creationId xmlns:a16="http://schemas.microsoft.com/office/drawing/2014/main" id="{00FB664A-ED40-41B2-8A9A-EDAD340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882" y="7129653"/>
            <a:ext cx="230505" cy="155067"/>
          </a:xfrm>
          <a:custGeom xmlns:a="http://schemas.openxmlformats.org/drawingml/2006/main">
            <a:pathLst>
              <a:path w="230505" h="155067">
                <a:moveTo>
                  <a:pt x="0" y="155067"/>
                </a:moveTo>
                <a:lnTo>
                  <a:pt x="71247" y="100584"/>
                </a:lnTo>
                <a:lnTo>
                  <a:pt x="138303" y="79629"/>
                </a:lnTo>
                <a:lnTo>
                  <a:pt x="2305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4" name="d18-success-0-title">
            <a:extLst xmlns:a="http://schemas.openxmlformats.org/drawingml/2006/main">
              <a:ext uri="{FF2B5EF4-FFF2-40B4-BE49-F238E27FC236}">
                <a16:creationId xmlns:a16="http://schemas.microsoft.com/office/drawing/2014/main" id="{228C78AB-F9BB-46C4-BC12-FE5CC33A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4295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現状分析</a:t>
            </a:r>
          </a:p>
        </p:txBody>
      </p:sp>
      <p:sp>
        <p:nvSpPr>
          <p:cNvPr id="135" name="d18-success-0-body">
            <a:extLst xmlns:a="http://schemas.openxmlformats.org/drawingml/2006/main">
              <a:ext uri="{FF2B5EF4-FFF2-40B4-BE49-F238E27FC236}">
                <a16:creationId xmlns:a16="http://schemas.microsoft.com/office/drawing/2014/main" id="{AEF26A04-58A7-4347-ADD8-52398513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858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利用状況・成果の</a:t>
            </a:r>
          </a:p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可視化</a:t>
            </a:r>
          </a:p>
        </p:txBody>
      </p:sp>
      <p:sp>
        <p:nvSpPr>
          <p:cNvPr id="136" name="d18-success-1">
            <a:extLst xmlns:a="http://schemas.openxmlformats.org/drawingml/2006/main">
              <a:ext uri="{FF2B5EF4-FFF2-40B4-BE49-F238E27FC236}">
                <a16:creationId xmlns:a16="http://schemas.microsoft.com/office/drawing/2014/main" id="{774DDE41-4456-457B-AEC2-CD84815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62775"/>
            <a:ext cx="1200150" cy="838200"/>
          </a:xfrm>
          <a:custGeom xmlns:a="http://schemas.openxmlformats.org/drawingml/2006/main">
            <a:pathLst>
              <a:path w="1200150" h="838200">
                <a:moveTo>
                  <a:pt x="0" y="0"/>
                </a:moveTo>
                <a:lnTo>
                  <a:pt x="1009650" y="0"/>
                </a:lnTo>
                <a:lnTo>
                  <a:pt x="1200150" y="419100"/>
                </a:lnTo>
                <a:lnTo>
                  <a:pt x="1009650" y="838200"/>
                </a:lnTo>
                <a:lnTo>
                  <a:pt x="0" y="838200"/>
                </a:lnTo>
                <a:lnTo>
                  <a:pt x="190500" y="41910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18-icon-success-1-bulb">
            <a:extLst xmlns:a="http://schemas.openxmlformats.org/drawingml/2006/main">
              <a:ext uri="{FF2B5EF4-FFF2-40B4-BE49-F238E27FC236}">
                <a16:creationId xmlns:a16="http://schemas.microsoft.com/office/drawing/2014/main" id="{749EBA30-538C-40E5-B6E2-33628A3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3856" y="7129463"/>
            <a:ext cx="214313" cy="2143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8" name="d18-icon-success-1-base1">
            <a:extLst xmlns:a="http://schemas.openxmlformats.org/drawingml/2006/main">
              <a:ext uri="{FF2B5EF4-FFF2-40B4-BE49-F238E27FC236}">
                <a16:creationId xmlns:a16="http://schemas.microsoft.com/office/drawing/2014/main" id="{88E979E6-AFC6-4284-95F0-DF51AE63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78" y="7395210"/>
            <a:ext cx="10287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39" name="d18-icon-success-1-base2">
            <a:extLst xmlns:a="http://schemas.openxmlformats.org/drawingml/2006/main">
              <a:ext uri="{FF2B5EF4-FFF2-40B4-BE49-F238E27FC236}">
                <a16:creationId xmlns:a16="http://schemas.microsoft.com/office/drawing/2014/main" id="{A267CB45-4826-4349-96AA-5750780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6723" y="7438073"/>
            <a:ext cx="6858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0" name="d18-icon-success-1-ray1">
            <a:extLst xmlns:a="http://schemas.openxmlformats.org/drawingml/2006/main">
              <a:ext uri="{FF2B5EF4-FFF2-40B4-BE49-F238E27FC236}">
                <a16:creationId xmlns:a16="http://schemas.microsoft.com/office/drawing/2014/main" id="{73399ADC-C28D-40EE-BF92-2CBFEF8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013" y="7052310"/>
            <a:ext cx="9525" cy="42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1" name="d18-icon-success-1-ray2">
            <a:extLst xmlns:a="http://schemas.openxmlformats.org/drawingml/2006/main">
              <a:ext uri="{FF2B5EF4-FFF2-40B4-BE49-F238E27FC236}">
                <a16:creationId xmlns:a16="http://schemas.microsoft.com/office/drawing/2014/main" id="{1263E43F-F1E1-4501-BBDA-74FB2A58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9563" y="7112318"/>
            <a:ext cx="42863" cy="38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2" name="d18-icon-success-1-ray3">
            <a:extLst xmlns:a="http://schemas.openxmlformats.org/drawingml/2006/main">
              <a:ext uri="{FF2B5EF4-FFF2-40B4-BE49-F238E27FC236}">
                <a16:creationId xmlns:a16="http://schemas.microsoft.com/office/drawing/2014/main" id="{38EA4B45-D46D-4023-B3BF-2BBCA75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112318"/>
            <a:ext cx="42863" cy="38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43" name="d18-success-1-title">
            <a:extLst xmlns:a="http://schemas.openxmlformats.org/drawingml/2006/main">
              <a:ext uri="{FF2B5EF4-FFF2-40B4-BE49-F238E27FC236}">
                <a16:creationId xmlns:a16="http://schemas.microsoft.com/office/drawing/2014/main" id="{82FA5404-112E-4A3F-B7B4-7E321DA5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4295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改善提案</a:t>
            </a:r>
          </a:p>
        </p:txBody>
      </p:sp>
      <p:sp>
        <p:nvSpPr>
          <p:cNvPr id="144" name="d18-success-1-body">
            <a:extLst xmlns:a="http://schemas.openxmlformats.org/drawingml/2006/main">
              <a:ext uri="{FF2B5EF4-FFF2-40B4-BE49-F238E27FC236}">
                <a16:creationId xmlns:a16="http://schemas.microsoft.com/office/drawing/2014/main" id="{EFC8BF68-C218-4762-A5C5-A4D0C16A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858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課題に応じた</a:t>
            </a:r>
          </a:p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施策のご提案</a:t>
            </a:r>
          </a:p>
        </p:txBody>
      </p:sp>
      <p:sp>
        <p:nvSpPr>
          <p:cNvPr id="145" name="d18-success-2">
            <a:extLst xmlns:a="http://schemas.openxmlformats.org/drawingml/2006/main">
              <a:ext uri="{FF2B5EF4-FFF2-40B4-BE49-F238E27FC236}">
                <a16:creationId xmlns:a16="http://schemas.microsoft.com/office/drawing/2014/main" id="{1F959BF0-E59C-4A48-9FC6-E82AD361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962775"/>
            <a:ext cx="1200150" cy="838200"/>
          </a:xfrm>
          <a:custGeom xmlns:a="http://schemas.openxmlformats.org/drawingml/2006/main">
            <a:pathLst>
              <a:path w="1200150" h="838200">
                <a:moveTo>
                  <a:pt x="0" y="0"/>
                </a:moveTo>
                <a:lnTo>
                  <a:pt x="1009650" y="0"/>
                </a:lnTo>
                <a:lnTo>
                  <a:pt x="1200150" y="419100"/>
                </a:lnTo>
                <a:lnTo>
                  <a:pt x="1009650" y="838200"/>
                </a:lnTo>
                <a:lnTo>
                  <a:pt x="0" y="838200"/>
                </a:lnTo>
                <a:lnTo>
                  <a:pt x="190500" y="41910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18-icon-success-2-outline">
            <a:extLst xmlns:a="http://schemas.openxmlformats.org/drawingml/2006/main">
              <a:ext uri="{FF2B5EF4-FFF2-40B4-BE49-F238E27FC236}">
                <a16:creationId xmlns:a16="http://schemas.microsoft.com/office/drawing/2014/main" id="{9A673412-D866-4327-8B2C-7BB97FE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918" y="7112318"/>
            <a:ext cx="377190" cy="377190"/>
          </a:xfrm>
          <a:custGeom xmlns:a="http://schemas.openxmlformats.org/drawingml/2006/main">
            <a:pathLst>
              <a:path w="377190" h="377190">
                <a:moveTo>
                  <a:pt x="188595" y="0"/>
                </a:moveTo>
                <a:lnTo>
                  <a:pt x="244364" y="53956"/>
                </a:lnTo>
                <a:lnTo>
                  <a:pt x="321952" y="55238"/>
                </a:lnTo>
                <a:lnTo>
                  <a:pt x="323234" y="132826"/>
                </a:lnTo>
                <a:lnTo>
                  <a:pt x="377190" y="188595"/>
                </a:lnTo>
                <a:lnTo>
                  <a:pt x="323234" y="244364"/>
                </a:lnTo>
                <a:lnTo>
                  <a:pt x="321952" y="321952"/>
                </a:lnTo>
                <a:lnTo>
                  <a:pt x="244364" y="323234"/>
                </a:lnTo>
                <a:lnTo>
                  <a:pt x="188595" y="377190"/>
                </a:lnTo>
                <a:lnTo>
                  <a:pt x="132826" y="323234"/>
                </a:lnTo>
                <a:lnTo>
                  <a:pt x="55238" y="321952"/>
                </a:lnTo>
                <a:lnTo>
                  <a:pt x="53956" y="244364"/>
                </a:lnTo>
                <a:lnTo>
                  <a:pt x="0" y="188595"/>
                </a:lnTo>
                <a:lnTo>
                  <a:pt x="53956" y="132826"/>
                </a:lnTo>
                <a:lnTo>
                  <a:pt x="55238" y="55238"/>
                </a:lnTo>
                <a:lnTo>
                  <a:pt x="132826" y="539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7" name="d18-icon-success-2-ring">
            <a:extLst xmlns:a="http://schemas.openxmlformats.org/drawingml/2006/main">
              <a:ext uri="{FF2B5EF4-FFF2-40B4-BE49-F238E27FC236}">
                <a16:creationId xmlns:a16="http://schemas.microsoft.com/office/drawing/2014/main" id="{F93BBE19-81A2-4EE1-97B8-0772B81D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5933" y="7232333"/>
            <a:ext cx="137160" cy="1371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48" name="d18-icon-success-2-hub">
            <a:extLst xmlns:a="http://schemas.openxmlformats.org/drawingml/2006/main">
              <a:ext uri="{FF2B5EF4-FFF2-40B4-BE49-F238E27FC236}">
                <a16:creationId xmlns:a16="http://schemas.microsoft.com/office/drawing/2014/main" id="{112012E2-8AE9-42EA-9F78-8B73941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081" y="7279481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18-success-2-title">
            <a:extLst xmlns:a="http://schemas.openxmlformats.org/drawingml/2006/main">
              <a:ext uri="{FF2B5EF4-FFF2-40B4-BE49-F238E27FC236}">
                <a16:creationId xmlns:a16="http://schemas.microsoft.com/office/drawing/2014/main" id="{0525E7DE-3466-4BAB-A34E-1D030C39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74295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実行支援</a:t>
            </a:r>
          </a:p>
        </p:txBody>
      </p:sp>
      <p:sp>
        <p:nvSpPr>
          <p:cNvPr id="150" name="d18-success-2-body">
            <a:extLst xmlns:a="http://schemas.openxmlformats.org/drawingml/2006/main">
              <a:ext uri="{FF2B5EF4-FFF2-40B4-BE49-F238E27FC236}">
                <a16:creationId xmlns:a16="http://schemas.microsoft.com/office/drawing/2014/main" id="{60E477C2-446E-4E68-9457-09A73A5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858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施策の実行を</a:t>
            </a:r>
          </a:p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サポート</a:t>
            </a:r>
          </a:p>
        </p:txBody>
      </p:sp>
      <p:sp>
        <p:nvSpPr>
          <p:cNvPr id="151" name="d18-success-3">
            <a:extLst xmlns:a="http://schemas.openxmlformats.org/drawingml/2006/main">
              <a:ext uri="{FF2B5EF4-FFF2-40B4-BE49-F238E27FC236}">
                <a16:creationId xmlns:a16="http://schemas.microsoft.com/office/drawing/2014/main" id="{31AC8A53-9149-46F0-86BC-0FDEE76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962775"/>
            <a:ext cx="1200150" cy="838200"/>
          </a:xfrm>
          <a:custGeom xmlns:a="http://schemas.openxmlformats.org/drawingml/2006/main">
            <a:pathLst>
              <a:path w="1200150" h="838200">
                <a:moveTo>
                  <a:pt x="0" y="0"/>
                </a:moveTo>
                <a:lnTo>
                  <a:pt x="1009650" y="0"/>
                </a:lnTo>
                <a:lnTo>
                  <a:pt x="1200150" y="419100"/>
                </a:lnTo>
                <a:lnTo>
                  <a:pt x="1009650" y="838200"/>
                </a:lnTo>
                <a:lnTo>
                  <a:pt x="0" y="838200"/>
                </a:lnTo>
                <a:lnTo>
                  <a:pt x="190500" y="41910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18-icon-success-3-ring">
            <a:extLst xmlns:a="http://schemas.openxmlformats.org/drawingml/2006/main">
              <a:ext uri="{FF2B5EF4-FFF2-40B4-BE49-F238E27FC236}">
                <a16:creationId xmlns:a16="http://schemas.microsoft.com/office/drawing/2014/main" id="{9DEF50CE-41C4-491C-A982-7B81A03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566" y="7159466"/>
            <a:ext cx="282893" cy="2828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153" name="d18-icon-success-3-head1">
            <a:extLst xmlns:a="http://schemas.openxmlformats.org/drawingml/2006/main">
              <a:ext uri="{FF2B5EF4-FFF2-40B4-BE49-F238E27FC236}">
                <a16:creationId xmlns:a16="http://schemas.microsoft.com/office/drawing/2014/main" id="{8896494E-BB06-4B5D-9BE8-D489E86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448" y="7120890"/>
            <a:ext cx="120015" cy="81439"/>
          </a:xfrm>
          <a:custGeom xmlns:a="http://schemas.openxmlformats.org/drawingml/2006/main">
            <a:pathLst>
              <a:path w="120015" h="81439">
                <a:moveTo>
                  <a:pt x="0" y="0"/>
                </a:moveTo>
                <a:lnTo>
                  <a:pt x="120015" y="0"/>
                </a:lnTo>
                <a:lnTo>
                  <a:pt x="85725" y="81439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18-icon-success-3-head2">
            <a:extLst xmlns:a="http://schemas.openxmlformats.org/drawingml/2006/main">
              <a:ext uri="{FF2B5EF4-FFF2-40B4-BE49-F238E27FC236}">
                <a16:creationId xmlns:a16="http://schemas.microsoft.com/office/drawing/2014/main" id="{D686AC39-E4FD-42BE-943F-637858FC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563" y="7399496"/>
            <a:ext cx="120015" cy="81439"/>
          </a:xfrm>
          <a:custGeom xmlns:a="http://schemas.openxmlformats.org/drawingml/2006/main">
            <a:pathLst>
              <a:path w="120015" h="81439">
                <a:moveTo>
                  <a:pt x="120015" y="81439"/>
                </a:moveTo>
                <a:lnTo>
                  <a:pt x="0" y="81439"/>
                </a:lnTo>
                <a:lnTo>
                  <a:pt x="34290" y="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18-success-3-title">
            <a:extLst xmlns:a="http://schemas.openxmlformats.org/drawingml/2006/main">
              <a:ext uri="{FF2B5EF4-FFF2-40B4-BE49-F238E27FC236}">
                <a16:creationId xmlns:a16="http://schemas.microsoft.com/office/drawing/2014/main" id="{FFFAC7B2-5EB0-4AE0-888A-92174D48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74295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成果拡大</a:t>
            </a:r>
          </a:p>
        </p:txBody>
      </p:sp>
      <p:sp>
        <p:nvSpPr>
          <p:cNvPr id="156" name="d18-success-3-body">
            <a:extLst xmlns:a="http://schemas.openxmlformats.org/drawingml/2006/main">
              <a:ext uri="{FF2B5EF4-FFF2-40B4-BE49-F238E27FC236}">
                <a16:creationId xmlns:a16="http://schemas.microsoft.com/office/drawing/2014/main" id="{C57C5278-357C-4483-BA0B-D49B4993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858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継続的な</a:t>
            </a:r>
          </a:p>
          <a:p xmlns:a="http://schemas.openxmlformats.org/drawingml/2006/main">
            <a:pPr algn="ctr">
              <a:defRPr sz="900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成果創出</a:t>
            </a:r>
          </a:p>
        </p:txBody>
      </p:sp>
      <p:sp>
        <p:nvSpPr>
          <p:cNvPr id="157" name="d18-footer-logo-top">
            <a:extLst xmlns:a="http://schemas.openxmlformats.org/drawingml/2006/main">
              <a:ext uri="{FF2B5EF4-FFF2-40B4-BE49-F238E27FC236}">
                <a16:creationId xmlns:a16="http://schemas.microsoft.com/office/drawing/2014/main" id="{E35CAFDF-0C6D-4BF3-AC29-9FDFF2E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62950"/>
            <a:ext cx="257175" cy="102870"/>
          </a:xfrm>
          <a:custGeom xmlns:a="http://schemas.openxmlformats.org/drawingml/2006/main">
            <a:pathLst>
              <a:path w="257175" h="102870">
                <a:moveTo>
                  <a:pt x="0" y="42863"/>
                </a:moveTo>
                <a:lnTo>
                  <a:pt x="128588" y="0"/>
                </a:lnTo>
                <a:lnTo>
                  <a:pt x="257175" y="51435"/>
                </a:lnTo>
                <a:lnTo>
                  <a:pt x="128588" y="10287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18-footer-logo-mid-gray">
            <a:extLst xmlns:a="http://schemas.openxmlformats.org/drawingml/2006/main">
              <a:ext uri="{FF2B5EF4-FFF2-40B4-BE49-F238E27FC236}">
                <a16:creationId xmlns:a16="http://schemas.microsoft.com/office/drawing/2014/main" id="{D0EEDAED-294C-469D-8E4C-04F6B576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14385"/>
            <a:ext cx="128588" cy="111443"/>
          </a:xfrm>
          <a:custGeom xmlns:a="http://schemas.openxmlformats.org/drawingml/2006/main">
            <a:pathLst>
              <a:path w="128588" h="111443">
                <a:moveTo>
                  <a:pt x="0" y="51435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111443"/>
                </a:lnTo>
                <a:close/>
              </a:path>
            </a:pathLst>
          </a:custGeom>
          <a:solidFill xmlns:a="http://schemas.openxmlformats.org/drawingml/2006/main">
            <a:srgbClr val="6F7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18-footer-logo-mid-black">
            <a:extLst xmlns:a="http://schemas.openxmlformats.org/drawingml/2006/main">
              <a:ext uri="{FF2B5EF4-FFF2-40B4-BE49-F238E27FC236}">
                <a16:creationId xmlns:a16="http://schemas.microsoft.com/office/drawing/2014/main" id="{2CAFD949-CC2A-4EE5-A3AC-81F18EAD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8414385"/>
            <a:ext cx="128588" cy="60008"/>
          </a:xfrm>
          <a:custGeom xmlns:a="http://schemas.openxmlformats.org/drawingml/2006/main">
            <a:pathLst>
              <a:path w="128588" h="60008">
                <a:moveTo>
                  <a:pt x="0" y="0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60008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18-footer-logo-lower-black">
            <a:extLst xmlns:a="http://schemas.openxmlformats.org/drawingml/2006/main">
              <a:ext uri="{FF2B5EF4-FFF2-40B4-BE49-F238E27FC236}">
                <a16:creationId xmlns:a16="http://schemas.microsoft.com/office/drawing/2014/main" id="{81E1B485-D32E-4EF9-B6D9-4825DAC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74393"/>
            <a:ext cx="128588" cy="111442"/>
          </a:xfrm>
          <a:custGeom xmlns:a="http://schemas.openxmlformats.org/drawingml/2006/main">
            <a:pathLst>
              <a:path w="128588" h="111442">
                <a:moveTo>
                  <a:pt x="0" y="51435"/>
                </a:moveTo>
                <a:lnTo>
                  <a:pt x="128588" y="0"/>
                </a:lnTo>
                <a:lnTo>
                  <a:pt x="128588" y="60007"/>
                </a:lnTo>
                <a:lnTo>
                  <a:pt x="0" y="111442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18-footer-logo-lower-red">
            <a:extLst xmlns:a="http://schemas.openxmlformats.org/drawingml/2006/main">
              <a:ext uri="{FF2B5EF4-FFF2-40B4-BE49-F238E27FC236}">
                <a16:creationId xmlns:a16="http://schemas.microsoft.com/office/drawing/2014/main" id="{CE6404C5-6E63-473F-B5CE-2F1AC663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3" y="8474393"/>
            <a:ext cx="128588" cy="111442"/>
          </a:xfrm>
          <a:custGeom xmlns:a="http://schemas.openxmlformats.org/drawingml/2006/main">
            <a:pathLst>
              <a:path w="128588" h="111442">
                <a:moveTo>
                  <a:pt x="0" y="0"/>
                </a:moveTo>
                <a:lnTo>
                  <a:pt x="128588" y="0"/>
                </a:lnTo>
                <a:lnTo>
                  <a:pt x="128588" y="60007"/>
                </a:lnTo>
                <a:lnTo>
                  <a:pt x="0" y="111442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18-footer-brand">
            <a:extLst xmlns:a="http://schemas.openxmlformats.org/drawingml/2006/main">
              <a:ext uri="{FF2B5EF4-FFF2-40B4-BE49-F238E27FC236}">
                <a16:creationId xmlns:a16="http://schemas.microsoft.com/office/drawing/2014/main" id="{331637B0-59D1-469F-8882-0E417656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63" name="d18-footer-divider">
            <a:extLst xmlns:a="http://schemas.openxmlformats.org/drawingml/2006/main">
              <a:ext uri="{FF2B5EF4-FFF2-40B4-BE49-F238E27FC236}">
                <a16:creationId xmlns:a16="http://schemas.microsoft.com/office/drawing/2014/main" id="{89B7F75B-2B41-436A-B721-B16E9E4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8305800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64" name="d18-footer-tagline-jp">
            <a:extLst xmlns:a="http://schemas.openxmlformats.org/drawingml/2006/main">
              <a:ext uri="{FF2B5EF4-FFF2-40B4-BE49-F238E27FC236}">
                <a16:creationId xmlns:a16="http://schemas.microsoft.com/office/drawing/2014/main" id="{27EBDEAA-CAB5-4304-A215-63D32B69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8305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65" name="d18-footer-tagline-en">
            <a:extLst xmlns:a="http://schemas.openxmlformats.org/drawingml/2006/main">
              <a:ext uri="{FF2B5EF4-FFF2-40B4-BE49-F238E27FC236}">
                <a16:creationId xmlns:a16="http://schemas.microsoft.com/office/drawing/2014/main" id="{5440C0BA-A464-4A91-AD77-59F8151E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8524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66" name="d18-footer-date">
            <a:extLst xmlns:a="http://schemas.openxmlformats.org/drawingml/2006/main">
              <a:ext uri="{FF2B5EF4-FFF2-40B4-BE49-F238E27FC236}">
                <a16:creationId xmlns:a16="http://schemas.microsoft.com/office/drawing/2014/main" id="{79AA5420-602E-4E0F-96EA-DBF768A3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915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67" name="d18-footer-date-rule">
            <a:extLst xmlns:a="http://schemas.openxmlformats.org/drawingml/2006/main">
              <a:ext uri="{FF2B5EF4-FFF2-40B4-BE49-F238E27FC236}">
                <a16:creationId xmlns:a16="http://schemas.microsoft.com/office/drawing/2014/main" id="{0FDD2C6A-569C-4550-B5BF-0F8FB962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6772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6296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2026-09-20T13:22:17.7680000Z</dcterms:created>
  <dcterms:modified xsi:type="dcterms:W3CDTF">2026-09-20T13:22:17.7680000Z</dcterms:modified>
</coreProperties>
</file>