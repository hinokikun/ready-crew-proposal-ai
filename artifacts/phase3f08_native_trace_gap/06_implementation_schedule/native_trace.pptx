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18aad262f948f1" /><Relationship Type="http://schemas.openxmlformats.org/officeDocument/2006/relationships/extended-properties" Target="/docProps/app.xml" Id="R7499ebc122464055" /><Relationship Type="http://schemas.openxmlformats.org/officeDocument/2006/relationships/officeDocument" Target="/ppt/presentation.xml" Id="R084390e8040e49c5" /></Relationships>
</file>

<file path=ppt/presentation.xml><?xml version="1.0" encoding="utf-8"?>
<p:presentation xmlns:p="http://schemas.openxmlformats.org/presentationml/2006/main">
  <p:sldMasterIdLst>
    <p:sldMasterId xmlns:r="http://schemas.openxmlformats.org/officeDocument/2006/relationships" id="2147483648" r:id="R158a215abcf142ba"/>
  </p:sldMasterIdLst>
  <p:notesMasterIdLst>
    <p:notesMasterId xmlns:r="http://schemas.openxmlformats.org/officeDocument/2006/relationships" r:id="R8c8db5754d804b5f"/>
  </p:notesMasterIdLst>
  <p:sldIdLst>
    <p:sldId xmlns:r="http://schemas.openxmlformats.org/officeDocument/2006/relationships" id="256" r:id="R97c7dfd78a1c478e"/>
  </p:sldIdLst>
  <p:sldSz cx="15925800" cy="89630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db9912dbcec40d1" /><Relationship Type="http://schemas.openxmlformats.org/officeDocument/2006/relationships/slideMaster" Target="/ppt/slideMasters/slideMaster1.xml" Id="R158a215abcf142ba" /><Relationship Type="http://schemas.openxmlformats.org/officeDocument/2006/relationships/notesMaster" Target="/ppt/notesMasters/notesMaster1.xml" Id="R8c8db5754d804b5f" /><Relationship Type="http://schemas.openxmlformats.org/officeDocument/2006/relationships/presProps" Target="/ppt/presProps.xml" Id="Rf3c5f031314e428a" /><Relationship Type="http://schemas.openxmlformats.org/officeDocument/2006/relationships/tableStyles" Target="/ppt/tableStyles.xml" Id="R11653cc34ebb46a4" /><Relationship Type="http://schemas.openxmlformats.org/officeDocument/2006/relationships/slide" Target="/ppt/slides/slide1.xml" Id="R97c7dfd78a1c47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70968867e94f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68a05eaa6d4b24" /><Relationship Type="http://schemas.openxmlformats.org/officeDocument/2006/relationships/notesMaster" Target="/ppt/notesMasters/notesMaster1.xml" Id="Rc3ac191e280242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Trace sample implementation steps, durations, milestones, and success points are reproduced from the approved Canonical PNG for fidelity validation only. They are not verified production facts. Production must use structured implementation-plan data and provenance; unknown dates, owners, and milestones must remain clearly marked.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57d48abd7c44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a750fd99814946" /><Relationship Type="http://schemas.openxmlformats.org/officeDocument/2006/relationships/slideLayout" Target="/ppt/slideLayouts/slideLayout1.xml" Id="R6a5d4b6404bb46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5d4b6404bb46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14265f5c92498a" /><Relationship Type="http://schemas.openxmlformats.org/officeDocument/2006/relationships/notesSlide" Target="/ppt/notesSlides/notesSlide1.xml" Id="R5dcf06c9cf874b2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6" name="header-section-number">
            <a:extLst xmlns:a="http://schemas.openxmlformats.org/drawingml/2006/main">
              <a:ext uri="{FF2B5EF4-FFF2-40B4-BE49-F238E27FC236}">
                <a16:creationId xmlns:a16="http://schemas.microsoft.com/office/drawing/2014/main" id="{25683070-34CA-468B-AC4C-5C70F305C392}"/>
              </a:ext>
            </a:extLst>
          </p:cNvPr>
          <p:cNvSpPr>
            <a:spLocks xmlns:a="http://schemas.openxmlformats.org/drawingml/2006/main" noGrp="1"/>
          </p:cNvSpPr>
          <p:nvPr/>
        </p:nvSpPr>
        <p:spPr>
          <a:xfrm xmlns:a="http://schemas.openxmlformats.org/drawingml/2006/main">
            <a:off x="352425" y="142875"/>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100000"/>
          </a:bodyPr>
          <a:lstStyle xmlns:a="http://schemas.openxmlformats.org/drawingml/2006/main"/>
          <a:p xmlns:a="http://schemas.openxmlformats.org/drawingml/2006/main">
            <a:pPr algn="ctr">
              <a:buNone/>
              <a:defRPr sz="1350" b="1">
                <a:solidFill>
                  <a:srgbClr val="F52323"/>
                </a:solidFill>
                <a:latin typeface="Yu Gothic"/>
                <a:ea typeface="Yu Gothic"/>
                <a:cs typeface="Yu Gothic"/>
              </a:defRPr>
            </a:pPr>
            <a:r>
              <a:rPr sz="1350" b="1">
                <a:solidFill>
                  <a:srgbClr val="F52323"/>
                </a:solidFill>
                <a:latin typeface="Yu Gothic"/>
                <a:ea typeface="Yu Gothic"/>
                <a:cs typeface="Yu Gothic"/>
              </a:rPr>
              <a:t>10</a:t>
            </a:r>
          </a:p>
        </p:txBody>
      </p:sp>
      <p:sp>
        <p:nvSpPr>
          <p:cNvPr id="2" name="">
            <a:extLst xmlns:a="http://schemas.openxmlformats.org/drawingml/2006/main">
              <a:ext uri="{FF2B5EF4-FFF2-40B4-BE49-F238E27FC236}">
                <a16:creationId xmlns:a16="http://schemas.microsoft.com/office/drawing/2014/main" id="{1D53ACD9-891B-481B-8087-7067690C6265}"/>
              </a:ext>
            </a:extLst>
          </p:cNvPr>
          <p:cNvSpPr>
            <a:spLocks xmlns:a="http://schemas.openxmlformats.org/drawingml/2006/main" noGrp="1"/>
          </p:cNvSpPr>
          <p:nvPr/>
        </p:nvSpPr>
        <p:spPr>
          <a:xfrm xmlns:a="http://schemas.openxmlformats.org/drawingml/2006/main" rot="5400000">
            <a:off x="790575" y="152400"/>
            <a:ext cx="257175" cy="9525"/>
          </a:xfrm>
          <a:prstGeom xmlns:a="http://schemas.openxmlformats.org/drawingml/2006/main" prst="line">
            <a:avLst/>
          </a:prstGeom>
          <a:noFill xmlns:a="http://schemas.openxmlformats.org/drawingml/2006/main"/>
          <a:ln xmlns:a="http://schemas.openxmlformats.org/drawingml/2006/main" w="19050">
            <a:solidFill>
              <a:srgbClr val="F52323"/>
            </a:solidFill>
            <a:prstDash val="solid"/>
          </a:ln>
        </p:spPr>
      </p:sp>
      <p:sp>
        <p:nvSpPr>
          <p:cNvPr id="3" name="header-label">
            <a:extLst xmlns:a="http://schemas.openxmlformats.org/drawingml/2006/main">
              <a:ext uri="{FF2B5EF4-FFF2-40B4-BE49-F238E27FC236}">
                <a16:creationId xmlns:a16="http://schemas.microsoft.com/office/drawing/2014/main" id="{ADE3BE32-2241-4A19-B5F8-AEC89FF646FA}"/>
              </a:ext>
            </a:extLst>
          </p:cNvPr>
          <p:cNvSpPr>
            <a:spLocks xmlns:a="http://schemas.openxmlformats.org/drawingml/2006/main" noGrp="1"/>
          </p:cNvSpPr>
          <p:nvPr/>
        </p:nvSpPr>
        <p:spPr>
          <a:xfrm xmlns:a="http://schemas.openxmlformats.org/drawingml/2006/main">
            <a:off x="1000125" y="1428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ご提案内容</a:t>
            </a:r>
          </a:p>
        </p:txBody>
      </p:sp>
      <p:sp>
        <p:nvSpPr>
          <p:cNvPr id="4" name="header-date">
            <a:extLst xmlns:a="http://schemas.openxmlformats.org/drawingml/2006/main">
              <a:ext uri="{FF2B5EF4-FFF2-40B4-BE49-F238E27FC236}">
                <a16:creationId xmlns:a16="http://schemas.microsoft.com/office/drawing/2014/main" id="{20B0BC7A-3236-4330-B354-B913EB51D3DC}"/>
              </a:ext>
            </a:extLst>
          </p:cNvPr>
          <p:cNvSpPr>
            <a:spLocks xmlns:a="http://schemas.openxmlformats.org/drawingml/2006/main" noGrp="1"/>
          </p:cNvSpPr>
          <p:nvPr/>
        </p:nvSpPr>
        <p:spPr>
          <a:xfrm xmlns:a="http://schemas.openxmlformats.org/drawingml/2006/main">
            <a:off x="14239875" y="1143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4444"/>
          </a:bodyPr>
          <a:lstStyle xmlns:a="http://schemas.openxmlformats.org/drawingml/2006/main"/>
          <a:p xmlns:a="http://schemas.openxmlformats.org/drawingml/2006/main">
            <a:pPr algn="r">
              <a:buNone/>
              <a:defRPr sz="1350">
                <a:solidFill>
                  <a:srgbClr val="111111"/>
                </a:solidFill>
                <a:latin typeface="Yu Gothic"/>
                <a:ea typeface="Yu Gothic"/>
                <a:cs typeface="Yu Gothic"/>
              </a:defRPr>
            </a:pPr>
            <a:r>
              <a:rPr sz="1350">
                <a:solidFill>
                  <a:srgbClr val="111111"/>
                </a:solidFill>
                <a:latin typeface="Yu Gothic"/>
                <a:ea typeface="Yu Gothic"/>
                <a:cs typeface="Yu Gothic"/>
              </a:rPr>
              <a:t>2026.06.22</a:t>
            </a:r>
          </a:p>
        </p:txBody>
      </p:sp>
      <p:sp>
        <p:nvSpPr>
          <p:cNvPr id="5" name="header-red-rule">
            <a:extLst xmlns:a="http://schemas.openxmlformats.org/drawingml/2006/main">
              <a:ext uri="{FF2B5EF4-FFF2-40B4-BE49-F238E27FC236}">
                <a16:creationId xmlns:a16="http://schemas.microsoft.com/office/drawing/2014/main" id="{3A262097-6591-45CB-B491-BBB5D55A62C2}"/>
              </a:ext>
            </a:extLst>
          </p:cNvPr>
          <p:cNvSpPr>
            <a:spLocks xmlns:a="http://schemas.openxmlformats.org/drawingml/2006/main" noGrp="1"/>
          </p:cNvSpPr>
          <p:nvPr/>
        </p:nvSpPr>
        <p:spPr>
          <a:xfrm xmlns:a="http://schemas.openxmlformats.org/drawingml/2006/main" rot="0">
            <a:off x="352425" y="466725"/>
            <a:ext cx="7620000" cy="9525"/>
          </a:xfrm>
          <a:prstGeom xmlns:a="http://schemas.openxmlformats.org/drawingml/2006/main" prst="line">
            <a:avLst/>
          </a:prstGeom>
          <a:noFill xmlns:a="http://schemas.openxmlformats.org/drawingml/2006/main"/>
          <a:ln xmlns:a="http://schemas.openxmlformats.org/drawingml/2006/main" w="38100">
            <a:solidFill>
              <a:srgbClr val="F52323"/>
            </a:solidFill>
            <a:prstDash val="solid"/>
          </a:ln>
        </p:spPr>
      </p:sp>
      <p:sp>
        <p:nvSpPr>
          <p:cNvPr id="6" name="header-black-rule">
            <a:extLst xmlns:a="http://schemas.openxmlformats.org/drawingml/2006/main">
              <a:ext uri="{FF2B5EF4-FFF2-40B4-BE49-F238E27FC236}">
                <a16:creationId xmlns:a16="http://schemas.microsoft.com/office/drawing/2014/main" id="{5596EA23-248B-445F-A544-6BE86DD6E538}"/>
              </a:ext>
            </a:extLst>
          </p:cNvPr>
          <p:cNvSpPr>
            <a:spLocks xmlns:a="http://schemas.openxmlformats.org/drawingml/2006/main" noGrp="1"/>
          </p:cNvSpPr>
          <p:nvPr/>
        </p:nvSpPr>
        <p:spPr>
          <a:xfrm xmlns:a="http://schemas.openxmlformats.org/drawingml/2006/main" rot="0">
            <a:off x="7972425" y="466725"/>
            <a:ext cx="7610475"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7" name="slide-title">
            <a:extLst xmlns:a="http://schemas.openxmlformats.org/drawingml/2006/main">
              <a:ext uri="{FF2B5EF4-FFF2-40B4-BE49-F238E27FC236}">
                <a16:creationId xmlns:a16="http://schemas.microsoft.com/office/drawing/2014/main" id="{9A5CC447-4610-4D5F-9868-9656E0E8D98E}"/>
              </a:ext>
            </a:extLst>
          </p:cNvPr>
          <p:cNvSpPr>
            <a:spLocks xmlns:a="http://schemas.openxmlformats.org/drawingml/2006/main" noGrp="1"/>
          </p:cNvSpPr>
          <p:nvPr/>
        </p:nvSpPr>
        <p:spPr>
          <a:xfrm xmlns:a="http://schemas.openxmlformats.org/drawingml/2006/main">
            <a:off x="371475" y="742950"/>
            <a:ext cx="600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4058"/>
          </a:bodyPr>
          <a:lstStyle xmlns:a="http://schemas.openxmlformats.org/drawingml/2006/main"/>
          <a:p xmlns:a="http://schemas.openxmlformats.org/drawingml/2006/main">
            <a:pPr>
              <a:buNone/>
              <a:defRPr sz="3450" b="1">
                <a:solidFill>
                  <a:srgbClr val="111111"/>
                </a:solidFill>
                <a:latin typeface="Yu Gothic"/>
                <a:ea typeface="Yu Gothic"/>
                <a:cs typeface="Yu Gothic"/>
              </a:defRPr>
            </a:pPr>
            <a:r>
              <a:rPr sz="3450" b="1">
                <a:solidFill>
                  <a:srgbClr val="111111"/>
                </a:solidFill>
                <a:latin typeface="Yu Gothic"/>
                <a:ea typeface="Yu Gothic"/>
                <a:cs typeface="Yu Gothic"/>
              </a:rPr>
              <a:t>導入ステップとスケジュール</a:t>
            </a:r>
          </a:p>
        </p:txBody>
      </p:sp>
      <p:sp>
        <p:nvSpPr>
          <p:cNvPr id="8" name="slide-subtitle">
            <a:extLst xmlns:a="http://schemas.openxmlformats.org/drawingml/2006/main">
              <a:ext uri="{FF2B5EF4-FFF2-40B4-BE49-F238E27FC236}">
                <a16:creationId xmlns:a16="http://schemas.microsoft.com/office/drawing/2014/main" id="{9764C730-4E5A-4A50-9402-6044EDD28C6D}"/>
              </a:ext>
            </a:extLst>
          </p:cNvPr>
          <p:cNvSpPr>
            <a:spLocks xmlns:a="http://schemas.openxmlformats.org/drawingml/2006/main" noGrp="1"/>
          </p:cNvSpPr>
          <p:nvPr/>
        </p:nvSpPr>
        <p:spPr>
          <a:xfrm xmlns:a="http://schemas.openxmlformats.org/drawingml/2006/main">
            <a:off x="371475" y="1381125"/>
            <a:ext cx="942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95652"/>
          </a:bodyPr>
          <a:lstStyle xmlns:a="http://schemas.openxmlformats.org/drawingml/2006/main"/>
          <a:p xmlns:a="http://schemas.openxmlformats.org/drawingml/2006/main">
            <a:pPr>
              <a:buNone/>
              <a:defRPr sz="1725">
                <a:solidFill>
                  <a:srgbClr val="111111"/>
                </a:solidFill>
                <a:latin typeface="Yu Gothic"/>
                <a:ea typeface="Yu Gothic"/>
                <a:cs typeface="Yu Gothic"/>
              </a:defRPr>
            </a:pPr>
            <a:r>
              <a:rPr sz="1725">
                <a:solidFill>
                  <a:srgbClr val="111111"/>
                </a:solidFill>
                <a:latin typeface="Yu Gothic"/>
                <a:ea typeface="Yu Gothic"/>
                <a:cs typeface="Yu Gothic"/>
              </a:rPr>
              <a:t>段階的な導入により、リスクを抑えながら、着実に成果を創出します。</a:t>
            </a:r>
          </a:p>
        </p:txBody>
      </p:sp>
      <p:sp>
        <p:nvSpPr>
          <p:cNvPr id="9" name="step-chevron-1">
            <a:extLst xmlns:a="http://schemas.openxmlformats.org/drawingml/2006/main">
              <a:ext uri="{FF2B5EF4-FFF2-40B4-BE49-F238E27FC236}">
                <a16:creationId xmlns:a16="http://schemas.microsoft.com/office/drawing/2014/main" id="{61BF1353-09BB-4488-A1FE-5B9131215916}"/>
              </a:ext>
            </a:extLst>
          </p:cNvPr>
          <p:cNvSpPr>
            <a:spLocks xmlns:a="http://schemas.openxmlformats.org/drawingml/2006/main" noGrp="1"/>
          </p:cNvSpPr>
          <p:nvPr/>
        </p:nvSpPr>
        <p:spPr>
          <a:xfrm xmlns:a="http://schemas.openxmlformats.org/drawingml/2006/main">
            <a:off x="352425" y="1838325"/>
            <a:ext cx="3048000" cy="733425"/>
          </a:xfrm>
          <a:custGeom xmlns:a="http://schemas.openxmlformats.org/drawingml/2006/main">
            <a:pathLst>
              <a:path w="3048000" h="733425">
                <a:moveTo>
                  <a:pt x="0" y="0"/>
                </a:moveTo>
                <a:lnTo>
                  <a:pt x="2762250" y="0"/>
                </a:lnTo>
                <a:lnTo>
                  <a:pt x="3048000" y="361950"/>
                </a:lnTo>
                <a:lnTo>
                  <a:pt x="2762250" y="733425"/>
                </a:lnTo>
                <a:lnTo>
                  <a:pt x="0" y="733425"/>
                </a:lnTo>
                <a:close/>
              </a:path>
            </a:pathLst>
          </a:custGeom>
          <a:solidFill xmlns:a="http://schemas.openxmlformats.org/drawingml/2006/main">
            <a:srgbClr val="FDEBEC"/>
          </a:solidFill>
          <a:ln xmlns:a="http://schemas.openxmlformats.org/drawingml/2006/main" w="0">
            <a:noFill/>
            <a:prstDash val="solid"/>
          </a:ln>
        </p:spPr>
      </p:sp>
      <p:sp>
        <p:nvSpPr>
          <p:cNvPr id="10" name="step-title-1">
            <a:extLst xmlns:a="http://schemas.openxmlformats.org/drawingml/2006/main">
              <a:ext uri="{FF2B5EF4-FFF2-40B4-BE49-F238E27FC236}">
                <a16:creationId xmlns:a16="http://schemas.microsoft.com/office/drawing/2014/main" id="{5B1FB33D-6395-4BED-BDB4-AC8DB84E0A4B}"/>
              </a:ext>
            </a:extLst>
          </p:cNvPr>
          <p:cNvSpPr>
            <a:spLocks xmlns:a="http://schemas.openxmlformats.org/drawingml/2006/main" noGrp="1"/>
          </p:cNvSpPr>
          <p:nvPr/>
        </p:nvSpPr>
        <p:spPr>
          <a:xfrm xmlns:a="http://schemas.openxmlformats.org/drawingml/2006/main">
            <a:off x="695325" y="1914525"/>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3125"/>
          </a:bodyPr>
          <a:lstStyle xmlns:a="http://schemas.openxmlformats.org/drawingml/2006/main"/>
          <a:p xmlns:a="http://schemas.openxmlformats.org/drawingml/2006/main">
            <a:pPr algn="ctr">
              <a:buNone/>
              <a:defRPr sz="1800" b="1">
                <a:solidFill>
                  <a:srgbClr val="111111"/>
                </a:solidFill>
                <a:latin typeface="Yu Gothic"/>
                <a:ea typeface="Yu Gothic"/>
                <a:cs typeface="Yu Gothic"/>
              </a:defRPr>
            </a:pPr>
            <a:r>
              <a:rPr sz="2400" b="1">
                <a:solidFill>
                  <a:srgbClr val="111111"/>
                </a:solidFill>
                <a:latin typeface="Yu Gothic"/>
                <a:ea typeface="Yu Gothic"/>
                <a:cs typeface="Yu Gothic"/>
              </a:rPr>
              <a:t>1. 企画・設計</a:t>
            </a:r>
          </a:p>
        </p:txBody>
      </p:sp>
      <p:sp>
        <p:nvSpPr>
          <p:cNvPr id="11" name="step-period-1">
            <a:extLst xmlns:a="http://schemas.openxmlformats.org/drawingml/2006/main">
              <a:ext uri="{FF2B5EF4-FFF2-40B4-BE49-F238E27FC236}">
                <a16:creationId xmlns:a16="http://schemas.microsoft.com/office/drawing/2014/main" id="{1B11FB07-B014-4CA7-9C09-E91C66DBAED8}"/>
              </a:ext>
            </a:extLst>
          </p:cNvPr>
          <p:cNvSpPr>
            <a:spLocks xmlns:a="http://schemas.openxmlformats.org/drawingml/2006/main" noGrp="1"/>
          </p:cNvSpPr>
          <p:nvPr/>
        </p:nvSpPr>
        <p:spPr>
          <a:xfrm xmlns:a="http://schemas.openxmlformats.org/drawingml/2006/main">
            <a:off x="733425" y="2257425"/>
            <a:ext cx="2343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5833"/>
          </a:bodyPr>
          <a:lstStyle xmlns:a="http://schemas.openxmlformats.org/drawingml/2006/main"/>
          <a:p xmlns:a="http://schemas.openxmlformats.org/drawingml/2006/main">
            <a:pPr algn="ctr">
              <a:buNone/>
              <a:defRPr sz="1425" b="1">
                <a:solidFill>
                  <a:srgbClr val="111111"/>
                </a:solidFill>
                <a:latin typeface="Yu Gothic"/>
                <a:ea typeface="Yu Gothic"/>
                <a:cs typeface="Yu Gothic"/>
              </a:defRPr>
            </a:pPr>
            <a:r>
              <a:rPr sz="2100" b="1">
                <a:solidFill>
                  <a:srgbClr val="111111"/>
                </a:solidFill>
                <a:latin typeface="Yu Gothic"/>
                <a:ea typeface="Yu Gothic"/>
                <a:cs typeface="Yu Gothic"/>
              </a:rPr>
              <a:t>(1ヶ月)</a:t>
            </a:r>
          </a:p>
        </p:txBody>
      </p:sp>
      <p:sp>
        <p:nvSpPr>
          <p:cNvPr id="12" name="step-chevron-2">
            <a:extLst xmlns:a="http://schemas.openxmlformats.org/drawingml/2006/main">
              <a:ext uri="{FF2B5EF4-FFF2-40B4-BE49-F238E27FC236}">
                <a16:creationId xmlns:a16="http://schemas.microsoft.com/office/drawing/2014/main" id="{EC8E7D38-0937-4D59-9A31-BAF848D88DE2}"/>
              </a:ext>
            </a:extLst>
          </p:cNvPr>
          <p:cNvSpPr>
            <a:spLocks xmlns:a="http://schemas.openxmlformats.org/drawingml/2006/main" noGrp="1"/>
          </p:cNvSpPr>
          <p:nvPr/>
        </p:nvSpPr>
        <p:spPr>
          <a:xfrm xmlns:a="http://schemas.openxmlformats.org/drawingml/2006/main">
            <a:off x="3390900" y="1838325"/>
            <a:ext cx="3048000" cy="733425"/>
          </a:xfrm>
          <a:custGeom xmlns:a="http://schemas.openxmlformats.org/drawingml/2006/main">
            <a:pathLst>
              <a:path w="3048000" h="733425">
                <a:moveTo>
                  <a:pt x="0" y="0"/>
                </a:moveTo>
                <a:lnTo>
                  <a:pt x="2762250" y="0"/>
                </a:lnTo>
                <a:lnTo>
                  <a:pt x="3048000" y="361950"/>
                </a:lnTo>
                <a:lnTo>
                  <a:pt x="2762250" y="733425"/>
                </a:lnTo>
                <a:lnTo>
                  <a:pt x="0" y="733425"/>
                </a:lnTo>
                <a:lnTo>
                  <a:pt x="285750" y="361950"/>
                </a:lnTo>
                <a:close/>
              </a:path>
            </a:pathLst>
          </a:custGeom>
          <a:solidFill xmlns:a="http://schemas.openxmlformats.org/drawingml/2006/main">
            <a:srgbClr val="F9D7D7"/>
          </a:solidFill>
          <a:ln xmlns:a="http://schemas.openxmlformats.org/drawingml/2006/main" w="0">
            <a:noFill/>
            <a:prstDash val="solid"/>
          </a:ln>
        </p:spPr>
      </p:sp>
      <p:sp>
        <p:nvSpPr>
          <p:cNvPr id="13" name="step-title-2">
            <a:extLst xmlns:a="http://schemas.openxmlformats.org/drawingml/2006/main">
              <a:ext uri="{FF2B5EF4-FFF2-40B4-BE49-F238E27FC236}">
                <a16:creationId xmlns:a16="http://schemas.microsoft.com/office/drawing/2014/main" id="{358D0F22-BDD7-4D03-BE1B-B0D24DA3D051}"/>
              </a:ext>
            </a:extLst>
          </p:cNvPr>
          <p:cNvSpPr>
            <a:spLocks xmlns:a="http://schemas.openxmlformats.org/drawingml/2006/main" noGrp="1"/>
          </p:cNvSpPr>
          <p:nvPr/>
        </p:nvSpPr>
        <p:spPr>
          <a:xfrm xmlns:a="http://schemas.openxmlformats.org/drawingml/2006/main">
            <a:off x="3733800" y="1914525"/>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3125"/>
          </a:bodyPr>
          <a:lstStyle xmlns:a="http://schemas.openxmlformats.org/drawingml/2006/main"/>
          <a:p xmlns:a="http://schemas.openxmlformats.org/drawingml/2006/main">
            <a:pPr algn="ctr">
              <a:buNone/>
              <a:defRPr sz="1800" b="1">
                <a:solidFill>
                  <a:srgbClr val="111111"/>
                </a:solidFill>
                <a:latin typeface="Yu Gothic"/>
                <a:ea typeface="Yu Gothic"/>
                <a:cs typeface="Yu Gothic"/>
              </a:defRPr>
            </a:pPr>
            <a:r>
              <a:rPr sz="2400" b="1">
                <a:solidFill>
                  <a:srgbClr val="111111"/>
                </a:solidFill>
                <a:latin typeface="Yu Gothic"/>
                <a:ea typeface="Yu Gothic"/>
                <a:cs typeface="Yu Gothic"/>
              </a:rPr>
              <a:t>2. 環境構築</a:t>
            </a:r>
          </a:p>
        </p:txBody>
      </p:sp>
      <p:sp>
        <p:nvSpPr>
          <p:cNvPr id="14" name="step-period-2">
            <a:extLst xmlns:a="http://schemas.openxmlformats.org/drawingml/2006/main">
              <a:ext uri="{FF2B5EF4-FFF2-40B4-BE49-F238E27FC236}">
                <a16:creationId xmlns:a16="http://schemas.microsoft.com/office/drawing/2014/main" id="{3FCCC7A7-8CAB-431F-BAFB-F8D08C5FE529}"/>
              </a:ext>
            </a:extLst>
          </p:cNvPr>
          <p:cNvSpPr>
            <a:spLocks xmlns:a="http://schemas.openxmlformats.org/drawingml/2006/main" noGrp="1"/>
          </p:cNvSpPr>
          <p:nvPr/>
        </p:nvSpPr>
        <p:spPr>
          <a:xfrm xmlns:a="http://schemas.openxmlformats.org/drawingml/2006/main">
            <a:off x="3771900" y="2257425"/>
            <a:ext cx="2343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5833"/>
          </a:bodyPr>
          <a:lstStyle xmlns:a="http://schemas.openxmlformats.org/drawingml/2006/main"/>
          <a:p xmlns:a="http://schemas.openxmlformats.org/drawingml/2006/main">
            <a:pPr algn="ctr">
              <a:buNone/>
              <a:defRPr sz="1425" b="1">
                <a:solidFill>
                  <a:srgbClr val="111111"/>
                </a:solidFill>
                <a:latin typeface="Yu Gothic"/>
                <a:ea typeface="Yu Gothic"/>
                <a:cs typeface="Yu Gothic"/>
              </a:defRPr>
            </a:pPr>
            <a:r>
              <a:rPr sz="2100" b="1">
                <a:solidFill>
                  <a:srgbClr val="111111"/>
                </a:solidFill>
                <a:latin typeface="Yu Gothic"/>
                <a:ea typeface="Yu Gothic"/>
                <a:cs typeface="Yu Gothic"/>
              </a:rPr>
              <a:t>(1〜2ヶ月)</a:t>
            </a:r>
          </a:p>
        </p:txBody>
      </p:sp>
      <p:sp>
        <p:nvSpPr>
          <p:cNvPr id="15" name="step-chevron-3">
            <a:extLst xmlns:a="http://schemas.openxmlformats.org/drawingml/2006/main">
              <a:ext uri="{FF2B5EF4-FFF2-40B4-BE49-F238E27FC236}">
                <a16:creationId xmlns:a16="http://schemas.microsoft.com/office/drawing/2014/main" id="{973C70B4-94D4-4191-9205-76007BE035B4}"/>
              </a:ext>
            </a:extLst>
          </p:cNvPr>
          <p:cNvSpPr>
            <a:spLocks xmlns:a="http://schemas.openxmlformats.org/drawingml/2006/main" noGrp="1"/>
          </p:cNvSpPr>
          <p:nvPr/>
        </p:nvSpPr>
        <p:spPr>
          <a:xfrm xmlns:a="http://schemas.openxmlformats.org/drawingml/2006/main">
            <a:off x="6429375" y="1838325"/>
            <a:ext cx="3048000" cy="733425"/>
          </a:xfrm>
          <a:custGeom xmlns:a="http://schemas.openxmlformats.org/drawingml/2006/main">
            <a:pathLst>
              <a:path w="3048000" h="733425">
                <a:moveTo>
                  <a:pt x="0" y="0"/>
                </a:moveTo>
                <a:lnTo>
                  <a:pt x="2762250" y="0"/>
                </a:lnTo>
                <a:lnTo>
                  <a:pt x="3048000" y="361950"/>
                </a:lnTo>
                <a:lnTo>
                  <a:pt x="2762250" y="733425"/>
                </a:lnTo>
                <a:lnTo>
                  <a:pt x="0" y="733425"/>
                </a:lnTo>
                <a:lnTo>
                  <a:pt x="285750" y="361950"/>
                </a:lnTo>
                <a:close/>
              </a:path>
            </a:pathLst>
          </a:custGeom>
          <a:solidFill xmlns:a="http://schemas.openxmlformats.org/drawingml/2006/main">
            <a:srgbClr val="F5B9B9"/>
          </a:solidFill>
          <a:ln xmlns:a="http://schemas.openxmlformats.org/drawingml/2006/main" w="0">
            <a:noFill/>
            <a:prstDash val="solid"/>
          </a:ln>
        </p:spPr>
      </p:sp>
      <p:sp>
        <p:nvSpPr>
          <p:cNvPr id="16" name="step-title-3">
            <a:extLst xmlns:a="http://schemas.openxmlformats.org/drawingml/2006/main">
              <a:ext uri="{FF2B5EF4-FFF2-40B4-BE49-F238E27FC236}">
                <a16:creationId xmlns:a16="http://schemas.microsoft.com/office/drawing/2014/main" id="{630C47ED-0E99-44EF-BDAF-871F3C2690EF}"/>
              </a:ext>
            </a:extLst>
          </p:cNvPr>
          <p:cNvSpPr>
            <a:spLocks xmlns:a="http://schemas.openxmlformats.org/drawingml/2006/main" noGrp="1"/>
          </p:cNvSpPr>
          <p:nvPr/>
        </p:nvSpPr>
        <p:spPr>
          <a:xfrm xmlns:a="http://schemas.openxmlformats.org/drawingml/2006/main">
            <a:off x="6772275" y="1914525"/>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3125"/>
          </a:bodyPr>
          <a:lstStyle xmlns:a="http://schemas.openxmlformats.org/drawingml/2006/main"/>
          <a:p xmlns:a="http://schemas.openxmlformats.org/drawingml/2006/main">
            <a:pPr algn="ctr">
              <a:buNone/>
              <a:defRPr sz="1800" b="1">
                <a:solidFill>
                  <a:srgbClr val="111111"/>
                </a:solidFill>
                <a:latin typeface="Yu Gothic"/>
                <a:ea typeface="Yu Gothic"/>
                <a:cs typeface="Yu Gothic"/>
              </a:defRPr>
            </a:pPr>
            <a:r>
              <a:rPr sz="2400" b="1">
                <a:solidFill>
                  <a:srgbClr val="111111"/>
                </a:solidFill>
                <a:latin typeface="Yu Gothic"/>
                <a:ea typeface="Yu Gothic"/>
                <a:cs typeface="Yu Gothic"/>
              </a:rPr>
              <a:t>3. トライアル運用</a:t>
            </a:r>
          </a:p>
        </p:txBody>
      </p:sp>
      <p:sp>
        <p:nvSpPr>
          <p:cNvPr id="17" name="step-period-3">
            <a:extLst xmlns:a="http://schemas.openxmlformats.org/drawingml/2006/main">
              <a:ext uri="{FF2B5EF4-FFF2-40B4-BE49-F238E27FC236}">
                <a16:creationId xmlns:a16="http://schemas.microsoft.com/office/drawing/2014/main" id="{39B56956-7C89-408F-97CF-B01E66A00A65}"/>
              </a:ext>
            </a:extLst>
          </p:cNvPr>
          <p:cNvSpPr>
            <a:spLocks xmlns:a="http://schemas.openxmlformats.org/drawingml/2006/main" noGrp="1"/>
          </p:cNvSpPr>
          <p:nvPr/>
        </p:nvSpPr>
        <p:spPr>
          <a:xfrm xmlns:a="http://schemas.openxmlformats.org/drawingml/2006/main">
            <a:off x="6810375" y="2257425"/>
            <a:ext cx="2343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5833"/>
          </a:bodyPr>
          <a:lstStyle xmlns:a="http://schemas.openxmlformats.org/drawingml/2006/main"/>
          <a:p xmlns:a="http://schemas.openxmlformats.org/drawingml/2006/main">
            <a:pPr algn="ctr">
              <a:buNone/>
              <a:defRPr sz="1425" b="1">
                <a:solidFill>
                  <a:srgbClr val="111111"/>
                </a:solidFill>
                <a:latin typeface="Yu Gothic"/>
                <a:ea typeface="Yu Gothic"/>
                <a:cs typeface="Yu Gothic"/>
              </a:defRPr>
            </a:pPr>
            <a:r>
              <a:rPr sz="2100" b="1">
                <a:solidFill>
                  <a:srgbClr val="111111"/>
                </a:solidFill>
                <a:latin typeface="Yu Gothic"/>
                <a:ea typeface="Yu Gothic"/>
                <a:cs typeface="Yu Gothic"/>
              </a:rPr>
              <a:t>(2〜3ヶ月)</a:t>
            </a:r>
          </a:p>
        </p:txBody>
      </p:sp>
      <p:sp>
        <p:nvSpPr>
          <p:cNvPr id="18" name="step-chevron-4">
            <a:extLst xmlns:a="http://schemas.openxmlformats.org/drawingml/2006/main">
              <a:ext uri="{FF2B5EF4-FFF2-40B4-BE49-F238E27FC236}">
                <a16:creationId xmlns:a16="http://schemas.microsoft.com/office/drawing/2014/main" id="{021905EC-5B9C-4262-BF47-436FF7E8F30B}"/>
              </a:ext>
            </a:extLst>
          </p:cNvPr>
          <p:cNvSpPr>
            <a:spLocks xmlns:a="http://schemas.openxmlformats.org/drawingml/2006/main" noGrp="1"/>
          </p:cNvSpPr>
          <p:nvPr/>
        </p:nvSpPr>
        <p:spPr>
          <a:xfrm xmlns:a="http://schemas.openxmlformats.org/drawingml/2006/main">
            <a:off x="9477375" y="1838325"/>
            <a:ext cx="3048000" cy="733425"/>
          </a:xfrm>
          <a:custGeom xmlns:a="http://schemas.openxmlformats.org/drawingml/2006/main">
            <a:pathLst>
              <a:path w="3048000" h="733425">
                <a:moveTo>
                  <a:pt x="0" y="0"/>
                </a:moveTo>
                <a:lnTo>
                  <a:pt x="2762250" y="0"/>
                </a:lnTo>
                <a:lnTo>
                  <a:pt x="3048000" y="361950"/>
                </a:lnTo>
                <a:lnTo>
                  <a:pt x="2762250" y="733425"/>
                </a:lnTo>
                <a:lnTo>
                  <a:pt x="0" y="733425"/>
                </a:lnTo>
                <a:lnTo>
                  <a:pt x="285750" y="361950"/>
                </a:lnTo>
                <a:close/>
              </a:path>
            </a:pathLst>
          </a:custGeom>
          <a:solidFill xmlns:a="http://schemas.openxmlformats.org/drawingml/2006/main">
            <a:srgbClr val="EE7474"/>
          </a:solidFill>
          <a:ln xmlns:a="http://schemas.openxmlformats.org/drawingml/2006/main" w="0">
            <a:noFill/>
            <a:prstDash val="solid"/>
          </a:ln>
        </p:spPr>
      </p:sp>
      <p:sp>
        <p:nvSpPr>
          <p:cNvPr id="19" name="step-title-4">
            <a:extLst xmlns:a="http://schemas.openxmlformats.org/drawingml/2006/main">
              <a:ext uri="{FF2B5EF4-FFF2-40B4-BE49-F238E27FC236}">
                <a16:creationId xmlns:a16="http://schemas.microsoft.com/office/drawing/2014/main" id="{215A6B5B-E8BC-4A13-BDAD-0EDB605C206C}"/>
              </a:ext>
            </a:extLst>
          </p:cNvPr>
          <p:cNvSpPr>
            <a:spLocks xmlns:a="http://schemas.openxmlformats.org/drawingml/2006/main" noGrp="1"/>
          </p:cNvSpPr>
          <p:nvPr/>
        </p:nvSpPr>
        <p:spPr>
          <a:xfrm xmlns:a="http://schemas.openxmlformats.org/drawingml/2006/main">
            <a:off x="9820275" y="1914525"/>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3125"/>
          </a:bodyPr>
          <a:lstStyle xmlns:a="http://schemas.openxmlformats.org/drawingml/2006/main"/>
          <a:p xmlns:a="http://schemas.openxmlformats.org/drawingml/2006/main">
            <a:pPr algn="ctr">
              <a:buNone/>
              <a:defRPr sz="1800" b="1">
                <a:solidFill>
                  <a:srgbClr val="111111"/>
                </a:solidFill>
                <a:latin typeface="Yu Gothic"/>
                <a:ea typeface="Yu Gothic"/>
                <a:cs typeface="Yu Gothic"/>
              </a:defRPr>
            </a:pPr>
            <a:r>
              <a:rPr sz="2400" b="1">
                <a:solidFill>
                  <a:srgbClr val="111111"/>
                </a:solidFill>
                <a:latin typeface="Yu Gothic"/>
                <a:ea typeface="Yu Gothic"/>
                <a:cs typeface="Yu Gothic"/>
              </a:rPr>
              <a:t>4. 本格展開</a:t>
            </a:r>
          </a:p>
        </p:txBody>
      </p:sp>
      <p:sp>
        <p:nvSpPr>
          <p:cNvPr id="20" name="step-period-4">
            <a:extLst xmlns:a="http://schemas.openxmlformats.org/drawingml/2006/main">
              <a:ext uri="{FF2B5EF4-FFF2-40B4-BE49-F238E27FC236}">
                <a16:creationId xmlns:a16="http://schemas.microsoft.com/office/drawing/2014/main" id="{EE63BB89-5CA7-42E7-88E1-815F7C91EEF5}"/>
              </a:ext>
            </a:extLst>
          </p:cNvPr>
          <p:cNvSpPr>
            <a:spLocks xmlns:a="http://schemas.openxmlformats.org/drawingml/2006/main" noGrp="1"/>
          </p:cNvSpPr>
          <p:nvPr/>
        </p:nvSpPr>
        <p:spPr>
          <a:xfrm xmlns:a="http://schemas.openxmlformats.org/drawingml/2006/main">
            <a:off x="9858375" y="2257425"/>
            <a:ext cx="2343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5833"/>
          </a:bodyPr>
          <a:lstStyle xmlns:a="http://schemas.openxmlformats.org/drawingml/2006/main"/>
          <a:p xmlns:a="http://schemas.openxmlformats.org/drawingml/2006/main">
            <a:pPr algn="ctr">
              <a:buNone/>
              <a:defRPr sz="1425" b="1">
                <a:solidFill>
                  <a:srgbClr val="111111"/>
                </a:solidFill>
                <a:latin typeface="Yu Gothic"/>
                <a:ea typeface="Yu Gothic"/>
                <a:cs typeface="Yu Gothic"/>
              </a:defRPr>
            </a:pPr>
            <a:r>
              <a:rPr sz="2100" b="1">
                <a:solidFill>
                  <a:srgbClr val="111111"/>
                </a:solidFill>
                <a:latin typeface="Yu Gothic"/>
                <a:ea typeface="Yu Gothic"/>
                <a:cs typeface="Yu Gothic"/>
              </a:rPr>
              <a:t>(3〜6ヶ月)</a:t>
            </a:r>
          </a:p>
        </p:txBody>
      </p:sp>
      <p:sp>
        <p:nvSpPr>
          <p:cNvPr id="21" name="step-chevron-5">
            <a:extLst xmlns:a="http://schemas.openxmlformats.org/drawingml/2006/main">
              <a:ext uri="{FF2B5EF4-FFF2-40B4-BE49-F238E27FC236}">
                <a16:creationId xmlns:a16="http://schemas.microsoft.com/office/drawing/2014/main" id="{97E1CBCF-E9EB-4A3E-8F3C-E167475D9072}"/>
              </a:ext>
            </a:extLst>
          </p:cNvPr>
          <p:cNvSpPr>
            <a:spLocks xmlns:a="http://schemas.openxmlformats.org/drawingml/2006/main" noGrp="1"/>
          </p:cNvSpPr>
          <p:nvPr/>
        </p:nvSpPr>
        <p:spPr>
          <a:xfrm xmlns:a="http://schemas.openxmlformats.org/drawingml/2006/main">
            <a:off x="12525375" y="1838325"/>
            <a:ext cx="3048000" cy="733425"/>
          </a:xfrm>
          <a:custGeom xmlns:a="http://schemas.openxmlformats.org/drawingml/2006/main">
            <a:pathLst>
              <a:path w="3048000" h="733425">
                <a:moveTo>
                  <a:pt x="0" y="0"/>
                </a:moveTo>
                <a:lnTo>
                  <a:pt x="2762250" y="0"/>
                </a:lnTo>
                <a:lnTo>
                  <a:pt x="3048000" y="361950"/>
                </a:lnTo>
                <a:lnTo>
                  <a:pt x="2762250" y="733425"/>
                </a:lnTo>
                <a:lnTo>
                  <a:pt x="0" y="733425"/>
                </a:lnTo>
                <a:lnTo>
                  <a:pt x="285750" y="361950"/>
                </a:lnTo>
                <a:close/>
              </a:path>
            </a:pathLst>
          </a:custGeom>
          <a:solidFill xmlns:a="http://schemas.openxmlformats.org/drawingml/2006/main">
            <a:srgbClr val="D91616"/>
          </a:solidFill>
          <a:ln xmlns:a="http://schemas.openxmlformats.org/drawingml/2006/main" w="0">
            <a:noFill/>
            <a:prstDash val="solid"/>
          </a:ln>
        </p:spPr>
      </p:sp>
      <p:sp>
        <p:nvSpPr>
          <p:cNvPr id="22" name="step-title-5">
            <a:extLst xmlns:a="http://schemas.openxmlformats.org/drawingml/2006/main">
              <a:ext uri="{FF2B5EF4-FFF2-40B4-BE49-F238E27FC236}">
                <a16:creationId xmlns:a16="http://schemas.microsoft.com/office/drawing/2014/main" id="{0D56BE4B-7DEC-4361-AD69-D78D9D32AED8}"/>
              </a:ext>
            </a:extLst>
          </p:cNvPr>
          <p:cNvSpPr>
            <a:spLocks xmlns:a="http://schemas.openxmlformats.org/drawingml/2006/main" noGrp="1"/>
          </p:cNvSpPr>
          <p:nvPr/>
        </p:nvSpPr>
        <p:spPr>
          <a:xfrm xmlns:a="http://schemas.openxmlformats.org/drawingml/2006/main">
            <a:off x="12868275" y="1914525"/>
            <a:ext cx="2419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3125"/>
          </a:bodyPr>
          <a:lstStyle xmlns:a="http://schemas.openxmlformats.org/drawingml/2006/main"/>
          <a:p xmlns:a="http://schemas.openxmlformats.org/drawingml/2006/main">
            <a:pPr algn="ctr">
              <a:buNone/>
              <a:defRPr sz="1800" b="1">
                <a:solidFill>
                  <a:srgbClr val="FFFFFF"/>
                </a:solidFill>
                <a:latin typeface="Yu Gothic"/>
                <a:ea typeface="Yu Gothic"/>
                <a:cs typeface="Yu Gothic"/>
              </a:defRPr>
            </a:pPr>
            <a:r>
              <a:rPr sz="2400" b="1">
                <a:solidFill>
                  <a:srgbClr val="FFFFFF"/>
                </a:solidFill>
                <a:latin typeface="Yu Gothic"/>
                <a:ea typeface="Yu Gothic"/>
                <a:cs typeface="Yu Gothic"/>
              </a:rPr>
              <a:t>5. 継続的な改善</a:t>
            </a:r>
          </a:p>
        </p:txBody>
      </p:sp>
      <p:sp>
        <p:nvSpPr>
          <p:cNvPr id="23" name="step-period-5">
            <a:extLst xmlns:a="http://schemas.openxmlformats.org/drawingml/2006/main">
              <a:ext uri="{FF2B5EF4-FFF2-40B4-BE49-F238E27FC236}">
                <a16:creationId xmlns:a16="http://schemas.microsoft.com/office/drawing/2014/main" id="{0235F9A5-FA3F-4169-A1C0-77E39DE57DFA}"/>
              </a:ext>
            </a:extLst>
          </p:cNvPr>
          <p:cNvSpPr>
            <a:spLocks xmlns:a="http://schemas.openxmlformats.org/drawingml/2006/main" noGrp="1"/>
          </p:cNvSpPr>
          <p:nvPr/>
        </p:nvSpPr>
        <p:spPr>
          <a:xfrm xmlns:a="http://schemas.openxmlformats.org/drawingml/2006/main">
            <a:off x="12906375" y="2257425"/>
            <a:ext cx="2343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5833"/>
          </a:bodyPr>
          <a:lstStyle xmlns:a="http://schemas.openxmlformats.org/drawingml/2006/main"/>
          <a:p xmlns:a="http://schemas.openxmlformats.org/drawingml/2006/main">
            <a:pPr algn="ctr">
              <a:buNone/>
              <a:defRPr sz="1425" b="1">
                <a:solidFill>
                  <a:srgbClr val="FFFFFF"/>
                </a:solidFill>
                <a:latin typeface="Yu Gothic"/>
                <a:ea typeface="Yu Gothic"/>
                <a:cs typeface="Yu Gothic"/>
              </a:defRPr>
            </a:pPr>
            <a:r>
              <a:rPr sz="2100" b="1">
                <a:solidFill>
                  <a:srgbClr val="FFFFFF"/>
                </a:solidFill>
                <a:latin typeface="Yu Gothic"/>
                <a:ea typeface="Yu Gothic"/>
                <a:cs typeface="Yu Gothic"/>
              </a:rPr>
              <a:t>(継続)</a:t>
            </a:r>
          </a:p>
        </p:txBody>
      </p:sp>
      <p:sp>
        <p:nvSpPr>
          <p:cNvPr id="24" name="step-column-left-1">
            <a:extLst xmlns:a="http://schemas.openxmlformats.org/drawingml/2006/main">
              <a:ext uri="{FF2B5EF4-FFF2-40B4-BE49-F238E27FC236}">
                <a16:creationId xmlns:a16="http://schemas.microsoft.com/office/drawing/2014/main" id="{FAD0D572-276E-488C-95D6-B41E0CB120E0}"/>
              </a:ext>
            </a:extLst>
          </p:cNvPr>
          <p:cNvSpPr>
            <a:spLocks xmlns:a="http://schemas.openxmlformats.org/drawingml/2006/main" noGrp="1"/>
          </p:cNvSpPr>
          <p:nvPr/>
        </p:nvSpPr>
        <p:spPr>
          <a:xfrm xmlns:a="http://schemas.openxmlformats.org/drawingml/2006/main" rot="5400000">
            <a:off x="352425" y="2571750"/>
            <a:ext cx="34099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25" name="step-column-left-2">
            <a:extLst xmlns:a="http://schemas.openxmlformats.org/drawingml/2006/main">
              <a:ext uri="{FF2B5EF4-FFF2-40B4-BE49-F238E27FC236}">
                <a16:creationId xmlns:a16="http://schemas.microsoft.com/office/drawing/2014/main" id="{19FDC53F-A90D-4A08-9F49-D89DA4A7BD36}"/>
              </a:ext>
            </a:extLst>
          </p:cNvPr>
          <p:cNvSpPr>
            <a:spLocks xmlns:a="http://schemas.openxmlformats.org/drawingml/2006/main" noGrp="1"/>
          </p:cNvSpPr>
          <p:nvPr/>
        </p:nvSpPr>
        <p:spPr>
          <a:xfrm xmlns:a="http://schemas.openxmlformats.org/drawingml/2006/main" rot="5400000">
            <a:off x="3390900" y="2571750"/>
            <a:ext cx="34099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26" name="step-column-left-3">
            <a:extLst xmlns:a="http://schemas.openxmlformats.org/drawingml/2006/main">
              <a:ext uri="{FF2B5EF4-FFF2-40B4-BE49-F238E27FC236}">
                <a16:creationId xmlns:a16="http://schemas.microsoft.com/office/drawing/2014/main" id="{83BE7DFF-9EF6-45E7-8962-733789B1B086}"/>
              </a:ext>
            </a:extLst>
          </p:cNvPr>
          <p:cNvSpPr>
            <a:spLocks xmlns:a="http://schemas.openxmlformats.org/drawingml/2006/main" noGrp="1"/>
          </p:cNvSpPr>
          <p:nvPr/>
        </p:nvSpPr>
        <p:spPr>
          <a:xfrm xmlns:a="http://schemas.openxmlformats.org/drawingml/2006/main" rot="5400000">
            <a:off x="6429375" y="2571750"/>
            <a:ext cx="34099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27" name="step-column-left-4">
            <a:extLst xmlns:a="http://schemas.openxmlformats.org/drawingml/2006/main">
              <a:ext uri="{FF2B5EF4-FFF2-40B4-BE49-F238E27FC236}">
                <a16:creationId xmlns:a16="http://schemas.microsoft.com/office/drawing/2014/main" id="{3F31919D-52C7-48AB-897E-9DAC6141C8CF}"/>
              </a:ext>
            </a:extLst>
          </p:cNvPr>
          <p:cNvSpPr>
            <a:spLocks xmlns:a="http://schemas.openxmlformats.org/drawingml/2006/main" noGrp="1"/>
          </p:cNvSpPr>
          <p:nvPr/>
        </p:nvSpPr>
        <p:spPr>
          <a:xfrm xmlns:a="http://schemas.openxmlformats.org/drawingml/2006/main" rot="5400000">
            <a:off x="9477375" y="2571750"/>
            <a:ext cx="34099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28" name="step-column-left-5">
            <a:extLst xmlns:a="http://schemas.openxmlformats.org/drawingml/2006/main">
              <a:ext uri="{FF2B5EF4-FFF2-40B4-BE49-F238E27FC236}">
                <a16:creationId xmlns:a16="http://schemas.microsoft.com/office/drawing/2014/main" id="{73ED99E5-EB37-418F-A1F2-A63BAE125082}"/>
              </a:ext>
            </a:extLst>
          </p:cNvPr>
          <p:cNvSpPr>
            <a:spLocks xmlns:a="http://schemas.openxmlformats.org/drawingml/2006/main" noGrp="1"/>
          </p:cNvSpPr>
          <p:nvPr/>
        </p:nvSpPr>
        <p:spPr>
          <a:xfrm xmlns:a="http://schemas.openxmlformats.org/drawingml/2006/main" rot="5400000">
            <a:off x="12525375" y="2571750"/>
            <a:ext cx="34099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29" name="step-column-right">
            <a:extLst xmlns:a="http://schemas.openxmlformats.org/drawingml/2006/main">
              <a:ext uri="{FF2B5EF4-FFF2-40B4-BE49-F238E27FC236}">
                <a16:creationId xmlns:a16="http://schemas.microsoft.com/office/drawing/2014/main" id="{0A384674-71B5-4EB2-8311-ED1B7A045F8E}"/>
              </a:ext>
            </a:extLst>
          </p:cNvPr>
          <p:cNvSpPr>
            <a:spLocks xmlns:a="http://schemas.openxmlformats.org/drawingml/2006/main" noGrp="1"/>
          </p:cNvSpPr>
          <p:nvPr/>
        </p:nvSpPr>
        <p:spPr>
          <a:xfrm xmlns:a="http://schemas.openxmlformats.org/drawingml/2006/main" rot="5400000">
            <a:off x="15573375" y="2571750"/>
            <a:ext cx="34099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30" name="implementation-icon-circle-1">
            <a:extLst xmlns:a="http://schemas.openxmlformats.org/drawingml/2006/main">
              <a:ext uri="{FF2B5EF4-FFF2-40B4-BE49-F238E27FC236}">
                <a16:creationId xmlns:a16="http://schemas.microsoft.com/office/drawing/2014/main" id="{D98F216C-EFC8-4042-AAF2-9D51A1CB436A}"/>
              </a:ext>
            </a:extLst>
          </p:cNvPr>
          <p:cNvSpPr>
            <a:spLocks xmlns:a="http://schemas.openxmlformats.org/drawingml/2006/main" noGrp="1"/>
          </p:cNvSpPr>
          <p:nvPr/>
        </p:nvSpPr>
        <p:spPr>
          <a:xfrm xmlns:a="http://schemas.openxmlformats.org/drawingml/2006/main">
            <a:off x="1462088" y="2724150"/>
            <a:ext cx="819150" cy="8191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1C31583-CFAA-4B49-A682-0433FAB42A92}"/>
              </a:ext>
            </a:extLst>
          </p:cNvPr>
          <p:cNvSpPr>
            <a:spLocks xmlns:a="http://schemas.openxmlformats.org/drawingml/2006/main" noGrp="1"/>
          </p:cNvSpPr>
          <p:nvPr/>
        </p:nvSpPr>
        <p:spPr>
          <a:xfrm xmlns:a="http://schemas.openxmlformats.org/drawingml/2006/main">
            <a:off x="1662113" y="2867025"/>
            <a:ext cx="323850" cy="438150"/>
          </a:xfrm>
          <a:prstGeom xmlns:a="http://schemas.openxmlformats.org/drawingml/2006/main" prst="rect">
            <a:avLst/>
          </a:prstGeom>
          <a:noFill xmlns:a="http://schemas.openxmlformats.org/drawingml/2006/main"/>
          <a:ln xmlns:a="http://schemas.openxmlformats.org/drawingml/2006/main" w="28575">
            <a:solidFill>
              <a:srgbClr val="111111"/>
            </a:solidFill>
            <a:prstDash val="solid"/>
          </a:ln>
        </p:spPr>
      </p:sp>
      <p:sp>
        <p:nvSpPr>
          <p:cNvPr id="32" name="">
            <a:extLst xmlns:a="http://schemas.openxmlformats.org/drawingml/2006/main">
              <a:ext uri="{FF2B5EF4-FFF2-40B4-BE49-F238E27FC236}">
                <a16:creationId xmlns:a16="http://schemas.microsoft.com/office/drawing/2014/main" id="{8EC9DF10-1595-46B5-8A52-DF898EF0932A}"/>
              </a:ext>
            </a:extLst>
          </p:cNvPr>
          <p:cNvSpPr>
            <a:spLocks xmlns:a="http://schemas.openxmlformats.org/drawingml/2006/main" noGrp="1"/>
          </p:cNvSpPr>
          <p:nvPr/>
        </p:nvSpPr>
        <p:spPr>
          <a:xfrm xmlns:a="http://schemas.openxmlformats.org/drawingml/2006/main" rot="2700000">
            <a:off x="1852613" y="2867025"/>
            <a:ext cx="188585"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33" name="">
            <a:extLst xmlns:a="http://schemas.openxmlformats.org/drawingml/2006/main">
              <a:ext uri="{FF2B5EF4-FFF2-40B4-BE49-F238E27FC236}">
                <a16:creationId xmlns:a16="http://schemas.microsoft.com/office/drawing/2014/main" id="{9B36446D-5651-4A6B-9C30-A0FD3A89A21E}"/>
              </a:ext>
            </a:extLst>
          </p:cNvPr>
          <p:cNvSpPr>
            <a:spLocks xmlns:a="http://schemas.openxmlformats.org/drawingml/2006/main" noGrp="1"/>
          </p:cNvSpPr>
          <p:nvPr/>
        </p:nvSpPr>
        <p:spPr>
          <a:xfrm xmlns:a="http://schemas.openxmlformats.org/drawingml/2006/main" rot="5400000">
            <a:off x="1852613" y="2867025"/>
            <a:ext cx="133350"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34" name="">
            <a:extLst xmlns:a="http://schemas.openxmlformats.org/drawingml/2006/main">
              <a:ext uri="{FF2B5EF4-FFF2-40B4-BE49-F238E27FC236}">
                <a16:creationId xmlns:a16="http://schemas.microsoft.com/office/drawing/2014/main" id="{4FA2A505-A99C-465C-A249-3481CC4FCFC8}"/>
              </a:ext>
            </a:extLst>
          </p:cNvPr>
          <p:cNvSpPr>
            <a:spLocks xmlns:a="http://schemas.openxmlformats.org/drawingml/2006/main" noGrp="1"/>
          </p:cNvSpPr>
          <p:nvPr/>
        </p:nvSpPr>
        <p:spPr>
          <a:xfrm xmlns:a="http://schemas.openxmlformats.org/drawingml/2006/main" rot="0">
            <a:off x="1852613" y="3000375"/>
            <a:ext cx="133350"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35" name="">
            <a:extLst xmlns:a="http://schemas.openxmlformats.org/drawingml/2006/main">
              <a:ext uri="{FF2B5EF4-FFF2-40B4-BE49-F238E27FC236}">
                <a16:creationId xmlns:a16="http://schemas.microsoft.com/office/drawing/2014/main" id="{872757F1-65CE-4BA5-AB8D-A678C456A7A8}"/>
              </a:ext>
            </a:extLst>
          </p:cNvPr>
          <p:cNvSpPr>
            <a:spLocks xmlns:a="http://schemas.openxmlformats.org/drawingml/2006/main" noGrp="1"/>
          </p:cNvSpPr>
          <p:nvPr/>
        </p:nvSpPr>
        <p:spPr>
          <a:xfrm xmlns:a="http://schemas.openxmlformats.org/drawingml/2006/main" rot="0">
            <a:off x="1738313" y="3095625"/>
            <a:ext cx="152400"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36" name="">
            <a:extLst xmlns:a="http://schemas.openxmlformats.org/drawingml/2006/main">
              <a:ext uri="{FF2B5EF4-FFF2-40B4-BE49-F238E27FC236}">
                <a16:creationId xmlns:a16="http://schemas.microsoft.com/office/drawing/2014/main" id="{06214BB9-914C-44D2-9272-7814EF1B3EE1}"/>
              </a:ext>
            </a:extLst>
          </p:cNvPr>
          <p:cNvSpPr>
            <a:spLocks xmlns:a="http://schemas.openxmlformats.org/drawingml/2006/main" noGrp="1"/>
          </p:cNvSpPr>
          <p:nvPr/>
        </p:nvSpPr>
        <p:spPr>
          <a:xfrm xmlns:a="http://schemas.openxmlformats.org/drawingml/2006/main" rot="0">
            <a:off x="1738313" y="3190875"/>
            <a:ext cx="104775"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37" name="">
            <a:extLst xmlns:a="http://schemas.openxmlformats.org/drawingml/2006/main">
              <a:ext uri="{FF2B5EF4-FFF2-40B4-BE49-F238E27FC236}">
                <a16:creationId xmlns:a16="http://schemas.microsoft.com/office/drawing/2014/main" id="{5174B535-EA2A-4D4C-8185-57BEAA0AD14C}"/>
              </a:ext>
            </a:extLst>
          </p:cNvPr>
          <p:cNvSpPr>
            <a:spLocks xmlns:a="http://schemas.openxmlformats.org/drawingml/2006/main" noGrp="1"/>
          </p:cNvSpPr>
          <p:nvPr/>
        </p:nvSpPr>
        <p:spPr>
          <a:xfrm xmlns:a="http://schemas.openxmlformats.org/drawingml/2006/main">
            <a:off x="1924050" y="3186113"/>
            <a:ext cx="180975" cy="18097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38" name="">
            <a:extLst xmlns:a="http://schemas.openxmlformats.org/drawingml/2006/main">
              <a:ext uri="{FF2B5EF4-FFF2-40B4-BE49-F238E27FC236}">
                <a16:creationId xmlns:a16="http://schemas.microsoft.com/office/drawing/2014/main" id="{65F322BC-A848-4708-B2A9-23C37C33AFAE}"/>
              </a:ext>
            </a:extLst>
          </p:cNvPr>
          <p:cNvSpPr>
            <a:spLocks xmlns:a="http://schemas.openxmlformats.org/drawingml/2006/main" noGrp="1"/>
          </p:cNvSpPr>
          <p:nvPr/>
        </p:nvSpPr>
        <p:spPr>
          <a:xfrm xmlns:a="http://schemas.openxmlformats.org/drawingml/2006/main" rot="2700000">
            <a:off x="2081213" y="3343275"/>
            <a:ext cx="121233"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39" name="implementation-description-1">
            <a:extLst xmlns:a="http://schemas.openxmlformats.org/drawingml/2006/main">
              <a:ext uri="{FF2B5EF4-FFF2-40B4-BE49-F238E27FC236}">
                <a16:creationId xmlns:a16="http://schemas.microsoft.com/office/drawing/2014/main" id="{A9E33D24-E629-4277-889B-189BE4FB7914}"/>
              </a:ext>
            </a:extLst>
          </p:cNvPr>
          <p:cNvSpPr>
            <a:spLocks xmlns:a="http://schemas.openxmlformats.org/drawingml/2006/main" noGrp="1"/>
          </p:cNvSpPr>
          <p:nvPr/>
        </p:nvSpPr>
        <p:spPr>
          <a:xfrm xmlns:a="http://schemas.openxmlformats.org/drawingml/2006/main">
            <a:off x="609600" y="36766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68519"/>
          </a:bodyPr>
          <a:lstStyle xmlns:a="http://schemas.openxmlformats.org/drawingml/2006/main"/>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現状の業務・課題を整理し、</a:t>
            </a:r>
          </a:p>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導入方針と要件を定義します。</a:t>
            </a:r>
          </a:p>
        </p:txBody>
      </p:sp>
      <p:sp>
        <p:nvSpPr>
          <p:cNvPr id="40" name="implementation-checklist-1">
            <a:extLst xmlns:a="http://schemas.openxmlformats.org/drawingml/2006/main">
              <a:ext uri="{FF2B5EF4-FFF2-40B4-BE49-F238E27FC236}">
                <a16:creationId xmlns:a16="http://schemas.microsoft.com/office/drawing/2014/main" id="{33A86B4F-30DF-47C6-B626-540BDA08704F}"/>
              </a:ext>
            </a:extLst>
          </p:cNvPr>
          <p:cNvSpPr>
            <a:spLocks xmlns:a="http://schemas.openxmlformats.org/drawingml/2006/main" noGrp="1"/>
          </p:cNvSpPr>
          <p:nvPr/>
        </p:nvSpPr>
        <p:spPr>
          <a:xfrm xmlns:a="http://schemas.openxmlformats.org/drawingml/2006/main">
            <a:off x="514350" y="4352925"/>
            <a:ext cx="2705100" cy="1524000"/>
          </a:xfrm>
          <a:prstGeom xmlns:a="http://schemas.openxmlformats.org/drawingml/2006/main" prst="rect">
            <a:avLst/>
          </a:prstGeom>
          <a:solidFill xmlns:a="http://schemas.openxmlformats.org/drawingml/2006/main">
            <a:srgbClr val="FDE7E7"/>
          </a:solidFill>
          <a:ln xmlns:a="http://schemas.openxmlformats.org/drawingml/2006/main" w="0">
            <a:noFill/>
            <a:prstDash val="solid"/>
          </a:ln>
        </p:spPr>
      </p:sp>
      <p:sp>
        <p:nvSpPr>
          <p:cNvPr id="41" name="implementation-checklist-title-1">
            <a:extLst xmlns:a="http://schemas.openxmlformats.org/drawingml/2006/main">
              <a:ext uri="{FF2B5EF4-FFF2-40B4-BE49-F238E27FC236}">
                <a16:creationId xmlns:a16="http://schemas.microsoft.com/office/drawing/2014/main" id="{E50CBA50-784A-42DF-85DF-BD8A157FCF9A}"/>
              </a:ext>
            </a:extLst>
          </p:cNvPr>
          <p:cNvSpPr>
            <a:spLocks xmlns:a="http://schemas.openxmlformats.org/drawingml/2006/main" noGrp="1"/>
          </p:cNvSpPr>
          <p:nvPr/>
        </p:nvSpPr>
        <p:spPr>
          <a:xfrm xmlns:a="http://schemas.openxmlformats.org/drawingml/2006/main">
            <a:off x="685800" y="44577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1111"/>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主な実施内容</a:t>
            </a:r>
          </a:p>
        </p:txBody>
      </p:sp>
      <p:sp>
        <p:nvSpPr>
          <p:cNvPr id="42" name="implementation-check-1-1-box">
            <a:extLst xmlns:a="http://schemas.openxmlformats.org/drawingml/2006/main">
              <a:ext uri="{FF2B5EF4-FFF2-40B4-BE49-F238E27FC236}">
                <a16:creationId xmlns:a16="http://schemas.microsoft.com/office/drawing/2014/main" id="{2CC79162-FAFF-4274-A920-2307DF251816}"/>
              </a:ext>
            </a:extLst>
          </p:cNvPr>
          <p:cNvSpPr>
            <a:spLocks xmlns:a="http://schemas.openxmlformats.org/drawingml/2006/main" noGrp="1"/>
          </p:cNvSpPr>
          <p:nvPr/>
        </p:nvSpPr>
        <p:spPr>
          <a:xfrm xmlns:a="http://schemas.openxmlformats.org/drawingml/2006/main">
            <a:off x="695325" y="481012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43" name="implementation-check-1-1-check-a">
            <a:extLst xmlns:a="http://schemas.openxmlformats.org/drawingml/2006/main">
              <a:ext uri="{FF2B5EF4-FFF2-40B4-BE49-F238E27FC236}">
                <a16:creationId xmlns:a16="http://schemas.microsoft.com/office/drawing/2014/main" id="{293CE18C-D9C7-46AD-AD3B-6D7D7F60F34D}"/>
              </a:ext>
            </a:extLst>
          </p:cNvPr>
          <p:cNvSpPr>
            <a:spLocks xmlns:a="http://schemas.openxmlformats.org/drawingml/2006/main" noGrp="1"/>
          </p:cNvSpPr>
          <p:nvPr/>
        </p:nvSpPr>
        <p:spPr>
          <a:xfrm xmlns:a="http://schemas.openxmlformats.org/drawingml/2006/main" rot="3187806">
            <a:off x="733425" y="489585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44" name="implementation-check-1-1-check-b">
            <a:extLst xmlns:a="http://schemas.openxmlformats.org/drawingml/2006/main">
              <a:ext uri="{FF2B5EF4-FFF2-40B4-BE49-F238E27FC236}">
                <a16:creationId xmlns:a16="http://schemas.microsoft.com/office/drawing/2014/main" id="{268EF4C9-88CA-4B08-9582-BE5D979A74D2}"/>
              </a:ext>
            </a:extLst>
          </p:cNvPr>
          <p:cNvSpPr>
            <a:spLocks xmlns:a="http://schemas.openxmlformats.org/drawingml/2006/main" noGrp="1"/>
          </p:cNvSpPr>
          <p:nvPr/>
        </p:nvSpPr>
        <p:spPr>
          <a:xfrm xmlns:a="http://schemas.openxmlformats.org/drawingml/2006/main" rot="-3127501">
            <a:off x="762000" y="493395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45" name="implementation-check-label-1-1">
            <a:extLst xmlns:a="http://schemas.openxmlformats.org/drawingml/2006/main">
              <a:ext uri="{FF2B5EF4-FFF2-40B4-BE49-F238E27FC236}">
                <a16:creationId xmlns:a16="http://schemas.microsoft.com/office/drawing/2014/main" id="{A8AB1415-918D-4397-B084-F55B3AEFC8DC}"/>
              </a:ext>
            </a:extLst>
          </p:cNvPr>
          <p:cNvSpPr>
            <a:spLocks xmlns:a="http://schemas.openxmlformats.org/drawingml/2006/main" noGrp="1"/>
          </p:cNvSpPr>
          <p:nvPr/>
        </p:nvSpPr>
        <p:spPr>
          <a:xfrm xmlns:a="http://schemas.openxmlformats.org/drawingml/2006/main">
            <a:off x="942975" y="47910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現状ヒアリング</a:t>
            </a:r>
          </a:p>
        </p:txBody>
      </p:sp>
      <p:sp>
        <p:nvSpPr>
          <p:cNvPr id="46" name="implementation-check-1-2-box">
            <a:extLst xmlns:a="http://schemas.openxmlformats.org/drawingml/2006/main">
              <a:ext uri="{FF2B5EF4-FFF2-40B4-BE49-F238E27FC236}">
                <a16:creationId xmlns:a16="http://schemas.microsoft.com/office/drawing/2014/main" id="{A82CED68-586F-41E8-A104-E49174851E57}"/>
              </a:ext>
            </a:extLst>
          </p:cNvPr>
          <p:cNvSpPr>
            <a:spLocks xmlns:a="http://schemas.openxmlformats.org/drawingml/2006/main" noGrp="1"/>
          </p:cNvSpPr>
          <p:nvPr/>
        </p:nvSpPr>
        <p:spPr>
          <a:xfrm xmlns:a="http://schemas.openxmlformats.org/drawingml/2006/main">
            <a:off x="695325" y="506730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47" name="implementation-check-1-2-check-a">
            <a:extLst xmlns:a="http://schemas.openxmlformats.org/drawingml/2006/main">
              <a:ext uri="{FF2B5EF4-FFF2-40B4-BE49-F238E27FC236}">
                <a16:creationId xmlns:a16="http://schemas.microsoft.com/office/drawing/2014/main" id="{2F2B31F0-9082-43CB-9AD2-07FCEA71D531}"/>
              </a:ext>
            </a:extLst>
          </p:cNvPr>
          <p:cNvSpPr>
            <a:spLocks xmlns:a="http://schemas.openxmlformats.org/drawingml/2006/main" noGrp="1"/>
          </p:cNvSpPr>
          <p:nvPr/>
        </p:nvSpPr>
        <p:spPr>
          <a:xfrm xmlns:a="http://schemas.openxmlformats.org/drawingml/2006/main" rot="3187806">
            <a:off x="733425" y="515302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48" name="implementation-check-1-2-check-b">
            <a:extLst xmlns:a="http://schemas.openxmlformats.org/drawingml/2006/main">
              <a:ext uri="{FF2B5EF4-FFF2-40B4-BE49-F238E27FC236}">
                <a16:creationId xmlns:a16="http://schemas.microsoft.com/office/drawing/2014/main" id="{7C755321-4D95-4BE1-B1B6-E84E7C0A8D7C}"/>
              </a:ext>
            </a:extLst>
          </p:cNvPr>
          <p:cNvSpPr>
            <a:spLocks xmlns:a="http://schemas.openxmlformats.org/drawingml/2006/main" noGrp="1"/>
          </p:cNvSpPr>
          <p:nvPr/>
        </p:nvSpPr>
        <p:spPr>
          <a:xfrm xmlns:a="http://schemas.openxmlformats.org/drawingml/2006/main" rot="-3127501">
            <a:off x="762000" y="519112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49" name="implementation-check-label-1-2">
            <a:extLst xmlns:a="http://schemas.openxmlformats.org/drawingml/2006/main">
              <a:ext uri="{FF2B5EF4-FFF2-40B4-BE49-F238E27FC236}">
                <a16:creationId xmlns:a16="http://schemas.microsoft.com/office/drawing/2014/main" id="{F43DF547-F526-4E9A-B0D5-A5F9A6CC20A6}"/>
              </a:ext>
            </a:extLst>
          </p:cNvPr>
          <p:cNvSpPr>
            <a:spLocks xmlns:a="http://schemas.openxmlformats.org/drawingml/2006/main" noGrp="1"/>
          </p:cNvSpPr>
          <p:nvPr/>
        </p:nvSpPr>
        <p:spPr>
          <a:xfrm xmlns:a="http://schemas.openxmlformats.org/drawingml/2006/main">
            <a:off x="942975" y="50482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課題・要件の整理</a:t>
            </a:r>
          </a:p>
        </p:txBody>
      </p:sp>
      <p:sp>
        <p:nvSpPr>
          <p:cNvPr id="50" name="implementation-check-1-3-box">
            <a:extLst xmlns:a="http://schemas.openxmlformats.org/drawingml/2006/main">
              <a:ext uri="{FF2B5EF4-FFF2-40B4-BE49-F238E27FC236}">
                <a16:creationId xmlns:a16="http://schemas.microsoft.com/office/drawing/2014/main" id="{8014E79D-327A-473C-9E13-89A117746D99}"/>
              </a:ext>
            </a:extLst>
          </p:cNvPr>
          <p:cNvSpPr>
            <a:spLocks xmlns:a="http://schemas.openxmlformats.org/drawingml/2006/main" noGrp="1"/>
          </p:cNvSpPr>
          <p:nvPr/>
        </p:nvSpPr>
        <p:spPr>
          <a:xfrm xmlns:a="http://schemas.openxmlformats.org/drawingml/2006/main">
            <a:off x="695325" y="532447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51" name="implementation-check-1-3-check-a">
            <a:extLst xmlns:a="http://schemas.openxmlformats.org/drawingml/2006/main">
              <a:ext uri="{FF2B5EF4-FFF2-40B4-BE49-F238E27FC236}">
                <a16:creationId xmlns:a16="http://schemas.microsoft.com/office/drawing/2014/main" id="{999BDC3E-4FAF-4F5A-9FDA-72FFD8E6CCD5}"/>
              </a:ext>
            </a:extLst>
          </p:cNvPr>
          <p:cNvSpPr>
            <a:spLocks xmlns:a="http://schemas.openxmlformats.org/drawingml/2006/main" noGrp="1"/>
          </p:cNvSpPr>
          <p:nvPr/>
        </p:nvSpPr>
        <p:spPr>
          <a:xfrm xmlns:a="http://schemas.openxmlformats.org/drawingml/2006/main" rot="3187806">
            <a:off x="733425" y="541020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52" name="implementation-check-1-3-check-b">
            <a:extLst xmlns:a="http://schemas.openxmlformats.org/drawingml/2006/main">
              <a:ext uri="{FF2B5EF4-FFF2-40B4-BE49-F238E27FC236}">
                <a16:creationId xmlns:a16="http://schemas.microsoft.com/office/drawing/2014/main" id="{5584DC55-F174-465C-97CF-B71CAA7706AC}"/>
              </a:ext>
            </a:extLst>
          </p:cNvPr>
          <p:cNvSpPr>
            <a:spLocks xmlns:a="http://schemas.openxmlformats.org/drawingml/2006/main" noGrp="1"/>
          </p:cNvSpPr>
          <p:nvPr/>
        </p:nvSpPr>
        <p:spPr>
          <a:xfrm xmlns:a="http://schemas.openxmlformats.org/drawingml/2006/main" rot="-3127501">
            <a:off x="762000" y="544830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53" name="implementation-check-label-1-3">
            <a:extLst xmlns:a="http://schemas.openxmlformats.org/drawingml/2006/main">
              <a:ext uri="{FF2B5EF4-FFF2-40B4-BE49-F238E27FC236}">
                <a16:creationId xmlns:a16="http://schemas.microsoft.com/office/drawing/2014/main" id="{91FA1FED-94E0-4BA6-A31D-608DEF2D1DD7}"/>
              </a:ext>
            </a:extLst>
          </p:cNvPr>
          <p:cNvSpPr>
            <a:spLocks xmlns:a="http://schemas.openxmlformats.org/drawingml/2006/main" noGrp="1"/>
          </p:cNvSpPr>
          <p:nvPr/>
        </p:nvSpPr>
        <p:spPr>
          <a:xfrm xmlns:a="http://schemas.openxmlformats.org/drawingml/2006/main">
            <a:off x="942975" y="530542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導入計画の策定</a:t>
            </a:r>
          </a:p>
        </p:txBody>
      </p:sp>
      <p:sp>
        <p:nvSpPr>
          <p:cNvPr id="54" name="implementation-check-1-4-box">
            <a:extLst xmlns:a="http://schemas.openxmlformats.org/drawingml/2006/main">
              <a:ext uri="{FF2B5EF4-FFF2-40B4-BE49-F238E27FC236}">
                <a16:creationId xmlns:a16="http://schemas.microsoft.com/office/drawing/2014/main" id="{1BB25BFB-ACE6-412D-8762-AC38BDC90D60}"/>
              </a:ext>
            </a:extLst>
          </p:cNvPr>
          <p:cNvSpPr>
            <a:spLocks xmlns:a="http://schemas.openxmlformats.org/drawingml/2006/main" noGrp="1"/>
          </p:cNvSpPr>
          <p:nvPr/>
        </p:nvSpPr>
        <p:spPr>
          <a:xfrm xmlns:a="http://schemas.openxmlformats.org/drawingml/2006/main">
            <a:off x="695325" y="558165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55" name="implementation-check-1-4-check-a">
            <a:extLst xmlns:a="http://schemas.openxmlformats.org/drawingml/2006/main">
              <a:ext uri="{FF2B5EF4-FFF2-40B4-BE49-F238E27FC236}">
                <a16:creationId xmlns:a16="http://schemas.microsoft.com/office/drawing/2014/main" id="{82ACEAC3-F22B-4A62-AB46-EA9EFEF16AB1}"/>
              </a:ext>
            </a:extLst>
          </p:cNvPr>
          <p:cNvSpPr>
            <a:spLocks xmlns:a="http://schemas.openxmlformats.org/drawingml/2006/main" noGrp="1"/>
          </p:cNvSpPr>
          <p:nvPr/>
        </p:nvSpPr>
        <p:spPr>
          <a:xfrm xmlns:a="http://schemas.openxmlformats.org/drawingml/2006/main" rot="3187806">
            <a:off x="733425" y="566737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56" name="implementation-check-1-4-check-b">
            <a:extLst xmlns:a="http://schemas.openxmlformats.org/drawingml/2006/main">
              <a:ext uri="{FF2B5EF4-FFF2-40B4-BE49-F238E27FC236}">
                <a16:creationId xmlns:a16="http://schemas.microsoft.com/office/drawing/2014/main" id="{FFF4DFEA-DE8E-4995-8D45-722533576FB5}"/>
              </a:ext>
            </a:extLst>
          </p:cNvPr>
          <p:cNvSpPr>
            <a:spLocks xmlns:a="http://schemas.openxmlformats.org/drawingml/2006/main" noGrp="1"/>
          </p:cNvSpPr>
          <p:nvPr/>
        </p:nvSpPr>
        <p:spPr>
          <a:xfrm xmlns:a="http://schemas.openxmlformats.org/drawingml/2006/main" rot="-3127501">
            <a:off x="762000" y="570547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57" name="implementation-check-label-1-4">
            <a:extLst xmlns:a="http://schemas.openxmlformats.org/drawingml/2006/main">
              <a:ext uri="{FF2B5EF4-FFF2-40B4-BE49-F238E27FC236}">
                <a16:creationId xmlns:a16="http://schemas.microsoft.com/office/drawing/2014/main" id="{DD8FE2E2-C35E-418A-A4E8-6CAAC80AD76C}"/>
              </a:ext>
            </a:extLst>
          </p:cNvPr>
          <p:cNvSpPr>
            <a:spLocks xmlns:a="http://schemas.openxmlformats.org/drawingml/2006/main" noGrp="1"/>
          </p:cNvSpPr>
          <p:nvPr/>
        </p:nvSpPr>
        <p:spPr>
          <a:xfrm xmlns:a="http://schemas.openxmlformats.org/drawingml/2006/main">
            <a:off x="942975" y="55626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関係者との合意形成</a:t>
            </a:r>
          </a:p>
        </p:txBody>
      </p:sp>
      <p:sp>
        <p:nvSpPr>
          <p:cNvPr id="58" name="implementation-icon-circle-2">
            <a:extLst xmlns:a="http://schemas.openxmlformats.org/drawingml/2006/main">
              <a:ext uri="{FF2B5EF4-FFF2-40B4-BE49-F238E27FC236}">
                <a16:creationId xmlns:a16="http://schemas.microsoft.com/office/drawing/2014/main" id="{82787AC8-05B0-4CDA-B368-35AC2A5E43DE}"/>
              </a:ext>
            </a:extLst>
          </p:cNvPr>
          <p:cNvSpPr>
            <a:spLocks xmlns:a="http://schemas.openxmlformats.org/drawingml/2006/main" noGrp="1"/>
          </p:cNvSpPr>
          <p:nvPr/>
        </p:nvSpPr>
        <p:spPr>
          <a:xfrm xmlns:a="http://schemas.openxmlformats.org/drawingml/2006/main">
            <a:off x="4500563" y="2724150"/>
            <a:ext cx="819150" cy="8191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D0E2936B-6EE2-4908-B72D-F3A544A0AA4C}"/>
              </a:ext>
            </a:extLst>
          </p:cNvPr>
          <p:cNvSpPr>
            <a:spLocks xmlns:a="http://schemas.openxmlformats.org/drawingml/2006/main" noGrp="1"/>
          </p:cNvSpPr>
          <p:nvPr/>
        </p:nvSpPr>
        <p:spPr>
          <a:xfrm xmlns:a="http://schemas.openxmlformats.org/drawingml/2006/main">
            <a:off x="4633913" y="2943225"/>
            <a:ext cx="552450" cy="361950"/>
          </a:xfrm>
          <a:prstGeom xmlns:a="http://schemas.openxmlformats.org/drawingml/2006/main" prst="rect">
            <a:avLst/>
          </a:prstGeom>
          <a:noFill xmlns:a="http://schemas.openxmlformats.org/drawingml/2006/main"/>
          <a:ln xmlns:a="http://schemas.openxmlformats.org/drawingml/2006/main" w="28575">
            <a:solidFill>
              <a:srgbClr val="111111"/>
            </a:solidFill>
            <a:prstDash val="solid"/>
          </a:ln>
        </p:spPr>
      </p:sp>
      <p:sp>
        <p:nvSpPr>
          <p:cNvPr id="60" name="">
            <a:extLst xmlns:a="http://schemas.openxmlformats.org/drawingml/2006/main">
              <a:ext uri="{FF2B5EF4-FFF2-40B4-BE49-F238E27FC236}">
                <a16:creationId xmlns:a16="http://schemas.microsoft.com/office/drawing/2014/main" id="{8408A1AE-189F-4F3C-A477-347201C5A33B}"/>
              </a:ext>
            </a:extLst>
          </p:cNvPr>
          <p:cNvSpPr>
            <a:spLocks xmlns:a="http://schemas.openxmlformats.org/drawingml/2006/main" noGrp="1"/>
          </p:cNvSpPr>
          <p:nvPr/>
        </p:nvSpPr>
        <p:spPr>
          <a:xfrm xmlns:a="http://schemas.openxmlformats.org/drawingml/2006/main" rot="0">
            <a:off x="4548188" y="3343275"/>
            <a:ext cx="723900"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61" name="">
            <a:extLst xmlns:a="http://schemas.openxmlformats.org/drawingml/2006/main">
              <a:ext uri="{FF2B5EF4-FFF2-40B4-BE49-F238E27FC236}">
                <a16:creationId xmlns:a16="http://schemas.microsoft.com/office/drawing/2014/main" id="{E1744CFD-743F-4654-9C88-2B067FCC4CD8}"/>
              </a:ext>
            </a:extLst>
          </p:cNvPr>
          <p:cNvSpPr>
            <a:spLocks xmlns:a="http://schemas.openxmlformats.org/drawingml/2006/main" noGrp="1"/>
          </p:cNvSpPr>
          <p:nvPr/>
        </p:nvSpPr>
        <p:spPr>
          <a:xfrm xmlns:a="http://schemas.openxmlformats.org/drawingml/2006/main" rot="0">
            <a:off x="4672013" y="3295650"/>
            <a:ext cx="476250"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62" name="laptop-gear-silhouette">
            <a:extLst xmlns:a="http://schemas.openxmlformats.org/drawingml/2006/main">
              <a:ext uri="{FF2B5EF4-FFF2-40B4-BE49-F238E27FC236}">
                <a16:creationId xmlns:a16="http://schemas.microsoft.com/office/drawing/2014/main" id="{E90830D0-ADF2-497A-BE91-81F3B7E14902}"/>
              </a:ext>
            </a:extLst>
          </p:cNvPr>
          <p:cNvSpPr>
            <a:spLocks xmlns:a="http://schemas.openxmlformats.org/drawingml/2006/main" noGrp="1"/>
          </p:cNvSpPr>
          <p:nvPr/>
        </p:nvSpPr>
        <p:spPr>
          <a:xfrm xmlns:a="http://schemas.openxmlformats.org/drawingml/2006/main">
            <a:off x="4927854" y="3056192"/>
            <a:ext cx="136017" cy="136017"/>
          </a:xfrm>
          <a:prstGeom xmlns:a="http://schemas.openxmlformats.org/drawingml/2006/main" prst="ellipse">
            <a:avLst/>
          </a:prstGeom>
          <a:noFill xmlns:a="http://schemas.openxmlformats.org/drawingml/2006/main"/>
          <a:ln xmlns:a="http://schemas.openxmlformats.org/drawingml/2006/main" w="16002">
            <a:solidFill>
              <a:srgbClr val="111111"/>
            </a:solidFill>
            <a:prstDash val="solid"/>
          </a:ln>
        </p:spPr>
      </p:sp>
      <p:sp>
        <p:nvSpPr>
          <p:cNvPr id="63" name="laptop-gear-tooth-1">
            <a:extLst xmlns:a="http://schemas.openxmlformats.org/drawingml/2006/main">
              <a:ext uri="{FF2B5EF4-FFF2-40B4-BE49-F238E27FC236}">
                <a16:creationId xmlns:a16="http://schemas.microsoft.com/office/drawing/2014/main" id="{4CEFA381-2A32-4571-9D88-B03103E281F5}"/>
              </a:ext>
            </a:extLst>
          </p:cNvPr>
          <p:cNvSpPr>
            <a:spLocks xmlns:a="http://schemas.openxmlformats.org/drawingml/2006/main" noGrp="1"/>
          </p:cNvSpPr>
          <p:nvPr/>
        </p:nvSpPr>
        <p:spPr>
          <a:xfrm xmlns:a="http://schemas.openxmlformats.org/drawingml/2006/main" rot="0">
            <a:off x="5063871" y="3124200"/>
            <a:ext cx="32004" cy="9525"/>
          </a:xfrm>
          <a:prstGeom xmlns:a="http://schemas.openxmlformats.org/drawingml/2006/main" prst="line">
            <a:avLst/>
          </a:prstGeom>
          <a:noFill xmlns:a="http://schemas.openxmlformats.org/drawingml/2006/main"/>
          <a:ln xmlns:a="http://schemas.openxmlformats.org/drawingml/2006/main" w="20003">
            <a:solidFill>
              <a:srgbClr val="111111"/>
            </a:solidFill>
            <a:prstDash val="solid"/>
          </a:ln>
        </p:spPr>
      </p:sp>
      <p:sp>
        <p:nvSpPr>
          <p:cNvPr id="64" name="laptop-gear-tooth-2">
            <a:extLst xmlns:a="http://schemas.openxmlformats.org/drawingml/2006/main">
              <a:ext uri="{FF2B5EF4-FFF2-40B4-BE49-F238E27FC236}">
                <a16:creationId xmlns:a16="http://schemas.microsoft.com/office/drawing/2014/main" id="{5F6A8EF8-122C-40D6-992E-5B90795A9550}"/>
              </a:ext>
            </a:extLst>
          </p:cNvPr>
          <p:cNvSpPr>
            <a:spLocks xmlns:a="http://schemas.openxmlformats.org/drawingml/2006/main" noGrp="1"/>
          </p:cNvSpPr>
          <p:nvPr/>
        </p:nvSpPr>
        <p:spPr>
          <a:xfrm xmlns:a="http://schemas.openxmlformats.org/drawingml/2006/main" rot="2700000">
            <a:off x="5043952" y="3172289"/>
            <a:ext cx="32004" cy="9525"/>
          </a:xfrm>
          <a:prstGeom xmlns:a="http://schemas.openxmlformats.org/drawingml/2006/main" prst="line">
            <a:avLst/>
          </a:prstGeom>
          <a:noFill xmlns:a="http://schemas.openxmlformats.org/drawingml/2006/main"/>
          <a:ln xmlns:a="http://schemas.openxmlformats.org/drawingml/2006/main" w="20003">
            <a:solidFill>
              <a:srgbClr val="111111"/>
            </a:solidFill>
            <a:prstDash val="solid"/>
          </a:ln>
        </p:spPr>
      </p:sp>
      <p:sp>
        <p:nvSpPr>
          <p:cNvPr id="65" name="laptop-gear-tooth-3">
            <a:extLst xmlns:a="http://schemas.openxmlformats.org/drawingml/2006/main">
              <a:ext uri="{FF2B5EF4-FFF2-40B4-BE49-F238E27FC236}">
                <a16:creationId xmlns:a16="http://schemas.microsoft.com/office/drawing/2014/main" id="{E274451A-CAB4-4861-AD74-8EF026B1E299}"/>
              </a:ext>
            </a:extLst>
          </p:cNvPr>
          <p:cNvSpPr>
            <a:spLocks xmlns:a="http://schemas.openxmlformats.org/drawingml/2006/main" noGrp="1"/>
          </p:cNvSpPr>
          <p:nvPr/>
        </p:nvSpPr>
        <p:spPr>
          <a:xfrm xmlns:a="http://schemas.openxmlformats.org/drawingml/2006/main" rot="5400000">
            <a:off x="4995863" y="3192209"/>
            <a:ext cx="32004" cy="9525"/>
          </a:xfrm>
          <a:prstGeom xmlns:a="http://schemas.openxmlformats.org/drawingml/2006/main" prst="line">
            <a:avLst/>
          </a:prstGeom>
          <a:noFill xmlns:a="http://schemas.openxmlformats.org/drawingml/2006/main"/>
          <a:ln xmlns:a="http://schemas.openxmlformats.org/drawingml/2006/main" w="20003">
            <a:solidFill>
              <a:srgbClr val="111111"/>
            </a:solidFill>
            <a:prstDash val="solid"/>
          </a:ln>
        </p:spPr>
      </p:sp>
      <p:sp>
        <p:nvSpPr>
          <p:cNvPr id="66" name="laptop-gear-tooth-4">
            <a:extLst xmlns:a="http://schemas.openxmlformats.org/drawingml/2006/main">
              <a:ext uri="{FF2B5EF4-FFF2-40B4-BE49-F238E27FC236}">
                <a16:creationId xmlns:a16="http://schemas.microsoft.com/office/drawing/2014/main" id="{6768B783-FC96-420C-BE70-1B1DD906C5E6}"/>
              </a:ext>
            </a:extLst>
          </p:cNvPr>
          <p:cNvSpPr>
            <a:spLocks xmlns:a="http://schemas.openxmlformats.org/drawingml/2006/main" noGrp="1"/>
          </p:cNvSpPr>
          <p:nvPr/>
        </p:nvSpPr>
        <p:spPr>
          <a:xfrm xmlns:a="http://schemas.openxmlformats.org/drawingml/2006/main" rot="8100000">
            <a:off x="4947773" y="3172289"/>
            <a:ext cx="32004" cy="9525"/>
          </a:xfrm>
          <a:prstGeom xmlns:a="http://schemas.openxmlformats.org/drawingml/2006/main" prst="line">
            <a:avLst/>
          </a:prstGeom>
          <a:noFill xmlns:a="http://schemas.openxmlformats.org/drawingml/2006/main"/>
          <a:ln xmlns:a="http://schemas.openxmlformats.org/drawingml/2006/main" w="20003">
            <a:solidFill>
              <a:srgbClr val="111111"/>
            </a:solidFill>
            <a:prstDash val="solid"/>
          </a:ln>
        </p:spPr>
      </p:sp>
      <p:sp>
        <p:nvSpPr>
          <p:cNvPr id="67" name="laptop-gear-tooth-5">
            <a:extLst xmlns:a="http://schemas.openxmlformats.org/drawingml/2006/main">
              <a:ext uri="{FF2B5EF4-FFF2-40B4-BE49-F238E27FC236}">
                <a16:creationId xmlns:a16="http://schemas.microsoft.com/office/drawing/2014/main" id="{1D9CD5AE-0F15-4DE2-8ACD-09EBFF220DA8}"/>
              </a:ext>
            </a:extLst>
          </p:cNvPr>
          <p:cNvSpPr>
            <a:spLocks xmlns:a="http://schemas.openxmlformats.org/drawingml/2006/main" noGrp="1"/>
          </p:cNvSpPr>
          <p:nvPr/>
        </p:nvSpPr>
        <p:spPr>
          <a:xfrm xmlns:a="http://schemas.openxmlformats.org/drawingml/2006/main" rot="10800000">
            <a:off x="4927854" y="3124200"/>
            <a:ext cx="32004" cy="9525"/>
          </a:xfrm>
          <a:prstGeom xmlns:a="http://schemas.openxmlformats.org/drawingml/2006/main" prst="line">
            <a:avLst/>
          </a:prstGeom>
          <a:noFill xmlns:a="http://schemas.openxmlformats.org/drawingml/2006/main"/>
          <a:ln xmlns:a="http://schemas.openxmlformats.org/drawingml/2006/main" w="20003">
            <a:solidFill>
              <a:srgbClr val="111111"/>
            </a:solidFill>
            <a:prstDash val="solid"/>
          </a:ln>
        </p:spPr>
      </p:sp>
      <p:sp>
        <p:nvSpPr>
          <p:cNvPr id="68" name="laptop-gear-tooth-6">
            <a:extLst xmlns:a="http://schemas.openxmlformats.org/drawingml/2006/main">
              <a:ext uri="{FF2B5EF4-FFF2-40B4-BE49-F238E27FC236}">
                <a16:creationId xmlns:a16="http://schemas.microsoft.com/office/drawing/2014/main" id="{13C2857B-4BE7-49C3-8C57-B3FFF5DD8115}"/>
              </a:ext>
            </a:extLst>
          </p:cNvPr>
          <p:cNvSpPr>
            <a:spLocks xmlns:a="http://schemas.openxmlformats.org/drawingml/2006/main" noGrp="1"/>
          </p:cNvSpPr>
          <p:nvPr/>
        </p:nvSpPr>
        <p:spPr>
          <a:xfrm xmlns:a="http://schemas.openxmlformats.org/drawingml/2006/main" rot="-8100000">
            <a:off x="4947773" y="3076111"/>
            <a:ext cx="32004" cy="9525"/>
          </a:xfrm>
          <a:prstGeom xmlns:a="http://schemas.openxmlformats.org/drawingml/2006/main" prst="line">
            <a:avLst/>
          </a:prstGeom>
          <a:noFill xmlns:a="http://schemas.openxmlformats.org/drawingml/2006/main"/>
          <a:ln xmlns:a="http://schemas.openxmlformats.org/drawingml/2006/main" w="20003">
            <a:solidFill>
              <a:srgbClr val="111111"/>
            </a:solidFill>
            <a:prstDash val="solid"/>
          </a:ln>
        </p:spPr>
      </p:sp>
      <p:sp>
        <p:nvSpPr>
          <p:cNvPr id="69" name="laptop-gear-tooth-7">
            <a:extLst xmlns:a="http://schemas.openxmlformats.org/drawingml/2006/main">
              <a:ext uri="{FF2B5EF4-FFF2-40B4-BE49-F238E27FC236}">
                <a16:creationId xmlns:a16="http://schemas.microsoft.com/office/drawing/2014/main" id="{998B0122-2D9D-4AB3-805A-B36D77521EFF}"/>
              </a:ext>
            </a:extLst>
          </p:cNvPr>
          <p:cNvSpPr>
            <a:spLocks xmlns:a="http://schemas.openxmlformats.org/drawingml/2006/main" noGrp="1"/>
          </p:cNvSpPr>
          <p:nvPr/>
        </p:nvSpPr>
        <p:spPr>
          <a:xfrm xmlns:a="http://schemas.openxmlformats.org/drawingml/2006/main" rot="-5400000">
            <a:off x="4995863" y="3056192"/>
            <a:ext cx="32004" cy="9525"/>
          </a:xfrm>
          <a:prstGeom xmlns:a="http://schemas.openxmlformats.org/drawingml/2006/main" prst="line">
            <a:avLst/>
          </a:prstGeom>
          <a:noFill xmlns:a="http://schemas.openxmlformats.org/drawingml/2006/main"/>
          <a:ln xmlns:a="http://schemas.openxmlformats.org/drawingml/2006/main" w="20003">
            <a:solidFill>
              <a:srgbClr val="111111"/>
            </a:solidFill>
            <a:prstDash val="solid"/>
          </a:ln>
        </p:spPr>
      </p:sp>
      <p:sp>
        <p:nvSpPr>
          <p:cNvPr id="70" name="laptop-gear-tooth-8">
            <a:extLst xmlns:a="http://schemas.openxmlformats.org/drawingml/2006/main">
              <a:ext uri="{FF2B5EF4-FFF2-40B4-BE49-F238E27FC236}">
                <a16:creationId xmlns:a16="http://schemas.microsoft.com/office/drawing/2014/main" id="{B171D83D-4766-452E-B00E-2CB544D533DB}"/>
              </a:ext>
            </a:extLst>
          </p:cNvPr>
          <p:cNvSpPr>
            <a:spLocks xmlns:a="http://schemas.openxmlformats.org/drawingml/2006/main" noGrp="1"/>
          </p:cNvSpPr>
          <p:nvPr/>
        </p:nvSpPr>
        <p:spPr>
          <a:xfrm xmlns:a="http://schemas.openxmlformats.org/drawingml/2006/main" rot="-2700000">
            <a:off x="5043952" y="3076111"/>
            <a:ext cx="32004" cy="9525"/>
          </a:xfrm>
          <a:prstGeom xmlns:a="http://schemas.openxmlformats.org/drawingml/2006/main" prst="line">
            <a:avLst/>
          </a:prstGeom>
          <a:noFill xmlns:a="http://schemas.openxmlformats.org/drawingml/2006/main"/>
          <a:ln xmlns:a="http://schemas.openxmlformats.org/drawingml/2006/main" w="20003">
            <a:solidFill>
              <a:srgbClr val="111111"/>
            </a:solidFill>
            <a:prstDash val="solid"/>
          </a:ln>
        </p:spPr>
      </p:sp>
      <p:sp>
        <p:nvSpPr>
          <p:cNvPr id="71" name="laptop-gear-hub">
            <a:extLst xmlns:a="http://schemas.openxmlformats.org/drawingml/2006/main">
              <a:ext uri="{FF2B5EF4-FFF2-40B4-BE49-F238E27FC236}">
                <a16:creationId xmlns:a16="http://schemas.microsoft.com/office/drawing/2014/main" id="{1CABD8ED-9905-4010-9052-D49899E9F9B6}"/>
              </a:ext>
            </a:extLst>
          </p:cNvPr>
          <p:cNvSpPr>
            <a:spLocks xmlns:a="http://schemas.openxmlformats.org/drawingml/2006/main" noGrp="1"/>
          </p:cNvSpPr>
          <p:nvPr/>
        </p:nvSpPr>
        <p:spPr>
          <a:xfrm xmlns:a="http://schemas.openxmlformats.org/drawingml/2006/main">
            <a:off x="4973860" y="3102197"/>
            <a:ext cx="44006" cy="44006"/>
          </a:xfrm>
          <a:prstGeom xmlns:a="http://schemas.openxmlformats.org/drawingml/2006/main" prst="ellipse">
            <a:avLst/>
          </a:prstGeom>
          <a:noFill xmlns:a="http://schemas.openxmlformats.org/drawingml/2006/main"/>
          <a:ln xmlns:a="http://schemas.openxmlformats.org/drawingml/2006/main" w="12002">
            <a:solidFill>
              <a:srgbClr val="111111"/>
            </a:solidFill>
            <a:prstDash val="solid"/>
          </a:ln>
        </p:spPr>
      </p:sp>
      <p:sp>
        <p:nvSpPr>
          <p:cNvPr id="72" name="implementation-description-2">
            <a:extLst xmlns:a="http://schemas.openxmlformats.org/drawingml/2006/main">
              <a:ext uri="{FF2B5EF4-FFF2-40B4-BE49-F238E27FC236}">
                <a16:creationId xmlns:a16="http://schemas.microsoft.com/office/drawing/2014/main" id="{0316F4B1-9539-4857-953A-AEFA8819DDEB}"/>
              </a:ext>
            </a:extLst>
          </p:cNvPr>
          <p:cNvSpPr>
            <a:spLocks xmlns:a="http://schemas.openxmlformats.org/drawingml/2006/main" noGrp="1"/>
          </p:cNvSpPr>
          <p:nvPr/>
        </p:nvSpPr>
        <p:spPr>
          <a:xfrm xmlns:a="http://schemas.openxmlformats.org/drawingml/2006/main">
            <a:off x="3648075" y="36766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68519"/>
          </a:bodyPr>
          <a:lstStyle xmlns:a="http://schemas.openxmlformats.org/drawingml/2006/main"/>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システム環境の構築と</a:t>
            </a:r>
          </a:p>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初期設定を行います。</a:t>
            </a:r>
          </a:p>
        </p:txBody>
      </p:sp>
      <p:sp>
        <p:nvSpPr>
          <p:cNvPr id="73" name="implementation-checklist-2">
            <a:extLst xmlns:a="http://schemas.openxmlformats.org/drawingml/2006/main">
              <a:ext uri="{FF2B5EF4-FFF2-40B4-BE49-F238E27FC236}">
                <a16:creationId xmlns:a16="http://schemas.microsoft.com/office/drawing/2014/main" id="{AF84F4D5-CCEF-4CFE-997E-5AC59DD594D1}"/>
              </a:ext>
            </a:extLst>
          </p:cNvPr>
          <p:cNvSpPr>
            <a:spLocks xmlns:a="http://schemas.openxmlformats.org/drawingml/2006/main" noGrp="1"/>
          </p:cNvSpPr>
          <p:nvPr/>
        </p:nvSpPr>
        <p:spPr>
          <a:xfrm xmlns:a="http://schemas.openxmlformats.org/drawingml/2006/main">
            <a:off x="3552825" y="4352925"/>
            <a:ext cx="2705100" cy="1524000"/>
          </a:xfrm>
          <a:prstGeom xmlns:a="http://schemas.openxmlformats.org/drawingml/2006/main" prst="rect">
            <a:avLst/>
          </a:prstGeom>
          <a:solidFill xmlns:a="http://schemas.openxmlformats.org/drawingml/2006/main">
            <a:srgbClr val="FDE7E7"/>
          </a:solidFill>
          <a:ln xmlns:a="http://schemas.openxmlformats.org/drawingml/2006/main" w="0">
            <a:noFill/>
            <a:prstDash val="solid"/>
          </a:ln>
        </p:spPr>
      </p:sp>
      <p:sp>
        <p:nvSpPr>
          <p:cNvPr id="74" name="implementation-checklist-title-2">
            <a:extLst xmlns:a="http://schemas.openxmlformats.org/drawingml/2006/main">
              <a:ext uri="{FF2B5EF4-FFF2-40B4-BE49-F238E27FC236}">
                <a16:creationId xmlns:a16="http://schemas.microsoft.com/office/drawing/2014/main" id="{FB7DB778-F778-4864-BFB6-7F3D4E195F30}"/>
              </a:ext>
            </a:extLst>
          </p:cNvPr>
          <p:cNvSpPr>
            <a:spLocks xmlns:a="http://schemas.openxmlformats.org/drawingml/2006/main" noGrp="1"/>
          </p:cNvSpPr>
          <p:nvPr/>
        </p:nvSpPr>
        <p:spPr>
          <a:xfrm xmlns:a="http://schemas.openxmlformats.org/drawingml/2006/main">
            <a:off x="3724275" y="44577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1111"/>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主な実施内容</a:t>
            </a:r>
          </a:p>
        </p:txBody>
      </p:sp>
      <p:sp>
        <p:nvSpPr>
          <p:cNvPr id="75" name="implementation-check-2-1-box">
            <a:extLst xmlns:a="http://schemas.openxmlformats.org/drawingml/2006/main">
              <a:ext uri="{FF2B5EF4-FFF2-40B4-BE49-F238E27FC236}">
                <a16:creationId xmlns:a16="http://schemas.microsoft.com/office/drawing/2014/main" id="{BE540DFE-A096-4665-A850-4719606FB0F0}"/>
              </a:ext>
            </a:extLst>
          </p:cNvPr>
          <p:cNvSpPr>
            <a:spLocks xmlns:a="http://schemas.openxmlformats.org/drawingml/2006/main" noGrp="1"/>
          </p:cNvSpPr>
          <p:nvPr/>
        </p:nvSpPr>
        <p:spPr>
          <a:xfrm xmlns:a="http://schemas.openxmlformats.org/drawingml/2006/main">
            <a:off x="3733800" y="481012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76" name="implementation-check-2-1-check-a">
            <a:extLst xmlns:a="http://schemas.openxmlformats.org/drawingml/2006/main">
              <a:ext uri="{FF2B5EF4-FFF2-40B4-BE49-F238E27FC236}">
                <a16:creationId xmlns:a16="http://schemas.microsoft.com/office/drawing/2014/main" id="{0CFFB20B-F90F-4DAE-87EE-DF228DE4C9D0}"/>
              </a:ext>
            </a:extLst>
          </p:cNvPr>
          <p:cNvSpPr>
            <a:spLocks xmlns:a="http://schemas.openxmlformats.org/drawingml/2006/main" noGrp="1"/>
          </p:cNvSpPr>
          <p:nvPr/>
        </p:nvSpPr>
        <p:spPr>
          <a:xfrm xmlns:a="http://schemas.openxmlformats.org/drawingml/2006/main" rot="3187806">
            <a:off x="3771900" y="489585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77" name="implementation-check-2-1-check-b">
            <a:extLst xmlns:a="http://schemas.openxmlformats.org/drawingml/2006/main">
              <a:ext uri="{FF2B5EF4-FFF2-40B4-BE49-F238E27FC236}">
                <a16:creationId xmlns:a16="http://schemas.microsoft.com/office/drawing/2014/main" id="{DD0ACB6C-06CE-4628-8E96-7F0856FAE5D6}"/>
              </a:ext>
            </a:extLst>
          </p:cNvPr>
          <p:cNvSpPr>
            <a:spLocks xmlns:a="http://schemas.openxmlformats.org/drawingml/2006/main" noGrp="1"/>
          </p:cNvSpPr>
          <p:nvPr/>
        </p:nvSpPr>
        <p:spPr>
          <a:xfrm xmlns:a="http://schemas.openxmlformats.org/drawingml/2006/main" rot="-3127501">
            <a:off x="3800475" y="493395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78" name="implementation-check-label-2-1">
            <a:extLst xmlns:a="http://schemas.openxmlformats.org/drawingml/2006/main">
              <a:ext uri="{FF2B5EF4-FFF2-40B4-BE49-F238E27FC236}">
                <a16:creationId xmlns:a16="http://schemas.microsoft.com/office/drawing/2014/main" id="{BCA8C078-36F5-4319-8632-3E3A3D5EF2B9}"/>
              </a:ext>
            </a:extLst>
          </p:cNvPr>
          <p:cNvSpPr>
            <a:spLocks xmlns:a="http://schemas.openxmlformats.org/drawingml/2006/main" noGrp="1"/>
          </p:cNvSpPr>
          <p:nvPr/>
        </p:nvSpPr>
        <p:spPr>
          <a:xfrm xmlns:a="http://schemas.openxmlformats.org/drawingml/2006/main">
            <a:off x="3981450" y="47910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システム環境の構築</a:t>
            </a:r>
          </a:p>
        </p:txBody>
      </p:sp>
      <p:sp>
        <p:nvSpPr>
          <p:cNvPr id="79" name="implementation-check-2-2-box">
            <a:extLst xmlns:a="http://schemas.openxmlformats.org/drawingml/2006/main">
              <a:ext uri="{FF2B5EF4-FFF2-40B4-BE49-F238E27FC236}">
                <a16:creationId xmlns:a16="http://schemas.microsoft.com/office/drawing/2014/main" id="{36349A6B-90C2-4DD8-860E-CA2CC685A32A}"/>
              </a:ext>
            </a:extLst>
          </p:cNvPr>
          <p:cNvSpPr>
            <a:spLocks xmlns:a="http://schemas.openxmlformats.org/drawingml/2006/main" noGrp="1"/>
          </p:cNvSpPr>
          <p:nvPr/>
        </p:nvSpPr>
        <p:spPr>
          <a:xfrm xmlns:a="http://schemas.openxmlformats.org/drawingml/2006/main">
            <a:off x="3733800" y="506730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80" name="implementation-check-2-2-check-a">
            <a:extLst xmlns:a="http://schemas.openxmlformats.org/drawingml/2006/main">
              <a:ext uri="{FF2B5EF4-FFF2-40B4-BE49-F238E27FC236}">
                <a16:creationId xmlns:a16="http://schemas.microsoft.com/office/drawing/2014/main" id="{27C78417-1468-4A52-AA0C-6CAE9DB54342}"/>
              </a:ext>
            </a:extLst>
          </p:cNvPr>
          <p:cNvSpPr>
            <a:spLocks xmlns:a="http://schemas.openxmlformats.org/drawingml/2006/main" noGrp="1"/>
          </p:cNvSpPr>
          <p:nvPr/>
        </p:nvSpPr>
        <p:spPr>
          <a:xfrm xmlns:a="http://schemas.openxmlformats.org/drawingml/2006/main" rot="3187806">
            <a:off x="3771900" y="515302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81" name="implementation-check-2-2-check-b">
            <a:extLst xmlns:a="http://schemas.openxmlformats.org/drawingml/2006/main">
              <a:ext uri="{FF2B5EF4-FFF2-40B4-BE49-F238E27FC236}">
                <a16:creationId xmlns:a16="http://schemas.microsoft.com/office/drawing/2014/main" id="{0155E15D-8C88-4CE8-A433-94B4C975C5A4}"/>
              </a:ext>
            </a:extLst>
          </p:cNvPr>
          <p:cNvSpPr>
            <a:spLocks xmlns:a="http://schemas.openxmlformats.org/drawingml/2006/main" noGrp="1"/>
          </p:cNvSpPr>
          <p:nvPr/>
        </p:nvSpPr>
        <p:spPr>
          <a:xfrm xmlns:a="http://schemas.openxmlformats.org/drawingml/2006/main" rot="-3127501">
            <a:off x="3800475" y="519112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82" name="implementation-check-label-2-2">
            <a:extLst xmlns:a="http://schemas.openxmlformats.org/drawingml/2006/main">
              <a:ext uri="{FF2B5EF4-FFF2-40B4-BE49-F238E27FC236}">
                <a16:creationId xmlns:a16="http://schemas.microsoft.com/office/drawing/2014/main" id="{49548FA7-F849-433D-964D-AD07AF9A15DB}"/>
              </a:ext>
            </a:extLst>
          </p:cNvPr>
          <p:cNvSpPr>
            <a:spLocks xmlns:a="http://schemas.openxmlformats.org/drawingml/2006/main" noGrp="1"/>
          </p:cNvSpPr>
          <p:nvPr/>
        </p:nvSpPr>
        <p:spPr>
          <a:xfrm xmlns:a="http://schemas.openxmlformats.org/drawingml/2006/main">
            <a:off x="3981450" y="50482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データ連携設定</a:t>
            </a:r>
          </a:p>
        </p:txBody>
      </p:sp>
      <p:sp>
        <p:nvSpPr>
          <p:cNvPr id="83" name="implementation-check-2-3-box">
            <a:extLst xmlns:a="http://schemas.openxmlformats.org/drawingml/2006/main">
              <a:ext uri="{FF2B5EF4-FFF2-40B4-BE49-F238E27FC236}">
                <a16:creationId xmlns:a16="http://schemas.microsoft.com/office/drawing/2014/main" id="{82B39D43-8F54-4DC8-8BA6-64E0AFC01FE9}"/>
              </a:ext>
            </a:extLst>
          </p:cNvPr>
          <p:cNvSpPr>
            <a:spLocks xmlns:a="http://schemas.openxmlformats.org/drawingml/2006/main" noGrp="1"/>
          </p:cNvSpPr>
          <p:nvPr/>
        </p:nvSpPr>
        <p:spPr>
          <a:xfrm xmlns:a="http://schemas.openxmlformats.org/drawingml/2006/main">
            <a:off x="3733800" y="532447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84" name="implementation-check-2-3-check-a">
            <a:extLst xmlns:a="http://schemas.openxmlformats.org/drawingml/2006/main">
              <a:ext uri="{FF2B5EF4-FFF2-40B4-BE49-F238E27FC236}">
                <a16:creationId xmlns:a16="http://schemas.microsoft.com/office/drawing/2014/main" id="{CFC0A58C-F2AC-4EA0-8F0C-4AE2174D8C08}"/>
              </a:ext>
            </a:extLst>
          </p:cNvPr>
          <p:cNvSpPr>
            <a:spLocks xmlns:a="http://schemas.openxmlformats.org/drawingml/2006/main" noGrp="1"/>
          </p:cNvSpPr>
          <p:nvPr/>
        </p:nvSpPr>
        <p:spPr>
          <a:xfrm xmlns:a="http://schemas.openxmlformats.org/drawingml/2006/main" rot="3187806">
            <a:off x="3771900" y="541020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85" name="implementation-check-2-3-check-b">
            <a:extLst xmlns:a="http://schemas.openxmlformats.org/drawingml/2006/main">
              <a:ext uri="{FF2B5EF4-FFF2-40B4-BE49-F238E27FC236}">
                <a16:creationId xmlns:a16="http://schemas.microsoft.com/office/drawing/2014/main" id="{EF9A72F2-8468-407D-ADE2-4696BAA26827}"/>
              </a:ext>
            </a:extLst>
          </p:cNvPr>
          <p:cNvSpPr>
            <a:spLocks xmlns:a="http://schemas.openxmlformats.org/drawingml/2006/main" noGrp="1"/>
          </p:cNvSpPr>
          <p:nvPr/>
        </p:nvSpPr>
        <p:spPr>
          <a:xfrm xmlns:a="http://schemas.openxmlformats.org/drawingml/2006/main" rot="-3127501">
            <a:off x="3800475" y="544830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86" name="implementation-check-label-2-3">
            <a:extLst xmlns:a="http://schemas.openxmlformats.org/drawingml/2006/main">
              <a:ext uri="{FF2B5EF4-FFF2-40B4-BE49-F238E27FC236}">
                <a16:creationId xmlns:a16="http://schemas.microsoft.com/office/drawing/2014/main" id="{E9962D1F-AE49-4AB8-8E76-B3B87DFC168A}"/>
              </a:ext>
            </a:extLst>
          </p:cNvPr>
          <p:cNvSpPr>
            <a:spLocks xmlns:a="http://schemas.openxmlformats.org/drawingml/2006/main" noGrp="1"/>
          </p:cNvSpPr>
          <p:nvPr/>
        </p:nvSpPr>
        <p:spPr>
          <a:xfrm xmlns:a="http://schemas.openxmlformats.org/drawingml/2006/main">
            <a:off x="3981450" y="530542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セキュリティ設定</a:t>
            </a:r>
          </a:p>
        </p:txBody>
      </p:sp>
      <p:sp>
        <p:nvSpPr>
          <p:cNvPr id="87" name="implementation-check-2-4-box">
            <a:extLst xmlns:a="http://schemas.openxmlformats.org/drawingml/2006/main">
              <a:ext uri="{FF2B5EF4-FFF2-40B4-BE49-F238E27FC236}">
                <a16:creationId xmlns:a16="http://schemas.microsoft.com/office/drawing/2014/main" id="{D0EC3970-861B-4489-BEC5-0D6AAD4F50E9}"/>
              </a:ext>
            </a:extLst>
          </p:cNvPr>
          <p:cNvSpPr>
            <a:spLocks xmlns:a="http://schemas.openxmlformats.org/drawingml/2006/main" noGrp="1"/>
          </p:cNvSpPr>
          <p:nvPr/>
        </p:nvSpPr>
        <p:spPr>
          <a:xfrm xmlns:a="http://schemas.openxmlformats.org/drawingml/2006/main">
            <a:off x="3733800" y="558165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88" name="implementation-check-2-4-check-a">
            <a:extLst xmlns:a="http://schemas.openxmlformats.org/drawingml/2006/main">
              <a:ext uri="{FF2B5EF4-FFF2-40B4-BE49-F238E27FC236}">
                <a16:creationId xmlns:a16="http://schemas.microsoft.com/office/drawing/2014/main" id="{540E0749-9005-489C-9858-363FC307D7D0}"/>
              </a:ext>
            </a:extLst>
          </p:cNvPr>
          <p:cNvSpPr>
            <a:spLocks xmlns:a="http://schemas.openxmlformats.org/drawingml/2006/main" noGrp="1"/>
          </p:cNvSpPr>
          <p:nvPr/>
        </p:nvSpPr>
        <p:spPr>
          <a:xfrm xmlns:a="http://schemas.openxmlformats.org/drawingml/2006/main" rot="3187806">
            <a:off x="3771900" y="566737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89" name="implementation-check-2-4-check-b">
            <a:extLst xmlns:a="http://schemas.openxmlformats.org/drawingml/2006/main">
              <a:ext uri="{FF2B5EF4-FFF2-40B4-BE49-F238E27FC236}">
                <a16:creationId xmlns:a16="http://schemas.microsoft.com/office/drawing/2014/main" id="{4EF47168-A82E-44C5-9598-00D73A190EDA}"/>
              </a:ext>
            </a:extLst>
          </p:cNvPr>
          <p:cNvSpPr>
            <a:spLocks xmlns:a="http://schemas.openxmlformats.org/drawingml/2006/main" noGrp="1"/>
          </p:cNvSpPr>
          <p:nvPr/>
        </p:nvSpPr>
        <p:spPr>
          <a:xfrm xmlns:a="http://schemas.openxmlformats.org/drawingml/2006/main" rot="-3127501">
            <a:off x="3800475" y="570547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90" name="implementation-check-label-2-4">
            <a:extLst xmlns:a="http://schemas.openxmlformats.org/drawingml/2006/main">
              <a:ext uri="{FF2B5EF4-FFF2-40B4-BE49-F238E27FC236}">
                <a16:creationId xmlns:a16="http://schemas.microsoft.com/office/drawing/2014/main" id="{AADC74B2-6B6F-4BC6-9D68-C86713543F17}"/>
              </a:ext>
            </a:extLst>
          </p:cNvPr>
          <p:cNvSpPr>
            <a:spLocks xmlns:a="http://schemas.openxmlformats.org/drawingml/2006/main" noGrp="1"/>
          </p:cNvSpPr>
          <p:nvPr/>
        </p:nvSpPr>
        <p:spPr>
          <a:xfrm xmlns:a="http://schemas.openxmlformats.org/drawingml/2006/main">
            <a:off x="3981450" y="55626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テスト環境の準備</a:t>
            </a:r>
          </a:p>
        </p:txBody>
      </p:sp>
      <p:sp>
        <p:nvSpPr>
          <p:cNvPr id="91" name="implementation-icon-circle-3">
            <a:extLst xmlns:a="http://schemas.openxmlformats.org/drawingml/2006/main">
              <a:ext uri="{FF2B5EF4-FFF2-40B4-BE49-F238E27FC236}">
                <a16:creationId xmlns:a16="http://schemas.microsoft.com/office/drawing/2014/main" id="{58D0353E-F0E7-459D-829E-6FDF098C8449}"/>
              </a:ext>
            </a:extLst>
          </p:cNvPr>
          <p:cNvSpPr>
            <a:spLocks xmlns:a="http://schemas.openxmlformats.org/drawingml/2006/main" noGrp="1"/>
          </p:cNvSpPr>
          <p:nvPr/>
        </p:nvSpPr>
        <p:spPr>
          <a:xfrm xmlns:a="http://schemas.openxmlformats.org/drawingml/2006/main">
            <a:off x="7543800" y="2724150"/>
            <a:ext cx="819150" cy="8191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77843886-09FF-494A-A314-6ADB080A4D0F}"/>
              </a:ext>
            </a:extLst>
          </p:cNvPr>
          <p:cNvSpPr>
            <a:spLocks xmlns:a="http://schemas.openxmlformats.org/drawingml/2006/main" noGrp="1"/>
          </p:cNvSpPr>
          <p:nvPr/>
        </p:nvSpPr>
        <p:spPr>
          <a:xfrm xmlns:a="http://schemas.openxmlformats.org/drawingml/2006/main">
            <a:off x="7877175" y="2905125"/>
            <a:ext cx="152400" cy="152400"/>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93" name="">
            <a:extLst xmlns:a="http://schemas.openxmlformats.org/drawingml/2006/main">
              <a:ext uri="{FF2B5EF4-FFF2-40B4-BE49-F238E27FC236}">
                <a16:creationId xmlns:a16="http://schemas.microsoft.com/office/drawing/2014/main" id="{524DC2DA-D763-4657-A695-E08524F9AB95}"/>
              </a:ext>
            </a:extLst>
          </p:cNvPr>
          <p:cNvSpPr>
            <a:spLocks xmlns:a="http://schemas.openxmlformats.org/drawingml/2006/main" noGrp="1"/>
          </p:cNvSpPr>
          <p:nvPr/>
        </p:nvSpPr>
        <p:spPr>
          <a:xfrm xmlns:a="http://schemas.openxmlformats.org/drawingml/2006/main">
            <a:off x="7662863" y="2967038"/>
            <a:ext cx="123825" cy="12382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94" name="">
            <a:extLst xmlns:a="http://schemas.openxmlformats.org/drawingml/2006/main">
              <a:ext uri="{FF2B5EF4-FFF2-40B4-BE49-F238E27FC236}">
                <a16:creationId xmlns:a16="http://schemas.microsoft.com/office/drawing/2014/main" id="{FFB9EC26-D736-4199-84BF-E3E28B1674E6}"/>
              </a:ext>
            </a:extLst>
          </p:cNvPr>
          <p:cNvSpPr>
            <a:spLocks xmlns:a="http://schemas.openxmlformats.org/drawingml/2006/main" noGrp="1"/>
          </p:cNvSpPr>
          <p:nvPr/>
        </p:nvSpPr>
        <p:spPr>
          <a:xfrm xmlns:a="http://schemas.openxmlformats.org/drawingml/2006/main">
            <a:off x="8120063" y="2967038"/>
            <a:ext cx="123825" cy="123825"/>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95" name="">
            <a:extLst xmlns:a="http://schemas.openxmlformats.org/drawingml/2006/main">
              <a:ext uri="{FF2B5EF4-FFF2-40B4-BE49-F238E27FC236}">
                <a16:creationId xmlns:a16="http://schemas.microsoft.com/office/drawing/2014/main" id="{834639AE-7972-403D-88FA-7754E703C3AE}"/>
              </a:ext>
            </a:extLst>
          </p:cNvPr>
          <p:cNvSpPr>
            <a:spLocks xmlns:a="http://schemas.openxmlformats.org/drawingml/2006/main" noGrp="1"/>
          </p:cNvSpPr>
          <p:nvPr/>
        </p:nvSpPr>
        <p:spPr>
          <a:xfrm xmlns:a="http://schemas.openxmlformats.org/drawingml/2006/main" rot="-5400000">
            <a:off x="7743825" y="3362325"/>
            <a:ext cx="171450"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96" name="">
            <a:extLst xmlns:a="http://schemas.openxmlformats.org/drawingml/2006/main">
              <a:ext uri="{FF2B5EF4-FFF2-40B4-BE49-F238E27FC236}">
                <a16:creationId xmlns:a16="http://schemas.microsoft.com/office/drawing/2014/main" id="{320FB111-45FE-46C3-AA5F-70655F1AAD50}"/>
              </a:ext>
            </a:extLst>
          </p:cNvPr>
          <p:cNvSpPr>
            <a:spLocks xmlns:a="http://schemas.openxmlformats.org/drawingml/2006/main" noGrp="1"/>
          </p:cNvSpPr>
          <p:nvPr/>
        </p:nvSpPr>
        <p:spPr>
          <a:xfrm xmlns:a="http://schemas.openxmlformats.org/drawingml/2006/main" rot="-5400000">
            <a:off x="8162925" y="3362325"/>
            <a:ext cx="171450"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97" name="">
            <a:extLst xmlns:a="http://schemas.openxmlformats.org/drawingml/2006/main">
              <a:ext uri="{FF2B5EF4-FFF2-40B4-BE49-F238E27FC236}">
                <a16:creationId xmlns:a16="http://schemas.microsoft.com/office/drawing/2014/main" id="{D86C9393-00BD-45CC-82D6-8E801B4059BE}"/>
              </a:ext>
            </a:extLst>
          </p:cNvPr>
          <p:cNvSpPr>
            <a:spLocks xmlns:a="http://schemas.openxmlformats.org/drawingml/2006/main" noGrp="1"/>
          </p:cNvSpPr>
          <p:nvPr/>
        </p:nvSpPr>
        <p:spPr>
          <a:xfrm xmlns:a="http://schemas.openxmlformats.org/drawingml/2006/main" rot="-5400000">
            <a:off x="7591425" y="3362325"/>
            <a:ext cx="114300"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98" name="">
            <a:extLst xmlns:a="http://schemas.openxmlformats.org/drawingml/2006/main">
              <a:ext uri="{FF2B5EF4-FFF2-40B4-BE49-F238E27FC236}">
                <a16:creationId xmlns:a16="http://schemas.microsoft.com/office/drawing/2014/main" id="{98994F39-B3CD-4C77-ABD8-CD009B9394AC}"/>
              </a:ext>
            </a:extLst>
          </p:cNvPr>
          <p:cNvSpPr>
            <a:spLocks xmlns:a="http://schemas.openxmlformats.org/drawingml/2006/main" noGrp="1"/>
          </p:cNvSpPr>
          <p:nvPr/>
        </p:nvSpPr>
        <p:spPr>
          <a:xfrm xmlns:a="http://schemas.openxmlformats.org/drawingml/2006/main" rot="-5400000">
            <a:off x="8315325" y="3362325"/>
            <a:ext cx="114300"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99" name="">
            <a:extLst xmlns:a="http://schemas.openxmlformats.org/drawingml/2006/main">
              <a:ext uri="{FF2B5EF4-FFF2-40B4-BE49-F238E27FC236}">
                <a16:creationId xmlns:a16="http://schemas.microsoft.com/office/drawing/2014/main" id="{3E34A635-915E-446F-9120-12FA31184AB8}"/>
              </a:ext>
            </a:extLst>
          </p:cNvPr>
          <p:cNvSpPr>
            <a:spLocks xmlns:a="http://schemas.openxmlformats.org/drawingml/2006/main" noGrp="1"/>
          </p:cNvSpPr>
          <p:nvPr/>
        </p:nvSpPr>
        <p:spPr>
          <a:xfrm xmlns:a="http://schemas.openxmlformats.org/drawingml/2006/main">
            <a:off x="7743825" y="3124200"/>
            <a:ext cx="419100" cy="400050"/>
          </a:xfrm>
          <a:prstGeom xmlns:a="http://schemas.openxmlformats.org/drawingml/2006/main" prst="arc">
            <a:avLst/>
          </a:prstGeom>
          <a:noFill xmlns:a="http://schemas.openxmlformats.org/drawingml/2006/main"/>
          <a:ln xmlns:a="http://schemas.openxmlformats.org/drawingml/2006/main" w="28575">
            <a:solidFill>
              <a:srgbClr val="111111"/>
            </a:solidFill>
            <a:prstDash val="solid"/>
          </a:ln>
        </p:spPr>
      </p:sp>
      <p:sp>
        <p:nvSpPr>
          <p:cNvPr id="100" name="">
            <a:extLst xmlns:a="http://schemas.openxmlformats.org/drawingml/2006/main">
              <a:ext uri="{FF2B5EF4-FFF2-40B4-BE49-F238E27FC236}">
                <a16:creationId xmlns:a16="http://schemas.microsoft.com/office/drawing/2014/main" id="{2D7617B6-8EF3-4990-B925-391FB752293D}"/>
              </a:ext>
            </a:extLst>
          </p:cNvPr>
          <p:cNvSpPr>
            <a:spLocks xmlns:a="http://schemas.openxmlformats.org/drawingml/2006/main" noGrp="1"/>
          </p:cNvSpPr>
          <p:nvPr/>
        </p:nvSpPr>
        <p:spPr>
          <a:xfrm xmlns:a="http://schemas.openxmlformats.org/drawingml/2006/main">
            <a:off x="7572375" y="3152775"/>
            <a:ext cx="247650" cy="304800"/>
          </a:xfrm>
          <a:prstGeom xmlns:a="http://schemas.openxmlformats.org/drawingml/2006/main" prst="arc">
            <a:avLst/>
          </a:prstGeom>
          <a:noFill xmlns:a="http://schemas.openxmlformats.org/drawingml/2006/main"/>
          <a:ln xmlns:a="http://schemas.openxmlformats.org/drawingml/2006/main" w="28575">
            <a:solidFill>
              <a:srgbClr val="111111"/>
            </a:solidFill>
            <a:prstDash val="solid"/>
          </a:ln>
        </p:spPr>
      </p:sp>
      <p:sp>
        <p:nvSpPr>
          <p:cNvPr id="101" name="">
            <a:extLst xmlns:a="http://schemas.openxmlformats.org/drawingml/2006/main">
              <a:ext uri="{FF2B5EF4-FFF2-40B4-BE49-F238E27FC236}">
                <a16:creationId xmlns:a16="http://schemas.microsoft.com/office/drawing/2014/main" id="{2C7CEABB-3575-436E-BEE9-2E4D6FBDA07B}"/>
              </a:ext>
            </a:extLst>
          </p:cNvPr>
          <p:cNvSpPr>
            <a:spLocks xmlns:a="http://schemas.openxmlformats.org/drawingml/2006/main" noGrp="1"/>
          </p:cNvSpPr>
          <p:nvPr/>
        </p:nvSpPr>
        <p:spPr>
          <a:xfrm xmlns:a="http://schemas.openxmlformats.org/drawingml/2006/main">
            <a:off x="8086725" y="3152775"/>
            <a:ext cx="247650" cy="304800"/>
          </a:xfrm>
          <a:prstGeom xmlns:a="http://schemas.openxmlformats.org/drawingml/2006/main" prst="arc">
            <a:avLst/>
          </a:prstGeom>
          <a:noFill xmlns:a="http://schemas.openxmlformats.org/drawingml/2006/main"/>
          <a:ln xmlns:a="http://schemas.openxmlformats.org/drawingml/2006/main" w="28575">
            <a:solidFill>
              <a:srgbClr val="111111"/>
            </a:solidFill>
            <a:prstDash val="solid"/>
          </a:ln>
        </p:spPr>
      </p:sp>
      <p:sp>
        <p:nvSpPr>
          <p:cNvPr id="102" name="implementation-description-3">
            <a:extLst xmlns:a="http://schemas.openxmlformats.org/drawingml/2006/main">
              <a:ext uri="{FF2B5EF4-FFF2-40B4-BE49-F238E27FC236}">
                <a16:creationId xmlns:a16="http://schemas.microsoft.com/office/drawing/2014/main" id="{E19C03C7-461F-4E17-BFCC-4C11BD04A24D}"/>
              </a:ext>
            </a:extLst>
          </p:cNvPr>
          <p:cNvSpPr>
            <a:spLocks xmlns:a="http://schemas.openxmlformats.org/drawingml/2006/main" noGrp="1"/>
          </p:cNvSpPr>
          <p:nvPr/>
        </p:nvSpPr>
        <p:spPr>
          <a:xfrm xmlns:a="http://schemas.openxmlformats.org/drawingml/2006/main">
            <a:off x="6686550" y="36766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68519"/>
          </a:bodyPr>
          <a:lstStyle xmlns:a="http://schemas.openxmlformats.org/drawingml/2006/main"/>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一部の部門で試験的に運用し、</a:t>
            </a:r>
          </a:p>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効果検証と改善を行います。</a:t>
            </a:r>
          </a:p>
        </p:txBody>
      </p:sp>
      <p:sp>
        <p:nvSpPr>
          <p:cNvPr id="103" name="implementation-checklist-3">
            <a:extLst xmlns:a="http://schemas.openxmlformats.org/drawingml/2006/main">
              <a:ext uri="{FF2B5EF4-FFF2-40B4-BE49-F238E27FC236}">
                <a16:creationId xmlns:a16="http://schemas.microsoft.com/office/drawing/2014/main" id="{ED39EA2C-88CC-44B6-82A8-E64764E02D3D}"/>
              </a:ext>
            </a:extLst>
          </p:cNvPr>
          <p:cNvSpPr>
            <a:spLocks xmlns:a="http://schemas.openxmlformats.org/drawingml/2006/main" noGrp="1"/>
          </p:cNvSpPr>
          <p:nvPr/>
        </p:nvSpPr>
        <p:spPr>
          <a:xfrm xmlns:a="http://schemas.openxmlformats.org/drawingml/2006/main">
            <a:off x="6591300" y="4352925"/>
            <a:ext cx="2705100" cy="1524000"/>
          </a:xfrm>
          <a:prstGeom xmlns:a="http://schemas.openxmlformats.org/drawingml/2006/main" prst="rect">
            <a:avLst/>
          </a:prstGeom>
          <a:solidFill xmlns:a="http://schemas.openxmlformats.org/drawingml/2006/main">
            <a:srgbClr val="FDE7E7"/>
          </a:solidFill>
          <a:ln xmlns:a="http://schemas.openxmlformats.org/drawingml/2006/main" w="0">
            <a:noFill/>
            <a:prstDash val="solid"/>
          </a:ln>
        </p:spPr>
      </p:sp>
      <p:sp>
        <p:nvSpPr>
          <p:cNvPr id="104" name="implementation-checklist-title-3">
            <a:extLst xmlns:a="http://schemas.openxmlformats.org/drawingml/2006/main">
              <a:ext uri="{FF2B5EF4-FFF2-40B4-BE49-F238E27FC236}">
                <a16:creationId xmlns:a16="http://schemas.microsoft.com/office/drawing/2014/main" id="{71CBAC08-0643-4F30-94F5-A8BEFE719B58}"/>
              </a:ext>
            </a:extLst>
          </p:cNvPr>
          <p:cNvSpPr>
            <a:spLocks xmlns:a="http://schemas.openxmlformats.org/drawingml/2006/main" noGrp="1"/>
          </p:cNvSpPr>
          <p:nvPr/>
        </p:nvSpPr>
        <p:spPr>
          <a:xfrm xmlns:a="http://schemas.openxmlformats.org/drawingml/2006/main">
            <a:off x="6762750" y="44577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1111"/>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主な実施内容</a:t>
            </a:r>
          </a:p>
        </p:txBody>
      </p:sp>
      <p:sp>
        <p:nvSpPr>
          <p:cNvPr id="105" name="implementation-check-3-1-box">
            <a:extLst xmlns:a="http://schemas.openxmlformats.org/drawingml/2006/main">
              <a:ext uri="{FF2B5EF4-FFF2-40B4-BE49-F238E27FC236}">
                <a16:creationId xmlns:a16="http://schemas.microsoft.com/office/drawing/2014/main" id="{AADA28DB-DC9E-4C46-BDEC-D1B3C2B6522D}"/>
              </a:ext>
            </a:extLst>
          </p:cNvPr>
          <p:cNvSpPr>
            <a:spLocks xmlns:a="http://schemas.openxmlformats.org/drawingml/2006/main" noGrp="1"/>
          </p:cNvSpPr>
          <p:nvPr/>
        </p:nvSpPr>
        <p:spPr>
          <a:xfrm xmlns:a="http://schemas.openxmlformats.org/drawingml/2006/main">
            <a:off x="6772275" y="481012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06" name="implementation-check-3-1-check-a">
            <a:extLst xmlns:a="http://schemas.openxmlformats.org/drawingml/2006/main">
              <a:ext uri="{FF2B5EF4-FFF2-40B4-BE49-F238E27FC236}">
                <a16:creationId xmlns:a16="http://schemas.microsoft.com/office/drawing/2014/main" id="{5D902E54-B68E-459E-8FF3-11BEC11AD695}"/>
              </a:ext>
            </a:extLst>
          </p:cNvPr>
          <p:cNvSpPr>
            <a:spLocks xmlns:a="http://schemas.openxmlformats.org/drawingml/2006/main" noGrp="1"/>
          </p:cNvSpPr>
          <p:nvPr/>
        </p:nvSpPr>
        <p:spPr>
          <a:xfrm xmlns:a="http://schemas.openxmlformats.org/drawingml/2006/main" rot="3187806">
            <a:off x="6810375" y="489585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07" name="implementation-check-3-1-check-b">
            <a:extLst xmlns:a="http://schemas.openxmlformats.org/drawingml/2006/main">
              <a:ext uri="{FF2B5EF4-FFF2-40B4-BE49-F238E27FC236}">
                <a16:creationId xmlns:a16="http://schemas.microsoft.com/office/drawing/2014/main" id="{D401E4DB-FA68-4915-BAB3-0B54619A3DE4}"/>
              </a:ext>
            </a:extLst>
          </p:cNvPr>
          <p:cNvSpPr>
            <a:spLocks xmlns:a="http://schemas.openxmlformats.org/drawingml/2006/main" noGrp="1"/>
          </p:cNvSpPr>
          <p:nvPr/>
        </p:nvSpPr>
        <p:spPr>
          <a:xfrm xmlns:a="http://schemas.openxmlformats.org/drawingml/2006/main" rot="-3127501">
            <a:off x="6838950" y="493395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08" name="implementation-check-label-3-1">
            <a:extLst xmlns:a="http://schemas.openxmlformats.org/drawingml/2006/main">
              <a:ext uri="{FF2B5EF4-FFF2-40B4-BE49-F238E27FC236}">
                <a16:creationId xmlns:a16="http://schemas.microsoft.com/office/drawing/2014/main" id="{3CF89327-5557-4D37-846F-745A627977B9}"/>
              </a:ext>
            </a:extLst>
          </p:cNvPr>
          <p:cNvSpPr>
            <a:spLocks xmlns:a="http://schemas.openxmlformats.org/drawingml/2006/main" noGrp="1"/>
          </p:cNvSpPr>
          <p:nvPr/>
        </p:nvSpPr>
        <p:spPr>
          <a:xfrm xmlns:a="http://schemas.openxmlformats.org/drawingml/2006/main">
            <a:off x="7019925" y="47910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対象部門での試験運用</a:t>
            </a:r>
          </a:p>
        </p:txBody>
      </p:sp>
      <p:sp>
        <p:nvSpPr>
          <p:cNvPr id="109" name="implementation-check-3-2-box">
            <a:extLst xmlns:a="http://schemas.openxmlformats.org/drawingml/2006/main">
              <a:ext uri="{FF2B5EF4-FFF2-40B4-BE49-F238E27FC236}">
                <a16:creationId xmlns:a16="http://schemas.microsoft.com/office/drawing/2014/main" id="{29049332-44DB-4DEB-BF71-651395AAC97C}"/>
              </a:ext>
            </a:extLst>
          </p:cNvPr>
          <p:cNvSpPr>
            <a:spLocks xmlns:a="http://schemas.openxmlformats.org/drawingml/2006/main" noGrp="1"/>
          </p:cNvSpPr>
          <p:nvPr/>
        </p:nvSpPr>
        <p:spPr>
          <a:xfrm xmlns:a="http://schemas.openxmlformats.org/drawingml/2006/main">
            <a:off x="6772275" y="506730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10" name="implementation-check-3-2-check-a">
            <a:extLst xmlns:a="http://schemas.openxmlformats.org/drawingml/2006/main">
              <a:ext uri="{FF2B5EF4-FFF2-40B4-BE49-F238E27FC236}">
                <a16:creationId xmlns:a16="http://schemas.microsoft.com/office/drawing/2014/main" id="{D61B7592-0AB9-4804-B904-C9B34ED74EEC}"/>
              </a:ext>
            </a:extLst>
          </p:cNvPr>
          <p:cNvSpPr>
            <a:spLocks xmlns:a="http://schemas.openxmlformats.org/drawingml/2006/main" noGrp="1"/>
          </p:cNvSpPr>
          <p:nvPr/>
        </p:nvSpPr>
        <p:spPr>
          <a:xfrm xmlns:a="http://schemas.openxmlformats.org/drawingml/2006/main" rot="3187806">
            <a:off x="6810375" y="515302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11" name="implementation-check-3-2-check-b">
            <a:extLst xmlns:a="http://schemas.openxmlformats.org/drawingml/2006/main">
              <a:ext uri="{FF2B5EF4-FFF2-40B4-BE49-F238E27FC236}">
                <a16:creationId xmlns:a16="http://schemas.microsoft.com/office/drawing/2014/main" id="{69C45D06-1C62-46EF-8535-3AF1D6830EB0}"/>
              </a:ext>
            </a:extLst>
          </p:cNvPr>
          <p:cNvSpPr>
            <a:spLocks xmlns:a="http://schemas.openxmlformats.org/drawingml/2006/main" noGrp="1"/>
          </p:cNvSpPr>
          <p:nvPr/>
        </p:nvSpPr>
        <p:spPr>
          <a:xfrm xmlns:a="http://schemas.openxmlformats.org/drawingml/2006/main" rot="-3127501">
            <a:off x="6838950" y="519112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12" name="implementation-check-label-3-2">
            <a:extLst xmlns:a="http://schemas.openxmlformats.org/drawingml/2006/main">
              <a:ext uri="{FF2B5EF4-FFF2-40B4-BE49-F238E27FC236}">
                <a16:creationId xmlns:a16="http://schemas.microsoft.com/office/drawing/2014/main" id="{93998973-3FA2-404E-A6CA-B98FCE8DF926}"/>
              </a:ext>
            </a:extLst>
          </p:cNvPr>
          <p:cNvSpPr>
            <a:spLocks xmlns:a="http://schemas.openxmlformats.org/drawingml/2006/main" noGrp="1"/>
          </p:cNvSpPr>
          <p:nvPr/>
        </p:nvSpPr>
        <p:spPr>
          <a:xfrm xmlns:a="http://schemas.openxmlformats.org/drawingml/2006/main">
            <a:off x="7019925" y="50482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運用状況のモニタリング</a:t>
            </a:r>
          </a:p>
        </p:txBody>
      </p:sp>
      <p:sp>
        <p:nvSpPr>
          <p:cNvPr id="113" name="implementation-check-3-3-box">
            <a:extLst xmlns:a="http://schemas.openxmlformats.org/drawingml/2006/main">
              <a:ext uri="{FF2B5EF4-FFF2-40B4-BE49-F238E27FC236}">
                <a16:creationId xmlns:a16="http://schemas.microsoft.com/office/drawing/2014/main" id="{33013F20-4CF5-4F94-B71E-B35C1CFD2FC8}"/>
              </a:ext>
            </a:extLst>
          </p:cNvPr>
          <p:cNvSpPr>
            <a:spLocks xmlns:a="http://schemas.openxmlformats.org/drawingml/2006/main" noGrp="1"/>
          </p:cNvSpPr>
          <p:nvPr/>
        </p:nvSpPr>
        <p:spPr>
          <a:xfrm xmlns:a="http://schemas.openxmlformats.org/drawingml/2006/main">
            <a:off x="6772275" y="532447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14" name="implementation-check-3-3-check-a">
            <a:extLst xmlns:a="http://schemas.openxmlformats.org/drawingml/2006/main">
              <a:ext uri="{FF2B5EF4-FFF2-40B4-BE49-F238E27FC236}">
                <a16:creationId xmlns:a16="http://schemas.microsoft.com/office/drawing/2014/main" id="{145C17E8-A32A-478C-A0F1-D46B58F99151}"/>
              </a:ext>
            </a:extLst>
          </p:cNvPr>
          <p:cNvSpPr>
            <a:spLocks xmlns:a="http://schemas.openxmlformats.org/drawingml/2006/main" noGrp="1"/>
          </p:cNvSpPr>
          <p:nvPr/>
        </p:nvSpPr>
        <p:spPr>
          <a:xfrm xmlns:a="http://schemas.openxmlformats.org/drawingml/2006/main" rot="3187806">
            <a:off x="6810375" y="541020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15" name="implementation-check-3-3-check-b">
            <a:extLst xmlns:a="http://schemas.openxmlformats.org/drawingml/2006/main">
              <a:ext uri="{FF2B5EF4-FFF2-40B4-BE49-F238E27FC236}">
                <a16:creationId xmlns:a16="http://schemas.microsoft.com/office/drawing/2014/main" id="{F7551B55-4E2D-4800-BB5E-99E7C9BAB759}"/>
              </a:ext>
            </a:extLst>
          </p:cNvPr>
          <p:cNvSpPr>
            <a:spLocks xmlns:a="http://schemas.openxmlformats.org/drawingml/2006/main" noGrp="1"/>
          </p:cNvSpPr>
          <p:nvPr/>
        </p:nvSpPr>
        <p:spPr>
          <a:xfrm xmlns:a="http://schemas.openxmlformats.org/drawingml/2006/main" rot="-3127501">
            <a:off x="6838950" y="544830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16" name="implementation-check-label-3-3">
            <a:extLst xmlns:a="http://schemas.openxmlformats.org/drawingml/2006/main">
              <a:ext uri="{FF2B5EF4-FFF2-40B4-BE49-F238E27FC236}">
                <a16:creationId xmlns:a16="http://schemas.microsoft.com/office/drawing/2014/main" id="{9C5B2027-4033-4066-9B89-9CBE7F4C325A}"/>
              </a:ext>
            </a:extLst>
          </p:cNvPr>
          <p:cNvSpPr>
            <a:spLocks xmlns:a="http://schemas.openxmlformats.org/drawingml/2006/main" noGrp="1"/>
          </p:cNvSpPr>
          <p:nvPr/>
        </p:nvSpPr>
        <p:spPr>
          <a:xfrm xmlns:a="http://schemas.openxmlformats.org/drawingml/2006/main">
            <a:off x="7019925" y="530542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課題の抽出・改善</a:t>
            </a:r>
          </a:p>
        </p:txBody>
      </p:sp>
      <p:sp>
        <p:nvSpPr>
          <p:cNvPr id="117" name="implementation-check-3-4-box">
            <a:extLst xmlns:a="http://schemas.openxmlformats.org/drawingml/2006/main">
              <a:ext uri="{FF2B5EF4-FFF2-40B4-BE49-F238E27FC236}">
                <a16:creationId xmlns:a16="http://schemas.microsoft.com/office/drawing/2014/main" id="{871C783C-CA77-43CD-8B57-8FEE7B223FA5}"/>
              </a:ext>
            </a:extLst>
          </p:cNvPr>
          <p:cNvSpPr>
            <a:spLocks xmlns:a="http://schemas.openxmlformats.org/drawingml/2006/main" noGrp="1"/>
          </p:cNvSpPr>
          <p:nvPr/>
        </p:nvSpPr>
        <p:spPr>
          <a:xfrm xmlns:a="http://schemas.openxmlformats.org/drawingml/2006/main">
            <a:off x="6772275" y="558165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18" name="implementation-check-3-4-check-a">
            <a:extLst xmlns:a="http://schemas.openxmlformats.org/drawingml/2006/main">
              <a:ext uri="{FF2B5EF4-FFF2-40B4-BE49-F238E27FC236}">
                <a16:creationId xmlns:a16="http://schemas.microsoft.com/office/drawing/2014/main" id="{2B860195-7DF8-4033-9602-83E7BD8CB4F8}"/>
              </a:ext>
            </a:extLst>
          </p:cNvPr>
          <p:cNvSpPr>
            <a:spLocks xmlns:a="http://schemas.openxmlformats.org/drawingml/2006/main" noGrp="1"/>
          </p:cNvSpPr>
          <p:nvPr/>
        </p:nvSpPr>
        <p:spPr>
          <a:xfrm xmlns:a="http://schemas.openxmlformats.org/drawingml/2006/main" rot="3187806">
            <a:off x="6810375" y="566737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19" name="implementation-check-3-4-check-b">
            <a:extLst xmlns:a="http://schemas.openxmlformats.org/drawingml/2006/main">
              <a:ext uri="{FF2B5EF4-FFF2-40B4-BE49-F238E27FC236}">
                <a16:creationId xmlns:a16="http://schemas.microsoft.com/office/drawing/2014/main" id="{FFA0DB15-91F3-4E8A-96AE-29C7F113534A}"/>
              </a:ext>
            </a:extLst>
          </p:cNvPr>
          <p:cNvSpPr>
            <a:spLocks xmlns:a="http://schemas.openxmlformats.org/drawingml/2006/main" noGrp="1"/>
          </p:cNvSpPr>
          <p:nvPr/>
        </p:nvSpPr>
        <p:spPr>
          <a:xfrm xmlns:a="http://schemas.openxmlformats.org/drawingml/2006/main" rot="-3127501">
            <a:off x="6838950" y="570547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20" name="implementation-check-label-3-4">
            <a:extLst xmlns:a="http://schemas.openxmlformats.org/drawingml/2006/main">
              <a:ext uri="{FF2B5EF4-FFF2-40B4-BE49-F238E27FC236}">
                <a16:creationId xmlns:a16="http://schemas.microsoft.com/office/drawing/2014/main" id="{FC337DD9-43F6-4B2C-9093-1ED85BD7A85A}"/>
              </a:ext>
            </a:extLst>
          </p:cNvPr>
          <p:cNvSpPr>
            <a:spLocks xmlns:a="http://schemas.openxmlformats.org/drawingml/2006/main" noGrp="1"/>
          </p:cNvSpPr>
          <p:nvPr/>
        </p:nvSpPr>
        <p:spPr>
          <a:xfrm xmlns:a="http://schemas.openxmlformats.org/drawingml/2006/main">
            <a:off x="7019925" y="55626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効果検証レポート作成</a:t>
            </a:r>
          </a:p>
        </p:txBody>
      </p:sp>
      <p:sp>
        <p:nvSpPr>
          <p:cNvPr id="121" name="implementation-icon-circle-4">
            <a:extLst xmlns:a="http://schemas.openxmlformats.org/drawingml/2006/main">
              <a:ext uri="{FF2B5EF4-FFF2-40B4-BE49-F238E27FC236}">
                <a16:creationId xmlns:a16="http://schemas.microsoft.com/office/drawing/2014/main" id="{DAEA5161-BEE1-445A-A459-4A82FA75AA79}"/>
              </a:ext>
            </a:extLst>
          </p:cNvPr>
          <p:cNvSpPr>
            <a:spLocks xmlns:a="http://schemas.openxmlformats.org/drawingml/2006/main" noGrp="1"/>
          </p:cNvSpPr>
          <p:nvPr/>
        </p:nvSpPr>
        <p:spPr>
          <a:xfrm xmlns:a="http://schemas.openxmlformats.org/drawingml/2006/main">
            <a:off x="10591800" y="2724150"/>
            <a:ext cx="819150" cy="8191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0D5CD9D2-484D-401E-8B19-479AF04B4E5F}"/>
              </a:ext>
            </a:extLst>
          </p:cNvPr>
          <p:cNvSpPr>
            <a:spLocks xmlns:a="http://schemas.openxmlformats.org/drawingml/2006/main" noGrp="1"/>
          </p:cNvSpPr>
          <p:nvPr/>
        </p:nvSpPr>
        <p:spPr>
          <a:xfrm xmlns:a="http://schemas.openxmlformats.org/drawingml/2006/main">
            <a:off x="10744200" y="3267075"/>
            <a:ext cx="76200" cy="1619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23" name="">
            <a:extLst xmlns:a="http://schemas.openxmlformats.org/drawingml/2006/main">
              <a:ext uri="{FF2B5EF4-FFF2-40B4-BE49-F238E27FC236}">
                <a16:creationId xmlns:a16="http://schemas.microsoft.com/office/drawing/2014/main" id="{38349BC9-6BB3-467C-93D1-318A84CC28BA}"/>
              </a:ext>
            </a:extLst>
          </p:cNvPr>
          <p:cNvSpPr>
            <a:spLocks xmlns:a="http://schemas.openxmlformats.org/drawingml/2006/main" noGrp="1"/>
          </p:cNvSpPr>
          <p:nvPr/>
        </p:nvSpPr>
        <p:spPr>
          <a:xfrm xmlns:a="http://schemas.openxmlformats.org/drawingml/2006/main">
            <a:off x="10896600" y="3162300"/>
            <a:ext cx="76200" cy="2667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24" name="">
            <a:extLst xmlns:a="http://schemas.openxmlformats.org/drawingml/2006/main">
              <a:ext uri="{FF2B5EF4-FFF2-40B4-BE49-F238E27FC236}">
                <a16:creationId xmlns:a16="http://schemas.microsoft.com/office/drawing/2014/main" id="{A9787DE4-0D84-46D9-81A5-C522FCB3E49C}"/>
              </a:ext>
            </a:extLst>
          </p:cNvPr>
          <p:cNvSpPr>
            <a:spLocks xmlns:a="http://schemas.openxmlformats.org/drawingml/2006/main" noGrp="1"/>
          </p:cNvSpPr>
          <p:nvPr/>
        </p:nvSpPr>
        <p:spPr>
          <a:xfrm xmlns:a="http://schemas.openxmlformats.org/drawingml/2006/main">
            <a:off x="11049000" y="3000375"/>
            <a:ext cx="76200" cy="4286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25" name="">
            <a:extLst xmlns:a="http://schemas.openxmlformats.org/drawingml/2006/main">
              <a:ext uri="{FF2B5EF4-FFF2-40B4-BE49-F238E27FC236}">
                <a16:creationId xmlns:a16="http://schemas.microsoft.com/office/drawing/2014/main" id="{77461255-BA5B-49DA-97A9-F66ED6EEF19F}"/>
              </a:ext>
            </a:extLst>
          </p:cNvPr>
          <p:cNvSpPr>
            <a:spLocks xmlns:a="http://schemas.openxmlformats.org/drawingml/2006/main" noGrp="1"/>
          </p:cNvSpPr>
          <p:nvPr/>
        </p:nvSpPr>
        <p:spPr>
          <a:xfrm xmlns:a="http://schemas.openxmlformats.org/drawingml/2006/main" rot="0">
            <a:off x="10696575" y="3429000"/>
            <a:ext cx="485775"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26" name="">
            <a:extLst xmlns:a="http://schemas.openxmlformats.org/drawingml/2006/main">
              <a:ext uri="{FF2B5EF4-FFF2-40B4-BE49-F238E27FC236}">
                <a16:creationId xmlns:a16="http://schemas.microsoft.com/office/drawing/2014/main" id="{2D4D3D80-A3AB-4EE6-8FF3-15AC217D35C3}"/>
              </a:ext>
            </a:extLst>
          </p:cNvPr>
          <p:cNvSpPr>
            <a:spLocks xmlns:a="http://schemas.openxmlformats.org/drawingml/2006/main" noGrp="1"/>
          </p:cNvSpPr>
          <p:nvPr/>
        </p:nvSpPr>
        <p:spPr>
          <a:xfrm xmlns:a="http://schemas.openxmlformats.org/drawingml/2006/main" rot="-2185851">
            <a:off x="10810875" y="3219450"/>
            <a:ext cx="497220"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27" name="">
            <a:extLst xmlns:a="http://schemas.openxmlformats.org/drawingml/2006/main">
              <a:ext uri="{FF2B5EF4-FFF2-40B4-BE49-F238E27FC236}">
                <a16:creationId xmlns:a16="http://schemas.microsoft.com/office/drawing/2014/main" id="{0046E3D0-BBB1-43C3-BFE0-5181DCBCC670}"/>
              </a:ext>
            </a:extLst>
          </p:cNvPr>
          <p:cNvSpPr>
            <a:spLocks xmlns:a="http://schemas.openxmlformats.org/drawingml/2006/main" noGrp="1"/>
          </p:cNvSpPr>
          <p:nvPr/>
        </p:nvSpPr>
        <p:spPr>
          <a:xfrm xmlns:a="http://schemas.openxmlformats.org/drawingml/2006/main" rot="6506097">
            <a:off x="11210925" y="2924175"/>
            <a:ext cx="150603"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28" name="">
            <a:extLst xmlns:a="http://schemas.openxmlformats.org/drawingml/2006/main">
              <a:ext uri="{FF2B5EF4-FFF2-40B4-BE49-F238E27FC236}">
                <a16:creationId xmlns:a16="http://schemas.microsoft.com/office/drawing/2014/main" id="{842536AE-66E4-4D71-9242-61C7E279D158}"/>
              </a:ext>
            </a:extLst>
          </p:cNvPr>
          <p:cNvSpPr>
            <a:spLocks xmlns:a="http://schemas.openxmlformats.org/drawingml/2006/main" noGrp="1"/>
          </p:cNvSpPr>
          <p:nvPr/>
        </p:nvSpPr>
        <p:spPr>
          <a:xfrm xmlns:a="http://schemas.openxmlformats.org/drawingml/2006/main" rot="9843276">
            <a:off x="11210925" y="2924175"/>
            <a:ext cx="138686"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29" name="implementation-description-4">
            <a:extLst xmlns:a="http://schemas.openxmlformats.org/drawingml/2006/main">
              <a:ext uri="{FF2B5EF4-FFF2-40B4-BE49-F238E27FC236}">
                <a16:creationId xmlns:a16="http://schemas.microsoft.com/office/drawing/2014/main" id="{BF3E2FEF-2065-4B57-93B1-B78EE1D5819A}"/>
              </a:ext>
            </a:extLst>
          </p:cNvPr>
          <p:cNvSpPr>
            <a:spLocks xmlns:a="http://schemas.openxmlformats.org/drawingml/2006/main" noGrp="1"/>
          </p:cNvSpPr>
          <p:nvPr/>
        </p:nvSpPr>
        <p:spPr>
          <a:xfrm xmlns:a="http://schemas.openxmlformats.org/drawingml/2006/main">
            <a:off x="9734550" y="36766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68519"/>
          </a:bodyPr>
          <a:lstStyle xmlns:a="http://schemas.openxmlformats.org/drawingml/2006/main"/>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全社展開に向けて段階的に</a:t>
            </a:r>
          </a:p>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対象範囲を拡大します。</a:t>
            </a:r>
          </a:p>
        </p:txBody>
      </p:sp>
      <p:sp>
        <p:nvSpPr>
          <p:cNvPr id="130" name="implementation-checklist-4">
            <a:extLst xmlns:a="http://schemas.openxmlformats.org/drawingml/2006/main">
              <a:ext uri="{FF2B5EF4-FFF2-40B4-BE49-F238E27FC236}">
                <a16:creationId xmlns:a16="http://schemas.microsoft.com/office/drawing/2014/main" id="{73076173-3071-457F-AE03-877FE82FBE01}"/>
              </a:ext>
            </a:extLst>
          </p:cNvPr>
          <p:cNvSpPr>
            <a:spLocks xmlns:a="http://schemas.openxmlformats.org/drawingml/2006/main" noGrp="1"/>
          </p:cNvSpPr>
          <p:nvPr/>
        </p:nvSpPr>
        <p:spPr>
          <a:xfrm xmlns:a="http://schemas.openxmlformats.org/drawingml/2006/main">
            <a:off x="9639300" y="4352925"/>
            <a:ext cx="2705100" cy="1524000"/>
          </a:xfrm>
          <a:prstGeom xmlns:a="http://schemas.openxmlformats.org/drawingml/2006/main" prst="rect">
            <a:avLst/>
          </a:prstGeom>
          <a:solidFill xmlns:a="http://schemas.openxmlformats.org/drawingml/2006/main">
            <a:srgbClr val="FDE7E7"/>
          </a:solidFill>
          <a:ln xmlns:a="http://schemas.openxmlformats.org/drawingml/2006/main" w="0">
            <a:noFill/>
            <a:prstDash val="solid"/>
          </a:ln>
        </p:spPr>
      </p:sp>
      <p:sp>
        <p:nvSpPr>
          <p:cNvPr id="131" name="implementation-checklist-title-4">
            <a:extLst xmlns:a="http://schemas.openxmlformats.org/drawingml/2006/main">
              <a:ext uri="{FF2B5EF4-FFF2-40B4-BE49-F238E27FC236}">
                <a16:creationId xmlns:a16="http://schemas.microsoft.com/office/drawing/2014/main" id="{4E1C45F2-7BBD-430E-A027-57DEA7E649CF}"/>
              </a:ext>
            </a:extLst>
          </p:cNvPr>
          <p:cNvSpPr>
            <a:spLocks xmlns:a="http://schemas.openxmlformats.org/drawingml/2006/main" noGrp="1"/>
          </p:cNvSpPr>
          <p:nvPr/>
        </p:nvSpPr>
        <p:spPr>
          <a:xfrm xmlns:a="http://schemas.openxmlformats.org/drawingml/2006/main">
            <a:off x="9810750" y="44577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1111"/>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主な実施内容</a:t>
            </a:r>
          </a:p>
        </p:txBody>
      </p:sp>
      <p:sp>
        <p:nvSpPr>
          <p:cNvPr id="132" name="implementation-check-4-1-box">
            <a:extLst xmlns:a="http://schemas.openxmlformats.org/drawingml/2006/main">
              <a:ext uri="{FF2B5EF4-FFF2-40B4-BE49-F238E27FC236}">
                <a16:creationId xmlns:a16="http://schemas.microsoft.com/office/drawing/2014/main" id="{7EF65EE5-C0F9-49A5-A3F4-BFE7E2B12A49}"/>
              </a:ext>
            </a:extLst>
          </p:cNvPr>
          <p:cNvSpPr>
            <a:spLocks xmlns:a="http://schemas.openxmlformats.org/drawingml/2006/main" noGrp="1"/>
          </p:cNvSpPr>
          <p:nvPr/>
        </p:nvSpPr>
        <p:spPr>
          <a:xfrm xmlns:a="http://schemas.openxmlformats.org/drawingml/2006/main">
            <a:off x="9820275" y="481012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33" name="implementation-check-4-1-check-a">
            <a:extLst xmlns:a="http://schemas.openxmlformats.org/drawingml/2006/main">
              <a:ext uri="{FF2B5EF4-FFF2-40B4-BE49-F238E27FC236}">
                <a16:creationId xmlns:a16="http://schemas.microsoft.com/office/drawing/2014/main" id="{6AC7CC2A-CB8A-4821-892C-A91558514276}"/>
              </a:ext>
            </a:extLst>
          </p:cNvPr>
          <p:cNvSpPr>
            <a:spLocks xmlns:a="http://schemas.openxmlformats.org/drawingml/2006/main" noGrp="1"/>
          </p:cNvSpPr>
          <p:nvPr/>
        </p:nvSpPr>
        <p:spPr>
          <a:xfrm xmlns:a="http://schemas.openxmlformats.org/drawingml/2006/main" rot="3187806">
            <a:off x="9858375" y="489585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34" name="implementation-check-4-1-check-b">
            <a:extLst xmlns:a="http://schemas.openxmlformats.org/drawingml/2006/main">
              <a:ext uri="{FF2B5EF4-FFF2-40B4-BE49-F238E27FC236}">
                <a16:creationId xmlns:a16="http://schemas.microsoft.com/office/drawing/2014/main" id="{056708B5-8E1C-4A60-B51B-D958844AAC21}"/>
              </a:ext>
            </a:extLst>
          </p:cNvPr>
          <p:cNvSpPr>
            <a:spLocks xmlns:a="http://schemas.openxmlformats.org/drawingml/2006/main" noGrp="1"/>
          </p:cNvSpPr>
          <p:nvPr/>
        </p:nvSpPr>
        <p:spPr>
          <a:xfrm xmlns:a="http://schemas.openxmlformats.org/drawingml/2006/main" rot="-3127501">
            <a:off x="9886950" y="493395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35" name="implementation-check-label-4-1">
            <a:extLst xmlns:a="http://schemas.openxmlformats.org/drawingml/2006/main">
              <a:ext uri="{FF2B5EF4-FFF2-40B4-BE49-F238E27FC236}">
                <a16:creationId xmlns:a16="http://schemas.microsoft.com/office/drawing/2014/main" id="{4323D190-4FD9-464F-AEE6-2F9EC7F4AB80}"/>
              </a:ext>
            </a:extLst>
          </p:cNvPr>
          <p:cNvSpPr>
            <a:spLocks xmlns:a="http://schemas.openxmlformats.org/drawingml/2006/main" noGrp="1"/>
          </p:cNvSpPr>
          <p:nvPr/>
        </p:nvSpPr>
        <p:spPr>
          <a:xfrm xmlns:a="http://schemas.openxmlformats.org/drawingml/2006/main">
            <a:off x="10067925" y="47910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対象部門の順次拡大</a:t>
            </a:r>
          </a:p>
        </p:txBody>
      </p:sp>
      <p:sp>
        <p:nvSpPr>
          <p:cNvPr id="136" name="implementation-check-4-2-box">
            <a:extLst xmlns:a="http://schemas.openxmlformats.org/drawingml/2006/main">
              <a:ext uri="{FF2B5EF4-FFF2-40B4-BE49-F238E27FC236}">
                <a16:creationId xmlns:a16="http://schemas.microsoft.com/office/drawing/2014/main" id="{8CE3F843-1FBD-44B5-AAD4-CC8638514A79}"/>
              </a:ext>
            </a:extLst>
          </p:cNvPr>
          <p:cNvSpPr>
            <a:spLocks xmlns:a="http://schemas.openxmlformats.org/drawingml/2006/main" noGrp="1"/>
          </p:cNvSpPr>
          <p:nvPr/>
        </p:nvSpPr>
        <p:spPr>
          <a:xfrm xmlns:a="http://schemas.openxmlformats.org/drawingml/2006/main">
            <a:off x="9820275" y="506730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37" name="implementation-check-4-2-check-a">
            <a:extLst xmlns:a="http://schemas.openxmlformats.org/drawingml/2006/main">
              <a:ext uri="{FF2B5EF4-FFF2-40B4-BE49-F238E27FC236}">
                <a16:creationId xmlns:a16="http://schemas.microsoft.com/office/drawing/2014/main" id="{68EC7E9C-36A7-4FAC-9BFE-CDEEFB80D3B9}"/>
              </a:ext>
            </a:extLst>
          </p:cNvPr>
          <p:cNvSpPr>
            <a:spLocks xmlns:a="http://schemas.openxmlformats.org/drawingml/2006/main" noGrp="1"/>
          </p:cNvSpPr>
          <p:nvPr/>
        </p:nvSpPr>
        <p:spPr>
          <a:xfrm xmlns:a="http://schemas.openxmlformats.org/drawingml/2006/main" rot="3187806">
            <a:off x="9858375" y="515302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38" name="implementation-check-4-2-check-b">
            <a:extLst xmlns:a="http://schemas.openxmlformats.org/drawingml/2006/main">
              <a:ext uri="{FF2B5EF4-FFF2-40B4-BE49-F238E27FC236}">
                <a16:creationId xmlns:a16="http://schemas.microsoft.com/office/drawing/2014/main" id="{62BD1E84-80CA-4248-8887-78FA1D65A1FA}"/>
              </a:ext>
            </a:extLst>
          </p:cNvPr>
          <p:cNvSpPr>
            <a:spLocks xmlns:a="http://schemas.openxmlformats.org/drawingml/2006/main" noGrp="1"/>
          </p:cNvSpPr>
          <p:nvPr/>
        </p:nvSpPr>
        <p:spPr>
          <a:xfrm xmlns:a="http://schemas.openxmlformats.org/drawingml/2006/main" rot="-3127501">
            <a:off x="9886950" y="519112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39" name="implementation-check-label-4-2">
            <a:extLst xmlns:a="http://schemas.openxmlformats.org/drawingml/2006/main">
              <a:ext uri="{FF2B5EF4-FFF2-40B4-BE49-F238E27FC236}">
                <a16:creationId xmlns:a16="http://schemas.microsoft.com/office/drawing/2014/main" id="{A8E0ECC8-C6CA-4B86-A758-614AD7FC33EE}"/>
              </a:ext>
            </a:extLst>
          </p:cNvPr>
          <p:cNvSpPr>
            <a:spLocks xmlns:a="http://schemas.openxmlformats.org/drawingml/2006/main" noGrp="1"/>
          </p:cNvSpPr>
          <p:nvPr/>
        </p:nvSpPr>
        <p:spPr>
          <a:xfrm xmlns:a="http://schemas.openxmlformats.org/drawingml/2006/main">
            <a:off x="10067925" y="50482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運用ルールの最適化</a:t>
            </a:r>
          </a:p>
        </p:txBody>
      </p:sp>
      <p:sp>
        <p:nvSpPr>
          <p:cNvPr id="140" name="implementation-check-4-3-box">
            <a:extLst xmlns:a="http://schemas.openxmlformats.org/drawingml/2006/main">
              <a:ext uri="{FF2B5EF4-FFF2-40B4-BE49-F238E27FC236}">
                <a16:creationId xmlns:a16="http://schemas.microsoft.com/office/drawing/2014/main" id="{EC7DCE58-62B0-4E34-8C0A-7A23C7B6877F}"/>
              </a:ext>
            </a:extLst>
          </p:cNvPr>
          <p:cNvSpPr>
            <a:spLocks xmlns:a="http://schemas.openxmlformats.org/drawingml/2006/main" noGrp="1"/>
          </p:cNvSpPr>
          <p:nvPr/>
        </p:nvSpPr>
        <p:spPr>
          <a:xfrm xmlns:a="http://schemas.openxmlformats.org/drawingml/2006/main">
            <a:off x="9820275" y="532447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41" name="implementation-check-4-3-check-a">
            <a:extLst xmlns:a="http://schemas.openxmlformats.org/drawingml/2006/main">
              <a:ext uri="{FF2B5EF4-FFF2-40B4-BE49-F238E27FC236}">
                <a16:creationId xmlns:a16="http://schemas.microsoft.com/office/drawing/2014/main" id="{A0FED85A-073E-49E0-ABF1-CE771C9D5A86}"/>
              </a:ext>
            </a:extLst>
          </p:cNvPr>
          <p:cNvSpPr>
            <a:spLocks xmlns:a="http://schemas.openxmlformats.org/drawingml/2006/main" noGrp="1"/>
          </p:cNvSpPr>
          <p:nvPr/>
        </p:nvSpPr>
        <p:spPr>
          <a:xfrm xmlns:a="http://schemas.openxmlformats.org/drawingml/2006/main" rot="3187806">
            <a:off x="9858375" y="541020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42" name="implementation-check-4-3-check-b">
            <a:extLst xmlns:a="http://schemas.openxmlformats.org/drawingml/2006/main">
              <a:ext uri="{FF2B5EF4-FFF2-40B4-BE49-F238E27FC236}">
                <a16:creationId xmlns:a16="http://schemas.microsoft.com/office/drawing/2014/main" id="{EFA505D9-B39A-4ECB-B3CC-6B0D841A1BA9}"/>
              </a:ext>
            </a:extLst>
          </p:cNvPr>
          <p:cNvSpPr>
            <a:spLocks xmlns:a="http://schemas.openxmlformats.org/drawingml/2006/main" noGrp="1"/>
          </p:cNvSpPr>
          <p:nvPr/>
        </p:nvSpPr>
        <p:spPr>
          <a:xfrm xmlns:a="http://schemas.openxmlformats.org/drawingml/2006/main" rot="-3127501">
            <a:off x="9886950" y="544830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43" name="implementation-check-label-4-3">
            <a:extLst xmlns:a="http://schemas.openxmlformats.org/drawingml/2006/main">
              <a:ext uri="{FF2B5EF4-FFF2-40B4-BE49-F238E27FC236}">
                <a16:creationId xmlns:a16="http://schemas.microsoft.com/office/drawing/2014/main" id="{8F2B33FB-D606-493A-8A08-B5B8015A9770}"/>
              </a:ext>
            </a:extLst>
          </p:cNvPr>
          <p:cNvSpPr>
            <a:spLocks xmlns:a="http://schemas.openxmlformats.org/drawingml/2006/main" noGrp="1"/>
          </p:cNvSpPr>
          <p:nvPr/>
        </p:nvSpPr>
        <p:spPr>
          <a:xfrm xmlns:a="http://schemas.openxmlformats.org/drawingml/2006/main">
            <a:off x="10067925" y="530542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社内トレーニング実施</a:t>
            </a:r>
          </a:p>
        </p:txBody>
      </p:sp>
      <p:sp>
        <p:nvSpPr>
          <p:cNvPr id="144" name="implementation-check-4-4-box">
            <a:extLst xmlns:a="http://schemas.openxmlformats.org/drawingml/2006/main">
              <a:ext uri="{FF2B5EF4-FFF2-40B4-BE49-F238E27FC236}">
                <a16:creationId xmlns:a16="http://schemas.microsoft.com/office/drawing/2014/main" id="{BE08AE0E-35DE-4893-B85A-36A3E562F5B5}"/>
              </a:ext>
            </a:extLst>
          </p:cNvPr>
          <p:cNvSpPr>
            <a:spLocks xmlns:a="http://schemas.openxmlformats.org/drawingml/2006/main" noGrp="1"/>
          </p:cNvSpPr>
          <p:nvPr/>
        </p:nvSpPr>
        <p:spPr>
          <a:xfrm xmlns:a="http://schemas.openxmlformats.org/drawingml/2006/main">
            <a:off x="9820275" y="558165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45" name="implementation-check-4-4-check-a">
            <a:extLst xmlns:a="http://schemas.openxmlformats.org/drawingml/2006/main">
              <a:ext uri="{FF2B5EF4-FFF2-40B4-BE49-F238E27FC236}">
                <a16:creationId xmlns:a16="http://schemas.microsoft.com/office/drawing/2014/main" id="{1A3A6FDA-6CCE-487D-8371-3ACDD9E52FF1}"/>
              </a:ext>
            </a:extLst>
          </p:cNvPr>
          <p:cNvSpPr>
            <a:spLocks xmlns:a="http://schemas.openxmlformats.org/drawingml/2006/main" noGrp="1"/>
          </p:cNvSpPr>
          <p:nvPr/>
        </p:nvSpPr>
        <p:spPr>
          <a:xfrm xmlns:a="http://schemas.openxmlformats.org/drawingml/2006/main" rot="3187806">
            <a:off x="9858375" y="566737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46" name="implementation-check-4-4-check-b">
            <a:extLst xmlns:a="http://schemas.openxmlformats.org/drawingml/2006/main">
              <a:ext uri="{FF2B5EF4-FFF2-40B4-BE49-F238E27FC236}">
                <a16:creationId xmlns:a16="http://schemas.microsoft.com/office/drawing/2014/main" id="{CE4F318C-2F5D-4247-8388-315D0304197E}"/>
              </a:ext>
            </a:extLst>
          </p:cNvPr>
          <p:cNvSpPr>
            <a:spLocks xmlns:a="http://schemas.openxmlformats.org/drawingml/2006/main" noGrp="1"/>
          </p:cNvSpPr>
          <p:nvPr/>
        </p:nvSpPr>
        <p:spPr>
          <a:xfrm xmlns:a="http://schemas.openxmlformats.org/drawingml/2006/main" rot="-3127501">
            <a:off x="9886950" y="570547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47" name="implementation-check-label-4-4">
            <a:extLst xmlns:a="http://schemas.openxmlformats.org/drawingml/2006/main">
              <a:ext uri="{FF2B5EF4-FFF2-40B4-BE49-F238E27FC236}">
                <a16:creationId xmlns:a16="http://schemas.microsoft.com/office/drawing/2014/main" id="{E3469B0A-83C6-4F2F-BD99-EA32AB52337C}"/>
              </a:ext>
            </a:extLst>
          </p:cNvPr>
          <p:cNvSpPr>
            <a:spLocks xmlns:a="http://schemas.openxmlformats.org/drawingml/2006/main" noGrp="1"/>
          </p:cNvSpPr>
          <p:nvPr/>
        </p:nvSpPr>
        <p:spPr>
          <a:xfrm xmlns:a="http://schemas.openxmlformats.org/drawingml/2006/main">
            <a:off x="10067925" y="55626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定着支援・フォローアップ</a:t>
            </a:r>
          </a:p>
        </p:txBody>
      </p:sp>
      <p:sp>
        <p:nvSpPr>
          <p:cNvPr id="148" name="implementation-icon-circle-5">
            <a:extLst xmlns:a="http://schemas.openxmlformats.org/drawingml/2006/main">
              <a:ext uri="{FF2B5EF4-FFF2-40B4-BE49-F238E27FC236}">
                <a16:creationId xmlns:a16="http://schemas.microsoft.com/office/drawing/2014/main" id="{F924D756-93C3-488A-876D-C74536430A79}"/>
              </a:ext>
            </a:extLst>
          </p:cNvPr>
          <p:cNvSpPr>
            <a:spLocks xmlns:a="http://schemas.openxmlformats.org/drawingml/2006/main" noGrp="1"/>
          </p:cNvSpPr>
          <p:nvPr/>
        </p:nvSpPr>
        <p:spPr>
          <a:xfrm xmlns:a="http://schemas.openxmlformats.org/drawingml/2006/main">
            <a:off x="13639800" y="2724150"/>
            <a:ext cx="819150" cy="819150"/>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49" name="">
            <a:extLst xmlns:a="http://schemas.openxmlformats.org/drawingml/2006/main">
              <a:ext uri="{FF2B5EF4-FFF2-40B4-BE49-F238E27FC236}">
                <a16:creationId xmlns:a16="http://schemas.microsoft.com/office/drawing/2014/main" id="{1BCD49E2-4FF6-42B4-B5CA-54E8F7BB18B8}"/>
              </a:ext>
            </a:extLst>
          </p:cNvPr>
          <p:cNvSpPr>
            <a:spLocks xmlns:a="http://schemas.openxmlformats.org/drawingml/2006/main" noGrp="1"/>
          </p:cNvSpPr>
          <p:nvPr/>
        </p:nvSpPr>
        <p:spPr>
          <a:xfrm xmlns:a="http://schemas.openxmlformats.org/drawingml/2006/main">
            <a:off x="13796963" y="2881313"/>
            <a:ext cx="504825" cy="504825"/>
          </a:xfrm>
          <a:prstGeom xmlns:a="http://schemas.openxmlformats.org/drawingml/2006/main" prst="ellipse">
            <a:avLst/>
          </a:prstGeom>
          <a:noFill xmlns:a="http://schemas.openxmlformats.org/drawingml/2006/main"/>
          <a:ln xmlns:a="http://schemas.openxmlformats.org/drawingml/2006/main" w="38100">
            <a:solidFill>
              <a:srgbClr val="111111"/>
            </a:solidFill>
            <a:prstDash val="solid"/>
          </a:ln>
        </p:spPr>
      </p:sp>
      <p:sp>
        <p:nvSpPr>
          <p:cNvPr id="150" name="">
            <a:extLst xmlns:a="http://schemas.openxmlformats.org/drawingml/2006/main">
              <a:ext uri="{FF2B5EF4-FFF2-40B4-BE49-F238E27FC236}">
                <a16:creationId xmlns:a16="http://schemas.microsoft.com/office/drawing/2014/main" id="{85ADF690-1F9B-49B3-8D69-AA4ADDCDBA43}"/>
              </a:ext>
            </a:extLst>
          </p:cNvPr>
          <p:cNvSpPr>
            <a:spLocks xmlns:a="http://schemas.openxmlformats.org/drawingml/2006/main" noGrp="1"/>
          </p:cNvSpPr>
          <p:nvPr/>
        </p:nvSpPr>
        <p:spPr>
          <a:xfrm xmlns:a="http://schemas.openxmlformats.org/drawingml/2006/main" rot="-3701955">
            <a:off x="13811250" y="3095625"/>
            <a:ext cx="140635"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51" name="">
            <a:extLst xmlns:a="http://schemas.openxmlformats.org/drawingml/2006/main">
              <a:ext uri="{FF2B5EF4-FFF2-40B4-BE49-F238E27FC236}">
                <a16:creationId xmlns:a16="http://schemas.microsoft.com/office/drawing/2014/main" id="{34161D4A-BE0E-4A31-9A45-8BA3DDBF9B71}"/>
              </a:ext>
            </a:extLst>
          </p:cNvPr>
          <p:cNvSpPr>
            <a:spLocks xmlns:a="http://schemas.openxmlformats.org/drawingml/2006/main" noGrp="1"/>
          </p:cNvSpPr>
          <p:nvPr/>
        </p:nvSpPr>
        <p:spPr>
          <a:xfrm xmlns:a="http://schemas.openxmlformats.org/drawingml/2006/main" rot="-725685">
            <a:off x="13811250" y="3095625"/>
            <a:ext cx="136377"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52" name="">
            <a:extLst xmlns:a="http://schemas.openxmlformats.org/drawingml/2006/main">
              <a:ext uri="{FF2B5EF4-FFF2-40B4-BE49-F238E27FC236}">
                <a16:creationId xmlns:a16="http://schemas.microsoft.com/office/drawing/2014/main" id="{E3EF5D71-6E96-4EDD-8F7A-E9EA249427BD}"/>
              </a:ext>
            </a:extLst>
          </p:cNvPr>
          <p:cNvSpPr>
            <a:spLocks xmlns:a="http://schemas.openxmlformats.org/drawingml/2006/main" noGrp="1"/>
          </p:cNvSpPr>
          <p:nvPr/>
        </p:nvSpPr>
        <p:spPr>
          <a:xfrm xmlns:a="http://schemas.openxmlformats.org/drawingml/2006/main" rot="7098045">
            <a:off x="14287500" y="3171825"/>
            <a:ext cx="140635"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53" name="">
            <a:extLst xmlns:a="http://schemas.openxmlformats.org/drawingml/2006/main">
              <a:ext uri="{FF2B5EF4-FFF2-40B4-BE49-F238E27FC236}">
                <a16:creationId xmlns:a16="http://schemas.microsoft.com/office/drawing/2014/main" id="{28D13132-4A30-4A3F-8674-F71F8B994459}"/>
              </a:ext>
            </a:extLst>
          </p:cNvPr>
          <p:cNvSpPr>
            <a:spLocks xmlns:a="http://schemas.openxmlformats.org/drawingml/2006/main" noGrp="1"/>
          </p:cNvSpPr>
          <p:nvPr/>
        </p:nvSpPr>
        <p:spPr>
          <a:xfrm xmlns:a="http://schemas.openxmlformats.org/drawingml/2006/main" rot="10074315">
            <a:off x="14287500" y="3171825"/>
            <a:ext cx="136377"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154" name="implementation-description-5">
            <a:extLst xmlns:a="http://schemas.openxmlformats.org/drawingml/2006/main">
              <a:ext uri="{FF2B5EF4-FFF2-40B4-BE49-F238E27FC236}">
                <a16:creationId xmlns:a16="http://schemas.microsoft.com/office/drawing/2014/main" id="{3B4B8029-C9F9-49C0-96DD-1DB4B8C83BF1}"/>
              </a:ext>
            </a:extLst>
          </p:cNvPr>
          <p:cNvSpPr>
            <a:spLocks xmlns:a="http://schemas.openxmlformats.org/drawingml/2006/main" noGrp="1"/>
          </p:cNvSpPr>
          <p:nvPr/>
        </p:nvSpPr>
        <p:spPr>
          <a:xfrm xmlns:a="http://schemas.openxmlformats.org/drawingml/2006/main">
            <a:off x="12782550" y="36766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68519"/>
          </a:bodyPr>
          <a:lstStyle xmlns:a="http://schemas.openxmlformats.org/drawingml/2006/main"/>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運用後も効果を測定し、</a:t>
            </a:r>
          </a:p>
          <a:p xmlns:a="http://schemas.openxmlformats.org/drawingml/2006/main">
            <a:pPr algn="ctr">
              <a:lnSpc>
                <a:spcPct val="100000"/>
              </a:lnSpc>
              <a:buNone/>
              <a:defRPr sz="1500">
                <a:solidFill>
                  <a:srgbClr val="111111"/>
                </a:solidFill>
                <a:latin typeface="Yu Gothic"/>
                <a:ea typeface="Yu Gothic"/>
                <a:cs typeface="Yu Gothic"/>
              </a:defRPr>
            </a:pPr>
            <a:r>
              <a:rPr sz="2025">
                <a:solidFill>
                  <a:srgbClr val="111111"/>
                </a:solidFill>
                <a:latin typeface="Yu Gothic"/>
                <a:ea typeface="Yu Gothic"/>
                <a:cs typeface="Yu Gothic"/>
              </a:rPr>
              <a:t>継続的な改善を行います。</a:t>
            </a:r>
          </a:p>
        </p:txBody>
      </p:sp>
      <p:sp>
        <p:nvSpPr>
          <p:cNvPr id="155" name="implementation-checklist-5">
            <a:extLst xmlns:a="http://schemas.openxmlformats.org/drawingml/2006/main">
              <a:ext uri="{FF2B5EF4-FFF2-40B4-BE49-F238E27FC236}">
                <a16:creationId xmlns:a16="http://schemas.microsoft.com/office/drawing/2014/main" id="{D0C62396-BEC0-4A0C-8833-A6800E9C9D48}"/>
              </a:ext>
            </a:extLst>
          </p:cNvPr>
          <p:cNvSpPr>
            <a:spLocks xmlns:a="http://schemas.openxmlformats.org/drawingml/2006/main" noGrp="1"/>
          </p:cNvSpPr>
          <p:nvPr/>
        </p:nvSpPr>
        <p:spPr>
          <a:xfrm xmlns:a="http://schemas.openxmlformats.org/drawingml/2006/main">
            <a:off x="12687300" y="4352925"/>
            <a:ext cx="2705100" cy="1524000"/>
          </a:xfrm>
          <a:prstGeom xmlns:a="http://schemas.openxmlformats.org/drawingml/2006/main" prst="rect">
            <a:avLst/>
          </a:prstGeom>
          <a:solidFill xmlns:a="http://schemas.openxmlformats.org/drawingml/2006/main">
            <a:srgbClr val="FDE7E7"/>
          </a:solidFill>
          <a:ln xmlns:a="http://schemas.openxmlformats.org/drawingml/2006/main" w="0">
            <a:noFill/>
            <a:prstDash val="solid"/>
          </a:ln>
        </p:spPr>
      </p:sp>
      <p:sp>
        <p:nvSpPr>
          <p:cNvPr id="156" name="implementation-checklist-title-5">
            <a:extLst xmlns:a="http://schemas.openxmlformats.org/drawingml/2006/main">
              <a:ext uri="{FF2B5EF4-FFF2-40B4-BE49-F238E27FC236}">
                <a16:creationId xmlns:a16="http://schemas.microsoft.com/office/drawing/2014/main" id="{C2A25CAB-D5A3-4612-B2DE-B043F22F65D5}"/>
              </a:ext>
            </a:extLst>
          </p:cNvPr>
          <p:cNvSpPr>
            <a:spLocks xmlns:a="http://schemas.openxmlformats.org/drawingml/2006/main" noGrp="1"/>
          </p:cNvSpPr>
          <p:nvPr/>
        </p:nvSpPr>
        <p:spPr>
          <a:xfrm xmlns:a="http://schemas.openxmlformats.org/drawingml/2006/main">
            <a:off x="12858750" y="44577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1111"/>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主な実施内容</a:t>
            </a:r>
          </a:p>
        </p:txBody>
      </p:sp>
      <p:sp>
        <p:nvSpPr>
          <p:cNvPr id="157" name="implementation-check-5-1-box">
            <a:extLst xmlns:a="http://schemas.openxmlformats.org/drawingml/2006/main">
              <a:ext uri="{FF2B5EF4-FFF2-40B4-BE49-F238E27FC236}">
                <a16:creationId xmlns:a16="http://schemas.microsoft.com/office/drawing/2014/main" id="{A2ACB30F-D89B-4E58-92E9-E5D931455370}"/>
              </a:ext>
            </a:extLst>
          </p:cNvPr>
          <p:cNvSpPr>
            <a:spLocks xmlns:a="http://schemas.openxmlformats.org/drawingml/2006/main" noGrp="1"/>
          </p:cNvSpPr>
          <p:nvPr/>
        </p:nvSpPr>
        <p:spPr>
          <a:xfrm xmlns:a="http://schemas.openxmlformats.org/drawingml/2006/main">
            <a:off x="12868275" y="481012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58" name="implementation-check-5-1-check-a">
            <a:extLst xmlns:a="http://schemas.openxmlformats.org/drawingml/2006/main">
              <a:ext uri="{FF2B5EF4-FFF2-40B4-BE49-F238E27FC236}">
                <a16:creationId xmlns:a16="http://schemas.microsoft.com/office/drawing/2014/main" id="{4D540ABE-78CA-432E-BBFA-98009DFE9C8B}"/>
              </a:ext>
            </a:extLst>
          </p:cNvPr>
          <p:cNvSpPr>
            <a:spLocks xmlns:a="http://schemas.openxmlformats.org/drawingml/2006/main" noGrp="1"/>
          </p:cNvSpPr>
          <p:nvPr/>
        </p:nvSpPr>
        <p:spPr>
          <a:xfrm xmlns:a="http://schemas.openxmlformats.org/drawingml/2006/main" rot="3187806">
            <a:off x="12906375" y="489585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59" name="implementation-check-5-1-check-b">
            <a:extLst xmlns:a="http://schemas.openxmlformats.org/drawingml/2006/main">
              <a:ext uri="{FF2B5EF4-FFF2-40B4-BE49-F238E27FC236}">
                <a16:creationId xmlns:a16="http://schemas.microsoft.com/office/drawing/2014/main" id="{FAB130AF-5058-49EA-B1AA-E6D24BC3FE8E}"/>
              </a:ext>
            </a:extLst>
          </p:cNvPr>
          <p:cNvSpPr>
            <a:spLocks xmlns:a="http://schemas.openxmlformats.org/drawingml/2006/main" noGrp="1"/>
          </p:cNvSpPr>
          <p:nvPr/>
        </p:nvSpPr>
        <p:spPr>
          <a:xfrm xmlns:a="http://schemas.openxmlformats.org/drawingml/2006/main" rot="-3127501">
            <a:off x="12934950" y="493395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60" name="implementation-check-label-5-1">
            <a:extLst xmlns:a="http://schemas.openxmlformats.org/drawingml/2006/main">
              <a:ext uri="{FF2B5EF4-FFF2-40B4-BE49-F238E27FC236}">
                <a16:creationId xmlns:a16="http://schemas.microsoft.com/office/drawing/2014/main" id="{D1F39210-A985-41A9-851E-C4CB563A292A}"/>
              </a:ext>
            </a:extLst>
          </p:cNvPr>
          <p:cNvSpPr>
            <a:spLocks xmlns:a="http://schemas.openxmlformats.org/drawingml/2006/main" noGrp="1"/>
          </p:cNvSpPr>
          <p:nvPr/>
        </p:nvSpPr>
        <p:spPr>
          <a:xfrm xmlns:a="http://schemas.openxmlformats.org/drawingml/2006/main">
            <a:off x="13115925" y="479107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KPIの定期モニタリング</a:t>
            </a:r>
          </a:p>
        </p:txBody>
      </p:sp>
      <p:sp>
        <p:nvSpPr>
          <p:cNvPr id="161" name="implementation-check-5-2-box">
            <a:extLst xmlns:a="http://schemas.openxmlformats.org/drawingml/2006/main">
              <a:ext uri="{FF2B5EF4-FFF2-40B4-BE49-F238E27FC236}">
                <a16:creationId xmlns:a16="http://schemas.microsoft.com/office/drawing/2014/main" id="{2CDD4751-6E20-4457-BD39-648374A83746}"/>
              </a:ext>
            </a:extLst>
          </p:cNvPr>
          <p:cNvSpPr>
            <a:spLocks xmlns:a="http://schemas.openxmlformats.org/drawingml/2006/main" noGrp="1"/>
          </p:cNvSpPr>
          <p:nvPr/>
        </p:nvSpPr>
        <p:spPr>
          <a:xfrm xmlns:a="http://schemas.openxmlformats.org/drawingml/2006/main">
            <a:off x="12868275" y="506730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62" name="implementation-check-5-2-check-a">
            <a:extLst xmlns:a="http://schemas.openxmlformats.org/drawingml/2006/main">
              <a:ext uri="{FF2B5EF4-FFF2-40B4-BE49-F238E27FC236}">
                <a16:creationId xmlns:a16="http://schemas.microsoft.com/office/drawing/2014/main" id="{596C3720-0876-4B34-8036-9C4E12F44155}"/>
              </a:ext>
            </a:extLst>
          </p:cNvPr>
          <p:cNvSpPr>
            <a:spLocks xmlns:a="http://schemas.openxmlformats.org/drawingml/2006/main" noGrp="1"/>
          </p:cNvSpPr>
          <p:nvPr/>
        </p:nvSpPr>
        <p:spPr>
          <a:xfrm xmlns:a="http://schemas.openxmlformats.org/drawingml/2006/main" rot="3187806">
            <a:off x="12906375" y="515302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63" name="implementation-check-5-2-check-b">
            <a:extLst xmlns:a="http://schemas.openxmlformats.org/drawingml/2006/main">
              <a:ext uri="{FF2B5EF4-FFF2-40B4-BE49-F238E27FC236}">
                <a16:creationId xmlns:a16="http://schemas.microsoft.com/office/drawing/2014/main" id="{BDEA57B9-2504-49C6-A6B2-4C5434A73E6C}"/>
              </a:ext>
            </a:extLst>
          </p:cNvPr>
          <p:cNvSpPr>
            <a:spLocks xmlns:a="http://schemas.openxmlformats.org/drawingml/2006/main" noGrp="1"/>
          </p:cNvSpPr>
          <p:nvPr/>
        </p:nvSpPr>
        <p:spPr>
          <a:xfrm xmlns:a="http://schemas.openxmlformats.org/drawingml/2006/main" rot="-3127501">
            <a:off x="12934950" y="519112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64" name="implementation-check-label-5-2">
            <a:extLst xmlns:a="http://schemas.openxmlformats.org/drawingml/2006/main">
              <a:ext uri="{FF2B5EF4-FFF2-40B4-BE49-F238E27FC236}">
                <a16:creationId xmlns:a16="http://schemas.microsoft.com/office/drawing/2014/main" id="{6695EAED-1236-4E1B-B989-D9DE55E71482}"/>
              </a:ext>
            </a:extLst>
          </p:cNvPr>
          <p:cNvSpPr>
            <a:spLocks xmlns:a="http://schemas.openxmlformats.org/drawingml/2006/main" noGrp="1"/>
          </p:cNvSpPr>
          <p:nvPr/>
        </p:nvSpPr>
        <p:spPr>
          <a:xfrm xmlns:a="http://schemas.openxmlformats.org/drawingml/2006/main">
            <a:off x="13115925" y="50482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機能追加・拡張の検討</a:t>
            </a:r>
          </a:p>
        </p:txBody>
      </p:sp>
      <p:sp>
        <p:nvSpPr>
          <p:cNvPr id="165" name="implementation-check-5-3-box">
            <a:extLst xmlns:a="http://schemas.openxmlformats.org/drawingml/2006/main">
              <a:ext uri="{FF2B5EF4-FFF2-40B4-BE49-F238E27FC236}">
                <a16:creationId xmlns:a16="http://schemas.microsoft.com/office/drawing/2014/main" id="{B880D297-565D-4B88-A066-A7BA272FB232}"/>
              </a:ext>
            </a:extLst>
          </p:cNvPr>
          <p:cNvSpPr>
            <a:spLocks xmlns:a="http://schemas.openxmlformats.org/drawingml/2006/main" noGrp="1"/>
          </p:cNvSpPr>
          <p:nvPr/>
        </p:nvSpPr>
        <p:spPr>
          <a:xfrm xmlns:a="http://schemas.openxmlformats.org/drawingml/2006/main">
            <a:off x="12868275" y="5324475"/>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66" name="implementation-check-5-3-check-a">
            <a:extLst xmlns:a="http://schemas.openxmlformats.org/drawingml/2006/main">
              <a:ext uri="{FF2B5EF4-FFF2-40B4-BE49-F238E27FC236}">
                <a16:creationId xmlns:a16="http://schemas.microsoft.com/office/drawing/2014/main" id="{6E033CEA-7EEF-4A99-9EC8-5F4E0C6439A2}"/>
              </a:ext>
            </a:extLst>
          </p:cNvPr>
          <p:cNvSpPr>
            <a:spLocks xmlns:a="http://schemas.openxmlformats.org/drawingml/2006/main" noGrp="1"/>
          </p:cNvSpPr>
          <p:nvPr/>
        </p:nvSpPr>
        <p:spPr>
          <a:xfrm xmlns:a="http://schemas.openxmlformats.org/drawingml/2006/main" rot="3187806">
            <a:off x="12906375" y="5410200"/>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67" name="implementation-check-5-3-check-b">
            <a:extLst xmlns:a="http://schemas.openxmlformats.org/drawingml/2006/main">
              <a:ext uri="{FF2B5EF4-FFF2-40B4-BE49-F238E27FC236}">
                <a16:creationId xmlns:a16="http://schemas.microsoft.com/office/drawing/2014/main" id="{53D495B3-EB06-4572-9285-3B0E58A56788}"/>
              </a:ext>
            </a:extLst>
          </p:cNvPr>
          <p:cNvSpPr>
            <a:spLocks xmlns:a="http://schemas.openxmlformats.org/drawingml/2006/main" noGrp="1"/>
          </p:cNvSpPr>
          <p:nvPr/>
        </p:nvSpPr>
        <p:spPr>
          <a:xfrm xmlns:a="http://schemas.openxmlformats.org/drawingml/2006/main" rot="-3127501">
            <a:off x="12934950" y="5448300"/>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68" name="implementation-check-label-5-3">
            <a:extLst xmlns:a="http://schemas.openxmlformats.org/drawingml/2006/main">
              <a:ext uri="{FF2B5EF4-FFF2-40B4-BE49-F238E27FC236}">
                <a16:creationId xmlns:a16="http://schemas.microsoft.com/office/drawing/2014/main" id="{3269CA51-3AB3-4908-A5B1-C1F6A69DFEF1}"/>
              </a:ext>
            </a:extLst>
          </p:cNvPr>
          <p:cNvSpPr>
            <a:spLocks xmlns:a="http://schemas.openxmlformats.org/drawingml/2006/main" noGrp="1"/>
          </p:cNvSpPr>
          <p:nvPr/>
        </p:nvSpPr>
        <p:spPr>
          <a:xfrm xmlns:a="http://schemas.openxmlformats.org/drawingml/2006/main">
            <a:off x="13115925" y="5305425"/>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ユーザーフィードバック反映</a:t>
            </a:r>
          </a:p>
        </p:txBody>
      </p:sp>
      <p:sp>
        <p:nvSpPr>
          <p:cNvPr id="169" name="implementation-check-5-4-box">
            <a:extLst xmlns:a="http://schemas.openxmlformats.org/drawingml/2006/main">
              <a:ext uri="{FF2B5EF4-FFF2-40B4-BE49-F238E27FC236}">
                <a16:creationId xmlns:a16="http://schemas.microsoft.com/office/drawing/2014/main" id="{F6366C0D-399B-472D-A0A0-D79D4DF680A0}"/>
              </a:ext>
            </a:extLst>
          </p:cNvPr>
          <p:cNvSpPr>
            <a:spLocks xmlns:a="http://schemas.openxmlformats.org/drawingml/2006/main" noGrp="1"/>
          </p:cNvSpPr>
          <p:nvPr/>
        </p:nvSpPr>
        <p:spPr>
          <a:xfrm xmlns:a="http://schemas.openxmlformats.org/drawingml/2006/main">
            <a:off x="12868275" y="5581650"/>
            <a:ext cx="161925" cy="161925"/>
          </a:xfrm>
          <a:prstGeom xmlns:a="http://schemas.openxmlformats.org/drawingml/2006/main" prst="roundRect">
            <a:avLst>
              <a:gd name="adj" fmla="val 47059"/>
            </a:avLst>
          </a:prstGeom>
          <a:solidFill xmlns:a="http://schemas.openxmlformats.org/drawingml/2006/main">
            <a:srgbClr val="F52323"/>
          </a:solidFill>
          <a:ln xmlns:a="http://schemas.openxmlformats.org/drawingml/2006/main" w="0">
            <a:noFill/>
            <a:prstDash val="solid"/>
          </a:ln>
        </p:spPr>
      </p:sp>
      <p:sp>
        <p:nvSpPr>
          <p:cNvPr id="170" name="implementation-check-5-4-check-a">
            <a:extLst xmlns:a="http://schemas.openxmlformats.org/drawingml/2006/main">
              <a:ext uri="{FF2B5EF4-FFF2-40B4-BE49-F238E27FC236}">
                <a16:creationId xmlns:a16="http://schemas.microsoft.com/office/drawing/2014/main" id="{9EC6B7FF-B59D-4DE8-96C3-5A0886DA8F28}"/>
              </a:ext>
            </a:extLst>
          </p:cNvPr>
          <p:cNvSpPr>
            <a:spLocks xmlns:a="http://schemas.openxmlformats.org/drawingml/2006/main" noGrp="1"/>
          </p:cNvSpPr>
          <p:nvPr/>
        </p:nvSpPr>
        <p:spPr>
          <a:xfrm xmlns:a="http://schemas.openxmlformats.org/drawingml/2006/main" rot="3187806">
            <a:off x="12906375" y="5667375"/>
            <a:ext cx="47625"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71" name="implementation-check-5-4-check-b">
            <a:extLst xmlns:a="http://schemas.openxmlformats.org/drawingml/2006/main">
              <a:ext uri="{FF2B5EF4-FFF2-40B4-BE49-F238E27FC236}">
                <a16:creationId xmlns:a16="http://schemas.microsoft.com/office/drawing/2014/main" id="{91E1DADF-A67C-4F68-A1C4-2C1071804DAA}"/>
              </a:ext>
            </a:extLst>
          </p:cNvPr>
          <p:cNvSpPr>
            <a:spLocks xmlns:a="http://schemas.openxmlformats.org/drawingml/2006/main" noGrp="1"/>
          </p:cNvSpPr>
          <p:nvPr/>
        </p:nvSpPr>
        <p:spPr>
          <a:xfrm xmlns:a="http://schemas.openxmlformats.org/drawingml/2006/main" rot="-3127501">
            <a:off x="12934950" y="5705475"/>
            <a:ext cx="108602"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72" name="implementation-check-label-5-4">
            <a:extLst xmlns:a="http://schemas.openxmlformats.org/drawingml/2006/main">
              <a:ext uri="{FF2B5EF4-FFF2-40B4-BE49-F238E27FC236}">
                <a16:creationId xmlns:a16="http://schemas.microsoft.com/office/drawing/2014/main" id="{C6EA1A7C-2535-411C-82DC-C02D36CEB750}"/>
              </a:ext>
            </a:extLst>
          </p:cNvPr>
          <p:cNvSpPr>
            <a:spLocks xmlns:a="http://schemas.openxmlformats.org/drawingml/2006/main" noGrp="1"/>
          </p:cNvSpPr>
          <p:nvPr/>
        </p:nvSpPr>
        <p:spPr>
          <a:xfrm xmlns:a="http://schemas.openxmlformats.org/drawingml/2006/main">
            <a:off x="13115925" y="55626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t">
            <a:normAutofit fontScale="39881"/>
          </a:bodyPr>
          <a:lstStyle xmlns:a="http://schemas.openxmlformats.org/drawingml/2006/main"/>
          <a:p xmlns:a="http://schemas.openxmlformats.org/drawingml/2006/main">
            <a:pPr>
              <a:lnSpc>
                <a:spcPct val="100000"/>
              </a:lnSpc>
              <a:buNone/>
              <a:defRPr sz="1275">
                <a:solidFill>
                  <a:srgbClr val="111111"/>
                </a:solidFill>
                <a:latin typeface="Yu Gothic"/>
                <a:ea typeface="Yu Gothic"/>
                <a:cs typeface="Yu Gothic"/>
              </a:defRPr>
            </a:pPr>
            <a:r>
              <a:rPr sz="2100" b="1">
                <a:solidFill>
                  <a:srgbClr val="111111"/>
                </a:solidFill>
                <a:latin typeface="Yu Gothic"/>
                <a:ea typeface="Yu Gothic"/>
                <a:cs typeface="Yu Gothic"/>
              </a:rPr>
              <a:t>運用サポートの継続</a:t>
            </a:r>
          </a:p>
        </p:txBody>
      </p:sp>
      <p:sp>
        <p:nvSpPr>
          <p:cNvPr id="173" name="milestone-label">
            <a:extLst xmlns:a="http://schemas.openxmlformats.org/drawingml/2006/main">
              <a:ext uri="{FF2B5EF4-FFF2-40B4-BE49-F238E27FC236}">
                <a16:creationId xmlns:a16="http://schemas.microsoft.com/office/drawing/2014/main" id="{25A43367-D7E8-449C-B4BD-4FE87CE96924}"/>
              </a:ext>
            </a:extLst>
          </p:cNvPr>
          <p:cNvSpPr>
            <a:spLocks xmlns:a="http://schemas.openxmlformats.org/drawingml/2006/main" noGrp="1"/>
          </p:cNvSpPr>
          <p:nvPr/>
        </p:nvSpPr>
        <p:spPr>
          <a:xfrm xmlns:a="http://schemas.openxmlformats.org/drawingml/2006/main">
            <a:off x="352425" y="6086475"/>
            <a:ext cx="1790700" cy="4762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74" name="milestone-label-arrow">
            <a:extLst xmlns:a="http://schemas.openxmlformats.org/drawingml/2006/main">
              <a:ext uri="{FF2B5EF4-FFF2-40B4-BE49-F238E27FC236}">
                <a16:creationId xmlns:a16="http://schemas.microsoft.com/office/drawing/2014/main" id="{5DCCAD6B-B3DF-4E85-9257-DE59F1E9D014}"/>
              </a:ext>
            </a:extLst>
          </p:cNvPr>
          <p:cNvSpPr>
            <a:spLocks xmlns:a="http://schemas.openxmlformats.org/drawingml/2006/main" noGrp="1"/>
          </p:cNvSpPr>
          <p:nvPr/>
        </p:nvSpPr>
        <p:spPr>
          <a:xfrm xmlns:a="http://schemas.openxmlformats.org/drawingml/2006/main">
            <a:off x="352425" y="6086475"/>
            <a:ext cx="1790700" cy="476250"/>
          </a:xfrm>
          <a:custGeom xmlns:a="http://schemas.openxmlformats.org/drawingml/2006/main">
            <a:pathLst>
              <a:path w="1790700" h="476250">
                <a:moveTo>
                  <a:pt x="0" y="0"/>
                </a:moveTo>
                <a:lnTo>
                  <a:pt x="1504950" y="0"/>
                </a:lnTo>
                <a:lnTo>
                  <a:pt x="1790700" y="238125"/>
                </a:lnTo>
                <a:lnTo>
                  <a:pt x="1504950" y="476250"/>
                </a:lnTo>
                <a:lnTo>
                  <a:pt x="0" y="476250"/>
                </a:lnTo>
                <a:close/>
              </a:path>
            </a:pathLst>
          </a:custGeom>
          <a:solidFill xmlns:a="http://schemas.openxmlformats.org/drawingml/2006/main">
            <a:srgbClr val="111111"/>
          </a:solidFill>
          <a:ln xmlns:a="http://schemas.openxmlformats.org/drawingml/2006/main" w="0">
            <a:noFill/>
            <a:prstDash val="solid"/>
          </a:ln>
        </p:spPr>
      </p:sp>
      <p:sp>
        <p:nvSpPr>
          <p:cNvPr id="175" name="milestone-label-text">
            <a:extLst xmlns:a="http://schemas.openxmlformats.org/drawingml/2006/main">
              <a:ext uri="{FF2B5EF4-FFF2-40B4-BE49-F238E27FC236}">
                <a16:creationId xmlns:a16="http://schemas.microsoft.com/office/drawing/2014/main" id="{2BD66A79-A072-40D9-9DF3-803D14371B6B}"/>
              </a:ext>
            </a:extLst>
          </p:cNvPr>
          <p:cNvSpPr>
            <a:spLocks xmlns:a="http://schemas.openxmlformats.org/drawingml/2006/main" noGrp="1"/>
          </p:cNvSpPr>
          <p:nvPr/>
        </p:nvSpPr>
        <p:spPr>
          <a:xfrm xmlns:a="http://schemas.openxmlformats.org/drawingml/2006/main">
            <a:off x="552450" y="6191250"/>
            <a:ext cx="1285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1111"/>
          </a:bodyPr>
          <a:lstStyle xmlns:a="http://schemas.openxmlformats.org/drawingml/2006/main"/>
          <a:p xmlns:a="http://schemas.openxmlformats.org/drawingml/2006/main">
            <a:pPr algn="ctr">
              <a:buNone/>
              <a:defRPr sz="1500" b="1">
                <a:solidFill>
                  <a:srgbClr val="FFFFFF"/>
                </a:solidFill>
                <a:latin typeface="Yu Gothic"/>
                <a:ea typeface="Yu Gothic"/>
                <a:cs typeface="Yu Gothic"/>
              </a:defRPr>
            </a:pPr>
            <a:r>
              <a:rPr sz="2250" b="1">
                <a:solidFill>
                  <a:srgbClr val="FFFFFF"/>
                </a:solidFill>
                <a:latin typeface="Yu Gothic"/>
                <a:ea typeface="Yu Gothic"/>
                <a:cs typeface="Yu Gothic"/>
              </a:rPr>
              <a:t>マイルストーン</a:t>
            </a:r>
          </a:p>
        </p:txBody>
      </p:sp>
      <p:sp>
        <p:nvSpPr>
          <p:cNvPr id="176" name="milestone-line">
            <a:extLst xmlns:a="http://schemas.openxmlformats.org/drawingml/2006/main">
              <a:ext uri="{FF2B5EF4-FFF2-40B4-BE49-F238E27FC236}">
                <a16:creationId xmlns:a16="http://schemas.microsoft.com/office/drawing/2014/main" id="{61447F46-DEC5-489A-ACF3-290E532134A6}"/>
              </a:ext>
            </a:extLst>
          </p:cNvPr>
          <p:cNvSpPr>
            <a:spLocks xmlns:a="http://schemas.openxmlformats.org/drawingml/2006/main" noGrp="1"/>
          </p:cNvSpPr>
          <p:nvPr/>
        </p:nvSpPr>
        <p:spPr>
          <a:xfrm xmlns:a="http://schemas.openxmlformats.org/drawingml/2006/main" rot="0">
            <a:off x="3409950" y="6153150"/>
            <a:ext cx="12001500" cy="9525"/>
          </a:xfrm>
          <a:prstGeom xmlns:a="http://schemas.openxmlformats.org/drawingml/2006/main" prst="line">
            <a:avLst/>
          </a:prstGeom>
          <a:noFill xmlns:a="http://schemas.openxmlformats.org/drawingml/2006/main"/>
          <a:ln xmlns:a="http://schemas.openxmlformats.org/drawingml/2006/main" w="28575">
            <a:solidFill>
              <a:srgbClr val="F52323"/>
            </a:solidFill>
            <a:prstDash val="solid"/>
          </a:ln>
        </p:spPr>
      </p:sp>
      <p:sp>
        <p:nvSpPr>
          <p:cNvPr id="177" name="milestone-line-arrow">
            <a:extLst xmlns:a="http://schemas.openxmlformats.org/drawingml/2006/main">
              <a:ext uri="{FF2B5EF4-FFF2-40B4-BE49-F238E27FC236}">
                <a16:creationId xmlns:a16="http://schemas.microsoft.com/office/drawing/2014/main" id="{9E7DA4AE-66B6-4FEE-8B92-C28FBED0B59B}"/>
              </a:ext>
            </a:extLst>
          </p:cNvPr>
          <p:cNvSpPr>
            <a:spLocks xmlns:a="http://schemas.openxmlformats.org/drawingml/2006/main" noGrp="1"/>
          </p:cNvSpPr>
          <p:nvPr/>
        </p:nvSpPr>
        <p:spPr>
          <a:xfrm xmlns:a="http://schemas.openxmlformats.org/drawingml/2006/main">
            <a:off x="15316200" y="6076950"/>
            <a:ext cx="238125" cy="152400"/>
          </a:xfrm>
          <a:custGeom xmlns:a="http://schemas.openxmlformats.org/drawingml/2006/main">
            <a:pathLst>
              <a:path w="238125" h="152400">
                <a:moveTo>
                  <a:pt x="0" y="0"/>
                </a:moveTo>
                <a:lnTo>
                  <a:pt x="238125" y="76200"/>
                </a:lnTo>
                <a:lnTo>
                  <a:pt x="0" y="152400"/>
                </a:lnTo>
                <a:close/>
              </a:path>
            </a:pathLst>
          </a:custGeom>
          <a:solidFill xmlns:a="http://schemas.openxmlformats.org/drawingml/2006/main">
            <a:srgbClr val="F52323"/>
          </a:solidFill>
          <a:ln xmlns:a="http://schemas.openxmlformats.org/drawingml/2006/main" w="0">
            <a:noFill/>
            <a:prstDash val="solid"/>
          </a:ln>
        </p:spPr>
      </p:sp>
      <p:sp>
        <p:nvSpPr>
          <p:cNvPr id="178" name="milestone-dot-1">
            <a:extLst xmlns:a="http://schemas.openxmlformats.org/drawingml/2006/main">
              <a:ext uri="{FF2B5EF4-FFF2-40B4-BE49-F238E27FC236}">
                <a16:creationId xmlns:a16="http://schemas.microsoft.com/office/drawing/2014/main" id="{AEA1BD17-B363-4A68-9963-391C838181F0}"/>
              </a:ext>
            </a:extLst>
          </p:cNvPr>
          <p:cNvSpPr>
            <a:spLocks xmlns:a="http://schemas.openxmlformats.org/drawingml/2006/main" noGrp="1"/>
          </p:cNvSpPr>
          <p:nvPr/>
        </p:nvSpPr>
        <p:spPr>
          <a:xfrm xmlns:a="http://schemas.openxmlformats.org/drawingml/2006/main">
            <a:off x="3333750" y="6076950"/>
            <a:ext cx="152400" cy="152400"/>
          </a:xfrm>
          <a:prstGeom xmlns:a="http://schemas.openxmlformats.org/drawingml/2006/main" prst="ellipse">
            <a:avLst/>
          </a:prstGeom>
          <a:solidFill xmlns:a="http://schemas.openxmlformats.org/drawingml/2006/main">
            <a:srgbClr val="F52323"/>
          </a:solidFill>
          <a:ln xmlns:a="http://schemas.openxmlformats.org/drawingml/2006/main" w="9525">
            <a:solidFill>
              <a:srgbClr val="F52323"/>
            </a:solidFill>
            <a:prstDash val="solid"/>
          </a:ln>
        </p:spPr>
      </p:sp>
      <p:sp>
        <p:nvSpPr>
          <p:cNvPr id="179" name="milestone-title-1">
            <a:extLst xmlns:a="http://schemas.openxmlformats.org/drawingml/2006/main">
              <a:ext uri="{FF2B5EF4-FFF2-40B4-BE49-F238E27FC236}">
                <a16:creationId xmlns:a16="http://schemas.microsoft.com/office/drawing/2014/main" id="{1BFB7407-8340-497F-B4B8-D24E67EA38B3}"/>
              </a:ext>
            </a:extLst>
          </p:cNvPr>
          <p:cNvSpPr>
            <a:spLocks xmlns:a="http://schemas.openxmlformats.org/drawingml/2006/main" noGrp="1"/>
          </p:cNvSpPr>
          <p:nvPr/>
        </p:nvSpPr>
        <p:spPr>
          <a:xfrm xmlns:a="http://schemas.openxmlformats.org/drawingml/2006/main">
            <a:off x="2600325" y="6267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2857"/>
          </a:bodyPr>
          <a:lstStyle xmlns:a="http://schemas.openxmlformats.org/drawingml/2006/main"/>
          <a:p xmlns:a="http://schemas.openxmlformats.org/drawingml/2006/main">
            <a:pPr algn="ctr">
              <a:buNone/>
              <a:defRPr sz="1275" b="1">
                <a:solidFill>
                  <a:srgbClr val="111111"/>
                </a:solidFill>
                <a:latin typeface="Yu Gothic"/>
                <a:ea typeface="Yu Gothic"/>
                <a:cs typeface="Yu Gothic"/>
              </a:defRPr>
            </a:pPr>
            <a:r>
              <a:rPr sz="2100" b="1">
                <a:solidFill>
                  <a:srgbClr val="111111"/>
                </a:solidFill>
                <a:latin typeface="Yu Gothic"/>
                <a:ea typeface="Yu Gothic"/>
                <a:cs typeface="Yu Gothic"/>
              </a:rPr>
              <a:t>キックオフ</a:t>
            </a:r>
          </a:p>
        </p:txBody>
      </p:sp>
      <p:sp>
        <p:nvSpPr>
          <p:cNvPr id="180" name="milestone-period-1">
            <a:extLst xmlns:a="http://schemas.openxmlformats.org/drawingml/2006/main">
              <a:ext uri="{FF2B5EF4-FFF2-40B4-BE49-F238E27FC236}">
                <a16:creationId xmlns:a16="http://schemas.microsoft.com/office/drawing/2014/main" id="{7C670D24-0EBA-4A0D-BE0E-83BAB773705E}"/>
              </a:ext>
            </a:extLst>
          </p:cNvPr>
          <p:cNvSpPr>
            <a:spLocks xmlns:a="http://schemas.openxmlformats.org/drawingml/2006/main" noGrp="1"/>
          </p:cNvSpPr>
          <p:nvPr/>
        </p:nvSpPr>
        <p:spPr>
          <a:xfrm xmlns:a="http://schemas.openxmlformats.org/drawingml/2006/main">
            <a:off x="2600325" y="64770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6970"/>
          </a:bodyPr>
          <a:lstStyle xmlns:a="http://schemas.openxmlformats.org/drawingml/2006/main"/>
          <a:p xmlns:a="http://schemas.openxmlformats.org/drawingml/2006/main">
            <a:pPr algn="ctr">
              <a:buNone/>
              <a:defRPr sz="1200">
                <a:solidFill>
                  <a:srgbClr val="111111"/>
                </a:solidFill>
                <a:latin typeface="Yu Gothic"/>
                <a:ea typeface="Yu Gothic"/>
                <a:cs typeface="Yu Gothic"/>
              </a:defRPr>
            </a:pPr>
            <a:r>
              <a:rPr sz="1650" b="1">
                <a:solidFill>
                  <a:srgbClr val="111111"/>
                </a:solidFill>
                <a:latin typeface="Yu Gothic"/>
                <a:ea typeface="Yu Gothic"/>
                <a:cs typeface="Yu Gothic"/>
              </a:rPr>
              <a:t>(Week 1)</a:t>
            </a:r>
          </a:p>
        </p:txBody>
      </p:sp>
      <p:sp>
        <p:nvSpPr>
          <p:cNvPr id="181" name="milestone-dot-2">
            <a:extLst xmlns:a="http://schemas.openxmlformats.org/drawingml/2006/main">
              <a:ext uri="{FF2B5EF4-FFF2-40B4-BE49-F238E27FC236}">
                <a16:creationId xmlns:a16="http://schemas.microsoft.com/office/drawing/2014/main" id="{D3D2B1D6-8369-4120-8781-A4E1BA3BC2E0}"/>
              </a:ext>
            </a:extLst>
          </p:cNvPr>
          <p:cNvSpPr>
            <a:spLocks xmlns:a="http://schemas.openxmlformats.org/drawingml/2006/main" noGrp="1"/>
          </p:cNvSpPr>
          <p:nvPr/>
        </p:nvSpPr>
        <p:spPr>
          <a:xfrm xmlns:a="http://schemas.openxmlformats.org/drawingml/2006/main">
            <a:off x="6057900" y="6076950"/>
            <a:ext cx="152400" cy="152400"/>
          </a:xfrm>
          <a:prstGeom xmlns:a="http://schemas.openxmlformats.org/drawingml/2006/main" prst="ellipse">
            <a:avLst/>
          </a:prstGeom>
          <a:solidFill xmlns:a="http://schemas.openxmlformats.org/drawingml/2006/main">
            <a:srgbClr val="F52323"/>
          </a:solidFill>
          <a:ln xmlns:a="http://schemas.openxmlformats.org/drawingml/2006/main" w="9525">
            <a:solidFill>
              <a:srgbClr val="F52323"/>
            </a:solidFill>
            <a:prstDash val="solid"/>
          </a:ln>
        </p:spPr>
      </p:sp>
      <p:sp>
        <p:nvSpPr>
          <p:cNvPr id="182" name="milestone-title-2">
            <a:extLst xmlns:a="http://schemas.openxmlformats.org/drawingml/2006/main">
              <a:ext uri="{FF2B5EF4-FFF2-40B4-BE49-F238E27FC236}">
                <a16:creationId xmlns:a16="http://schemas.microsoft.com/office/drawing/2014/main" id="{5A164609-10F9-447C-BC05-24A8F0BF06F9}"/>
              </a:ext>
            </a:extLst>
          </p:cNvPr>
          <p:cNvSpPr>
            <a:spLocks xmlns:a="http://schemas.openxmlformats.org/drawingml/2006/main" noGrp="1"/>
          </p:cNvSpPr>
          <p:nvPr/>
        </p:nvSpPr>
        <p:spPr>
          <a:xfrm xmlns:a="http://schemas.openxmlformats.org/drawingml/2006/main">
            <a:off x="5324475" y="6267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2857"/>
          </a:bodyPr>
          <a:lstStyle xmlns:a="http://schemas.openxmlformats.org/drawingml/2006/main"/>
          <a:p xmlns:a="http://schemas.openxmlformats.org/drawingml/2006/main">
            <a:pPr algn="ctr">
              <a:buNone/>
              <a:defRPr sz="1275" b="1">
                <a:solidFill>
                  <a:srgbClr val="111111"/>
                </a:solidFill>
                <a:latin typeface="Yu Gothic"/>
                <a:ea typeface="Yu Gothic"/>
                <a:cs typeface="Yu Gothic"/>
              </a:defRPr>
            </a:pPr>
            <a:r>
              <a:rPr sz="2100" b="1">
                <a:solidFill>
                  <a:srgbClr val="111111"/>
                </a:solidFill>
                <a:latin typeface="Yu Gothic"/>
                <a:ea typeface="Yu Gothic"/>
                <a:cs typeface="Yu Gothic"/>
              </a:rPr>
              <a:t>環境構築完了</a:t>
            </a:r>
          </a:p>
        </p:txBody>
      </p:sp>
      <p:sp>
        <p:nvSpPr>
          <p:cNvPr id="183" name="milestone-period-2">
            <a:extLst xmlns:a="http://schemas.openxmlformats.org/drawingml/2006/main">
              <a:ext uri="{FF2B5EF4-FFF2-40B4-BE49-F238E27FC236}">
                <a16:creationId xmlns:a16="http://schemas.microsoft.com/office/drawing/2014/main" id="{FCEE9C44-EB38-47BA-87AA-C382BF093709}"/>
              </a:ext>
            </a:extLst>
          </p:cNvPr>
          <p:cNvSpPr>
            <a:spLocks xmlns:a="http://schemas.openxmlformats.org/drawingml/2006/main" noGrp="1"/>
          </p:cNvSpPr>
          <p:nvPr/>
        </p:nvSpPr>
        <p:spPr>
          <a:xfrm xmlns:a="http://schemas.openxmlformats.org/drawingml/2006/main">
            <a:off x="5324475" y="64770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6970"/>
          </a:bodyPr>
          <a:lstStyle xmlns:a="http://schemas.openxmlformats.org/drawingml/2006/main"/>
          <a:p xmlns:a="http://schemas.openxmlformats.org/drawingml/2006/main">
            <a:pPr algn="ctr">
              <a:buNone/>
              <a:defRPr sz="1200">
                <a:solidFill>
                  <a:srgbClr val="111111"/>
                </a:solidFill>
                <a:latin typeface="Yu Gothic"/>
                <a:ea typeface="Yu Gothic"/>
                <a:cs typeface="Yu Gothic"/>
              </a:defRPr>
            </a:pPr>
            <a:r>
              <a:rPr sz="1650" b="1">
                <a:solidFill>
                  <a:srgbClr val="111111"/>
                </a:solidFill>
                <a:latin typeface="Yu Gothic"/>
                <a:ea typeface="Yu Gothic"/>
                <a:cs typeface="Yu Gothic"/>
              </a:rPr>
              <a:t>(Week 6)</a:t>
            </a:r>
          </a:p>
        </p:txBody>
      </p:sp>
      <p:sp>
        <p:nvSpPr>
          <p:cNvPr id="184" name="milestone-dot-3">
            <a:extLst xmlns:a="http://schemas.openxmlformats.org/drawingml/2006/main">
              <a:ext uri="{FF2B5EF4-FFF2-40B4-BE49-F238E27FC236}">
                <a16:creationId xmlns:a16="http://schemas.microsoft.com/office/drawing/2014/main" id="{1522AB7D-B108-4CD0-B00B-13BB78B10F8F}"/>
              </a:ext>
            </a:extLst>
          </p:cNvPr>
          <p:cNvSpPr>
            <a:spLocks xmlns:a="http://schemas.openxmlformats.org/drawingml/2006/main" noGrp="1"/>
          </p:cNvSpPr>
          <p:nvPr/>
        </p:nvSpPr>
        <p:spPr>
          <a:xfrm xmlns:a="http://schemas.openxmlformats.org/drawingml/2006/main">
            <a:off x="8791575" y="6076950"/>
            <a:ext cx="152400" cy="152400"/>
          </a:xfrm>
          <a:prstGeom xmlns:a="http://schemas.openxmlformats.org/drawingml/2006/main" prst="ellipse">
            <a:avLst/>
          </a:prstGeom>
          <a:solidFill xmlns:a="http://schemas.openxmlformats.org/drawingml/2006/main">
            <a:srgbClr val="F52323"/>
          </a:solidFill>
          <a:ln xmlns:a="http://schemas.openxmlformats.org/drawingml/2006/main" w="9525">
            <a:solidFill>
              <a:srgbClr val="F52323"/>
            </a:solidFill>
            <a:prstDash val="solid"/>
          </a:ln>
        </p:spPr>
      </p:sp>
      <p:sp>
        <p:nvSpPr>
          <p:cNvPr id="185" name="milestone-title-3">
            <a:extLst xmlns:a="http://schemas.openxmlformats.org/drawingml/2006/main">
              <a:ext uri="{FF2B5EF4-FFF2-40B4-BE49-F238E27FC236}">
                <a16:creationId xmlns:a16="http://schemas.microsoft.com/office/drawing/2014/main" id="{459DC93E-0E05-4102-97FB-54241CBA8412}"/>
              </a:ext>
            </a:extLst>
          </p:cNvPr>
          <p:cNvSpPr>
            <a:spLocks xmlns:a="http://schemas.openxmlformats.org/drawingml/2006/main" noGrp="1"/>
          </p:cNvSpPr>
          <p:nvPr/>
        </p:nvSpPr>
        <p:spPr>
          <a:xfrm xmlns:a="http://schemas.openxmlformats.org/drawingml/2006/main">
            <a:off x="8058150" y="6267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2857"/>
          </a:bodyPr>
          <a:lstStyle xmlns:a="http://schemas.openxmlformats.org/drawingml/2006/main"/>
          <a:p xmlns:a="http://schemas.openxmlformats.org/drawingml/2006/main">
            <a:pPr algn="ctr">
              <a:buNone/>
              <a:defRPr sz="1275" b="1">
                <a:solidFill>
                  <a:srgbClr val="111111"/>
                </a:solidFill>
                <a:latin typeface="Yu Gothic"/>
                <a:ea typeface="Yu Gothic"/>
                <a:cs typeface="Yu Gothic"/>
              </a:defRPr>
            </a:pPr>
            <a:r>
              <a:rPr sz="2100" b="1">
                <a:solidFill>
                  <a:srgbClr val="111111"/>
                </a:solidFill>
                <a:latin typeface="Yu Gothic"/>
                <a:ea typeface="Yu Gothic"/>
                <a:cs typeface="Yu Gothic"/>
              </a:rPr>
              <a:t>トライアル完了</a:t>
            </a:r>
          </a:p>
        </p:txBody>
      </p:sp>
      <p:sp>
        <p:nvSpPr>
          <p:cNvPr id="186" name="milestone-period-3">
            <a:extLst xmlns:a="http://schemas.openxmlformats.org/drawingml/2006/main">
              <a:ext uri="{FF2B5EF4-FFF2-40B4-BE49-F238E27FC236}">
                <a16:creationId xmlns:a16="http://schemas.microsoft.com/office/drawing/2014/main" id="{2FB6DBDD-51DA-423F-B388-C9BDA63EF091}"/>
              </a:ext>
            </a:extLst>
          </p:cNvPr>
          <p:cNvSpPr>
            <a:spLocks xmlns:a="http://schemas.openxmlformats.org/drawingml/2006/main" noGrp="1"/>
          </p:cNvSpPr>
          <p:nvPr/>
        </p:nvSpPr>
        <p:spPr>
          <a:xfrm xmlns:a="http://schemas.openxmlformats.org/drawingml/2006/main">
            <a:off x="8058150" y="64770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6970"/>
          </a:bodyPr>
          <a:lstStyle xmlns:a="http://schemas.openxmlformats.org/drawingml/2006/main"/>
          <a:p xmlns:a="http://schemas.openxmlformats.org/drawingml/2006/main">
            <a:pPr algn="ctr">
              <a:buNone/>
              <a:defRPr sz="1200">
                <a:solidFill>
                  <a:srgbClr val="111111"/>
                </a:solidFill>
                <a:latin typeface="Yu Gothic"/>
                <a:ea typeface="Yu Gothic"/>
                <a:cs typeface="Yu Gothic"/>
              </a:defRPr>
            </a:pPr>
            <a:r>
              <a:rPr sz="1650" b="1">
                <a:solidFill>
                  <a:srgbClr val="111111"/>
                </a:solidFill>
                <a:latin typeface="Yu Gothic"/>
                <a:ea typeface="Yu Gothic"/>
                <a:cs typeface="Yu Gothic"/>
              </a:rPr>
              <a:t>(Week 12)</a:t>
            </a:r>
          </a:p>
        </p:txBody>
      </p:sp>
      <p:sp>
        <p:nvSpPr>
          <p:cNvPr id="187" name="milestone-dot-4">
            <a:extLst xmlns:a="http://schemas.openxmlformats.org/drawingml/2006/main">
              <a:ext uri="{FF2B5EF4-FFF2-40B4-BE49-F238E27FC236}">
                <a16:creationId xmlns:a16="http://schemas.microsoft.com/office/drawing/2014/main" id="{CAC011B7-8096-400D-AA50-2DECA98180B4}"/>
              </a:ext>
            </a:extLst>
          </p:cNvPr>
          <p:cNvSpPr>
            <a:spLocks xmlns:a="http://schemas.openxmlformats.org/drawingml/2006/main" noGrp="1"/>
          </p:cNvSpPr>
          <p:nvPr/>
        </p:nvSpPr>
        <p:spPr>
          <a:xfrm xmlns:a="http://schemas.openxmlformats.org/drawingml/2006/main">
            <a:off x="11525250" y="6076950"/>
            <a:ext cx="152400" cy="152400"/>
          </a:xfrm>
          <a:prstGeom xmlns:a="http://schemas.openxmlformats.org/drawingml/2006/main" prst="ellipse">
            <a:avLst/>
          </a:prstGeom>
          <a:solidFill xmlns:a="http://schemas.openxmlformats.org/drawingml/2006/main">
            <a:srgbClr val="F52323"/>
          </a:solidFill>
          <a:ln xmlns:a="http://schemas.openxmlformats.org/drawingml/2006/main" w="9525">
            <a:solidFill>
              <a:srgbClr val="F52323"/>
            </a:solidFill>
            <a:prstDash val="solid"/>
          </a:ln>
        </p:spPr>
      </p:sp>
      <p:sp>
        <p:nvSpPr>
          <p:cNvPr id="188" name="milestone-title-4">
            <a:extLst xmlns:a="http://schemas.openxmlformats.org/drawingml/2006/main">
              <a:ext uri="{FF2B5EF4-FFF2-40B4-BE49-F238E27FC236}">
                <a16:creationId xmlns:a16="http://schemas.microsoft.com/office/drawing/2014/main" id="{3D6DB34B-F50D-4F34-BA3D-06136D9E4030}"/>
              </a:ext>
            </a:extLst>
          </p:cNvPr>
          <p:cNvSpPr>
            <a:spLocks xmlns:a="http://schemas.openxmlformats.org/drawingml/2006/main" noGrp="1"/>
          </p:cNvSpPr>
          <p:nvPr/>
        </p:nvSpPr>
        <p:spPr>
          <a:xfrm xmlns:a="http://schemas.openxmlformats.org/drawingml/2006/main">
            <a:off x="10791825" y="6267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2857"/>
          </a:bodyPr>
          <a:lstStyle xmlns:a="http://schemas.openxmlformats.org/drawingml/2006/main"/>
          <a:p xmlns:a="http://schemas.openxmlformats.org/drawingml/2006/main">
            <a:pPr algn="ctr">
              <a:buNone/>
              <a:defRPr sz="1275" b="1">
                <a:solidFill>
                  <a:srgbClr val="111111"/>
                </a:solidFill>
                <a:latin typeface="Yu Gothic"/>
                <a:ea typeface="Yu Gothic"/>
                <a:cs typeface="Yu Gothic"/>
              </a:defRPr>
            </a:pPr>
            <a:r>
              <a:rPr sz="2100" b="1">
                <a:solidFill>
                  <a:srgbClr val="111111"/>
                </a:solidFill>
                <a:latin typeface="Yu Gothic"/>
                <a:ea typeface="Yu Gothic"/>
                <a:cs typeface="Yu Gothic"/>
              </a:rPr>
              <a:t>本格展開開始</a:t>
            </a:r>
          </a:p>
        </p:txBody>
      </p:sp>
      <p:sp>
        <p:nvSpPr>
          <p:cNvPr id="189" name="milestone-period-4">
            <a:extLst xmlns:a="http://schemas.openxmlformats.org/drawingml/2006/main">
              <a:ext uri="{FF2B5EF4-FFF2-40B4-BE49-F238E27FC236}">
                <a16:creationId xmlns:a16="http://schemas.microsoft.com/office/drawing/2014/main" id="{1A564036-9673-422E-A702-4AC48BB45BAE}"/>
              </a:ext>
            </a:extLst>
          </p:cNvPr>
          <p:cNvSpPr>
            <a:spLocks xmlns:a="http://schemas.openxmlformats.org/drawingml/2006/main" noGrp="1"/>
          </p:cNvSpPr>
          <p:nvPr/>
        </p:nvSpPr>
        <p:spPr>
          <a:xfrm xmlns:a="http://schemas.openxmlformats.org/drawingml/2006/main">
            <a:off x="10791825" y="64770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6970"/>
          </a:bodyPr>
          <a:lstStyle xmlns:a="http://schemas.openxmlformats.org/drawingml/2006/main"/>
          <a:p xmlns:a="http://schemas.openxmlformats.org/drawingml/2006/main">
            <a:pPr algn="ctr">
              <a:buNone/>
              <a:defRPr sz="1200">
                <a:solidFill>
                  <a:srgbClr val="111111"/>
                </a:solidFill>
                <a:latin typeface="Yu Gothic"/>
                <a:ea typeface="Yu Gothic"/>
                <a:cs typeface="Yu Gothic"/>
              </a:defRPr>
            </a:pPr>
            <a:r>
              <a:rPr sz="1650" b="1">
                <a:solidFill>
                  <a:srgbClr val="111111"/>
                </a:solidFill>
                <a:latin typeface="Yu Gothic"/>
                <a:ea typeface="Yu Gothic"/>
                <a:cs typeface="Yu Gothic"/>
              </a:rPr>
              <a:t>(Week 20)</a:t>
            </a:r>
          </a:p>
        </p:txBody>
      </p:sp>
      <p:sp>
        <p:nvSpPr>
          <p:cNvPr id="190" name="milestone-dot-5">
            <a:extLst xmlns:a="http://schemas.openxmlformats.org/drawingml/2006/main">
              <a:ext uri="{FF2B5EF4-FFF2-40B4-BE49-F238E27FC236}">
                <a16:creationId xmlns:a16="http://schemas.microsoft.com/office/drawing/2014/main" id="{95B1EEC1-5AA1-414C-9CB0-ADF182428731}"/>
              </a:ext>
            </a:extLst>
          </p:cNvPr>
          <p:cNvSpPr>
            <a:spLocks xmlns:a="http://schemas.openxmlformats.org/drawingml/2006/main" noGrp="1"/>
          </p:cNvSpPr>
          <p:nvPr/>
        </p:nvSpPr>
        <p:spPr>
          <a:xfrm xmlns:a="http://schemas.openxmlformats.org/drawingml/2006/main">
            <a:off x="14258925" y="6076950"/>
            <a:ext cx="152400" cy="152400"/>
          </a:xfrm>
          <a:prstGeom xmlns:a="http://schemas.openxmlformats.org/drawingml/2006/main" prst="ellipse">
            <a:avLst/>
          </a:prstGeom>
          <a:solidFill xmlns:a="http://schemas.openxmlformats.org/drawingml/2006/main">
            <a:srgbClr val="F52323"/>
          </a:solidFill>
          <a:ln xmlns:a="http://schemas.openxmlformats.org/drawingml/2006/main" w="9525">
            <a:solidFill>
              <a:srgbClr val="F52323"/>
            </a:solidFill>
            <a:prstDash val="solid"/>
          </a:ln>
        </p:spPr>
      </p:sp>
      <p:sp>
        <p:nvSpPr>
          <p:cNvPr id="191" name="milestone-title-5">
            <a:extLst xmlns:a="http://schemas.openxmlformats.org/drawingml/2006/main">
              <a:ext uri="{FF2B5EF4-FFF2-40B4-BE49-F238E27FC236}">
                <a16:creationId xmlns:a16="http://schemas.microsoft.com/office/drawing/2014/main" id="{434837C2-BB90-40E1-81B9-BDB5EAED08B9}"/>
              </a:ext>
            </a:extLst>
          </p:cNvPr>
          <p:cNvSpPr>
            <a:spLocks xmlns:a="http://schemas.openxmlformats.org/drawingml/2006/main" noGrp="1"/>
          </p:cNvSpPr>
          <p:nvPr/>
        </p:nvSpPr>
        <p:spPr>
          <a:xfrm xmlns:a="http://schemas.openxmlformats.org/drawingml/2006/main">
            <a:off x="13525500" y="6267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2857"/>
          </a:bodyPr>
          <a:lstStyle xmlns:a="http://schemas.openxmlformats.org/drawingml/2006/main"/>
          <a:p xmlns:a="http://schemas.openxmlformats.org/drawingml/2006/main">
            <a:pPr algn="ctr">
              <a:buNone/>
              <a:defRPr sz="1275" b="1">
                <a:solidFill>
                  <a:srgbClr val="111111"/>
                </a:solidFill>
                <a:latin typeface="Yu Gothic"/>
                <a:ea typeface="Yu Gothic"/>
                <a:cs typeface="Yu Gothic"/>
              </a:defRPr>
            </a:pPr>
            <a:r>
              <a:rPr sz="2100" b="1">
                <a:solidFill>
                  <a:srgbClr val="111111"/>
                </a:solidFill>
                <a:latin typeface="Yu Gothic"/>
                <a:ea typeface="Yu Gothic"/>
                <a:cs typeface="Yu Gothic"/>
              </a:rPr>
              <a:t>運用定着</a:t>
            </a:r>
          </a:p>
        </p:txBody>
      </p:sp>
      <p:sp>
        <p:nvSpPr>
          <p:cNvPr id="192" name="milestone-period-5">
            <a:extLst xmlns:a="http://schemas.openxmlformats.org/drawingml/2006/main">
              <a:ext uri="{FF2B5EF4-FFF2-40B4-BE49-F238E27FC236}">
                <a16:creationId xmlns:a16="http://schemas.microsoft.com/office/drawing/2014/main" id="{1BC970A4-A37A-43B2-B04E-CEA7FECFBC89}"/>
              </a:ext>
            </a:extLst>
          </p:cNvPr>
          <p:cNvSpPr>
            <a:spLocks xmlns:a="http://schemas.openxmlformats.org/drawingml/2006/main" noGrp="1"/>
          </p:cNvSpPr>
          <p:nvPr/>
        </p:nvSpPr>
        <p:spPr>
          <a:xfrm xmlns:a="http://schemas.openxmlformats.org/drawingml/2006/main">
            <a:off x="13525500" y="64770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6970"/>
          </a:bodyPr>
          <a:lstStyle xmlns:a="http://schemas.openxmlformats.org/drawingml/2006/main"/>
          <a:p xmlns:a="http://schemas.openxmlformats.org/drawingml/2006/main">
            <a:pPr algn="ctr">
              <a:buNone/>
              <a:defRPr sz="1200">
                <a:solidFill>
                  <a:srgbClr val="111111"/>
                </a:solidFill>
                <a:latin typeface="Yu Gothic"/>
                <a:ea typeface="Yu Gothic"/>
                <a:cs typeface="Yu Gothic"/>
              </a:defRPr>
            </a:pPr>
            <a:r>
              <a:rPr sz="1650" b="1">
                <a:solidFill>
                  <a:srgbClr val="111111"/>
                </a:solidFill>
                <a:latin typeface="Yu Gothic"/>
                <a:ea typeface="Yu Gothic"/>
                <a:cs typeface="Yu Gothic"/>
              </a:rPr>
              <a:t>(継続)</a:t>
            </a:r>
          </a:p>
        </p:txBody>
      </p:sp>
      <p:sp>
        <p:nvSpPr>
          <p:cNvPr id="193" name="success-label">
            <a:extLst xmlns:a="http://schemas.openxmlformats.org/drawingml/2006/main">
              <a:ext uri="{FF2B5EF4-FFF2-40B4-BE49-F238E27FC236}">
                <a16:creationId xmlns:a16="http://schemas.microsoft.com/office/drawing/2014/main" id="{97DC9399-5E28-4708-93E7-82746281A055}"/>
              </a:ext>
            </a:extLst>
          </p:cNvPr>
          <p:cNvSpPr>
            <a:spLocks xmlns:a="http://schemas.openxmlformats.org/drawingml/2006/main" noGrp="1"/>
          </p:cNvSpPr>
          <p:nvPr/>
        </p:nvSpPr>
        <p:spPr>
          <a:xfrm xmlns:a="http://schemas.openxmlformats.org/drawingml/2006/main">
            <a:off x="352425" y="6819900"/>
            <a:ext cx="1790700" cy="89535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194" name="success-label-text">
            <a:extLst xmlns:a="http://schemas.openxmlformats.org/drawingml/2006/main">
              <a:ext uri="{FF2B5EF4-FFF2-40B4-BE49-F238E27FC236}">
                <a16:creationId xmlns:a16="http://schemas.microsoft.com/office/drawing/2014/main" id="{661ADAFA-BB53-4011-ABC2-C64F2940E767}"/>
              </a:ext>
            </a:extLst>
          </p:cNvPr>
          <p:cNvSpPr>
            <a:spLocks xmlns:a="http://schemas.openxmlformats.org/drawingml/2006/main" noGrp="1"/>
          </p:cNvSpPr>
          <p:nvPr/>
        </p:nvSpPr>
        <p:spPr>
          <a:xfrm xmlns:a="http://schemas.openxmlformats.org/drawingml/2006/main">
            <a:off x="542925" y="71247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5000"/>
          </a:bodyPr>
          <a:lstStyle xmlns:a="http://schemas.openxmlformats.org/drawingml/2006/main"/>
          <a:p xmlns:a="http://schemas.openxmlformats.org/drawingml/2006/main">
            <a:pPr algn="ctr">
              <a:buNone/>
              <a:defRPr sz="1500" b="1">
                <a:solidFill>
                  <a:srgbClr val="FFFFFF"/>
                </a:solidFill>
                <a:latin typeface="Yu Gothic"/>
                <a:ea typeface="Yu Gothic"/>
                <a:cs typeface="Yu Gothic"/>
              </a:defRPr>
            </a:pPr>
            <a:r>
              <a:rPr sz="1500" b="1">
                <a:solidFill>
                  <a:srgbClr val="FFFFFF"/>
                </a:solidFill>
                <a:latin typeface="Yu Gothic"/>
                <a:ea typeface="Yu Gothic"/>
                <a:cs typeface="Yu Gothic"/>
              </a:rPr>
              <a:t>成功のポイント</a:t>
            </a:r>
          </a:p>
        </p:txBody>
      </p:sp>
      <p:sp>
        <p:nvSpPr>
          <p:cNvPr id="195" name="success-icon-circle-1">
            <a:extLst xmlns:a="http://schemas.openxmlformats.org/drawingml/2006/main">
              <a:ext uri="{FF2B5EF4-FFF2-40B4-BE49-F238E27FC236}">
                <a16:creationId xmlns:a16="http://schemas.microsoft.com/office/drawing/2014/main" id="{3B425A84-7F60-4BD1-A2BD-CF3FBD169113}"/>
              </a:ext>
            </a:extLst>
          </p:cNvPr>
          <p:cNvSpPr>
            <a:spLocks xmlns:a="http://schemas.openxmlformats.org/drawingml/2006/main" noGrp="1"/>
          </p:cNvSpPr>
          <p:nvPr/>
        </p:nvSpPr>
        <p:spPr>
          <a:xfrm xmlns:a="http://schemas.openxmlformats.org/drawingml/2006/main">
            <a:off x="2462213" y="6948488"/>
            <a:ext cx="638175" cy="638175"/>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196" name="">
            <a:extLst xmlns:a="http://schemas.openxmlformats.org/drawingml/2006/main">
              <a:ext uri="{FF2B5EF4-FFF2-40B4-BE49-F238E27FC236}">
                <a16:creationId xmlns:a16="http://schemas.microsoft.com/office/drawing/2014/main" id="{63D1671E-1B0C-40A1-9453-956EC738EBB6}"/>
              </a:ext>
            </a:extLst>
          </p:cNvPr>
          <p:cNvSpPr>
            <a:spLocks xmlns:a="http://schemas.openxmlformats.org/drawingml/2006/main" noGrp="1"/>
          </p:cNvSpPr>
          <p:nvPr/>
        </p:nvSpPr>
        <p:spPr>
          <a:xfrm xmlns:a="http://schemas.openxmlformats.org/drawingml/2006/main">
            <a:off x="2724150" y="7096125"/>
            <a:ext cx="114300" cy="114300"/>
          </a:xfrm>
          <a:prstGeom xmlns:a="http://schemas.openxmlformats.org/drawingml/2006/main" prst="ellipse">
            <a:avLst/>
          </a:prstGeom>
          <a:noFill xmlns:a="http://schemas.openxmlformats.org/drawingml/2006/main"/>
          <a:ln xmlns:a="http://schemas.openxmlformats.org/drawingml/2006/main" w="21431">
            <a:solidFill>
              <a:srgbClr val="111111"/>
            </a:solidFill>
            <a:prstDash val="solid"/>
          </a:ln>
        </p:spPr>
      </p:sp>
      <p:sp>
        <p:nvSpPr>
          <p:cNvPr id="197" name="">
            <a:extLst xmlns:a="http://schemas.openxmlformats.org/drawingml/2006/main">
              <a:ext uri="{FF2B5EF4-FFF2-40B4-BE49-F238E27FC236}">
                <a16:creationId xmlns:a16="http://schemas.microsoft.com/office/drawing/2014/main" id="{6262FCAE-AEF9-44F0-B249-EFF7A1D4FE6E}"/>
              </a:ext>
            </a:extLst>
          </p:cNvPr>
          <p:cNvSpPr>
            <a:spLocks xmlns:a="http://schemas.openxmlformats.org/drawingml/2006/main" noGrp="1"/>
          </p:cNvSpPr>
          <p:nvPr/>
        </p:nvSpPr>
        <p:spPr>
          <a:xfrm xmlns:a="http://schemas.openxmlformats.org/drawingml/2006/main">
            <a:off x="2563416" y="7142559"/>
            <a:ext cx="92869" cy="92869"/>
          </a:xfrm>
          <a:prstGeom xmlns:a="http://schemas.openxmlformats.org/drawingml/2006/main" prst="ellipse">
            <a:avLst/>
          </a:prstGeom>
          <a:noFill xmlns:a="http://schemas.openxmlformats.org/drawingml/2006/main"/>
          <a:ln xmlns:a="http://schemas.openxmlformats.org/drawingml/2006/main" w="21431">
            <a:solidFill>
              <a:srgbClr val="111111"/>
            </a:solidFill>
            <a:prstDash val="solid"/>
          </a:ln>
        </p:spPr>
      </p:sp>
      <p:sp>
        <p:nvSpPr>
          <p:cNvPr id="198" name="">
            <a:extLst xmlns:a="http://schemas.openxmlformats.org/drawingml/2006/main">
              <a:ext uri="{FF2B5EF4-FFF2-40B4-BE49-F238E27FC236}">
                <a16:creationId xmlns:a16="http://schemas.microsoft.com/office/drawing/2014/main" id="{32B213D9-0625-440E-855A-FFF65FC0B41E}"/>
              </a:ext>
            </a:extLst>
          </p:cNvPr>
          <p:cNvSpPr>
            <a:spLocks xmlns:a="http://schemas.openxmlformats.org/drawingml/2006/main" noGrp="1"/>
          </p:cNvSpPr>
          <p:nvPr/>
        </p:nvSpPr>
        <p:spPr>
          <a:xfrm xmlns:a="http://schemas.openxmlformats.org/drawingml/2006/main">
            <a:off x="2906316" y="7142559"/>
            <a:ext cx="92869" cy="92869"/>
          </a:xfrm>
          <a:prstGeom xmlns:a="http://schemas.openxmlformats.org/drawingml/2006/main" prst="ellipse">
            <a:avLst/>
          </a:prstGeom>
          <a:noFill xmlns:a="http://schemas.openxmlformats.org/drawingml/2006/main"/>
          <a:ln xmlns:a="http://schemas.openxmlformats.org/drawingml/2006/main" w="21431">
            <a:solidFill>
              <a:srgbClr val="111111"/>
            </a:solidFill>
            <a:prstDash val="solid"/>
          </a:ln>
        </p:spPr>
      </p:sp>
      <p:sp>
        <p:nvSpPr>
          <p:cNvPr id="199" name="">
            <a:extLst xmlns:a="http://schemas.openxmlformats.org/drawingml/2006/main">
              <a:ext uri="{FF2B5EF4-FFF2-40B4-BE49-F238E27FC236}">
                <a16:creationId xmlns:a16="http://schemas.microsoft.com/office/drawing/2014/main" id="{3FBD4759-2ABE-448D-A3CB-248252BED434}"/>
              </a:ext>
            </a:extLst>
          </p:cNvPr>
          <p:cNvSpPr>
            <a:spLocks xmlns:a="http://schemas.openxmlformats.org/drawingml/2006/main" noGrp="1"/>
          </p:cNvSpPr>
          <p:nvPr/>
        </p:nvSpPr>
        <p:spPr>
          <a:xfrm xmlns:a="http://schemas.openxmlformats.org/drawingml/2006/main" rot="-5400000">
            <a:off x="2624138" y="7439025"/>
            <a:ext cx="128588" cy="9525"/>
          </a:xfrm>
          <a:prstGeom xmlns:a="http://schemas.openxmlformats.org/drawingml/2006/main" prst="line">
            <a:avLst/>
          </a:prstGeom>
          <a:noFill xmlns:a="http://schemas.openxmlformats.org/drawingml/2006/main"/>
          <a:ln xmlns:a="http://schemas.openxmlformats.org/drawingml/2006/main" w="21431">
            <a:solidFill>
              <a:srgbClr val="111111"/>
            </a:solidFill>
            <a:prstDash val="solid"/>
          </a:ln>
        </p:spPr>
      </p:sp>
      <p:sp>
        <p:nvSpPr>
          <p:cNvPr id="200" name="">
            <a:extLst xmlns:a="http://schemas.openxmlformats.org/drawingml/2006/main">
              <a:ext uri="{FF2B5EF4-FFF2-40B4-BE49-F238E27FC236}">
                <a16:creationId xmlns:a16="http://schemas.microsoft.com/office/drawing/2014/main" id="{CF2BE7AA-D1E0-49D3-B185-9DD89C878C81}"/>
              </a:ext>
            </a:extLst>
          </p:cNvPr>
          <p:cNvSpPr>
            <a:spLocks xmlns:a="http://schemas.openxmlformats.org/drawingml/2006/main" noGrp="1"/>
          </p:cNvSpPr>
          <p:nvPr/>
        </p:nvSpPr>
        <p:spPr>
          <a:xfrm xmlns:a="http://schemas.openxmlformats.org/drawingml/2006/main" rot="-5400000">
            <a:off x="2938463" y="7439025"/>
            <a:ext cx="128588" cy="9525"/>
          </a:xfrm>
          <a:prstGeom xmlns:a="http://schemas.openxmlformats.org/drawingml/2006/main" prst="line">
            <a:avLst/>
          </a:prstGeom>
          <a:noFill xmlns:a="http://schemas.openxmlformats.org/drawingml/2006/main"/>
          <a:ln xmlns:a="http://schemas.openxmlformats.org/drawingml/2006/main" w="21431">
            <a:solidFill>
              <a:srgbClr val="111111"/>
            </a:solidFill>
            <a:prstDash val="solid"/>
          </a:ln>
        </p:spPr>
      </p:sp>
      <p:sp>
        <p:nvSpPr>
          <p:cNvPr id="201" name="">
            <a:extLst xmlns:a="http://schemas.openxmlformats.org/drawingml/2006/main">
              <a:ext uri="{FF2B5EF4-FFF2-40B4-BE49-F238E27FC236}">
                <a16:creationId xmlns:a16="http://schemas.microsoft.com/office/drawing/2014/main" id="{7366205B-7A8B-488E-9E96-3B963BD65E01}"/>
              </a:ext>
            </a:extLst>
          </p:cNvPr>
          <p:cNvSpPr>
            <a:spLocks xmlns:a="http://schemas.openxmlformats.org/drawingml/2006/main" noGrp="1"/>
          </p:cNvSpPr>
          <p:nvPr/>
        </p:nvSpPr>
        <p:spPr>
          <a:xfrm xmlns:a="http://schemas.openxmlformats.org/drawingml/2006/main" rot="-5400000">
            <a:off x="2509838" y="7439025"/>
            <a:ext cx="85725" cy="9525"/>
          </a:xfrm>
          <a:prstGeom xmlns:a="http://schemas.openxmlformats.org/drawingml/2006/main" prst="line">
            <a:avLst/>
          </a:prstGeom>
          <a:noFill xmlns:a="http://schemas.openxmlformats.org/drawingml/2006/main"/>
          <a:ln xmlns:a="http://schemas.openxmlformats.org/drawingml/2006/main" w="21431">
            <a:solidFill>
              <a:srgbClr val="111111"/>
            </a:solidFill>
            <a:prstDash val="solid"/>
          </a:ln>
        </p:spPr>
      </p:sp>
      <p:sp>
        <p:nvSpPr>
          <p:cNvPr id="202" name="">
            <a:extLst xmlns:a="http://schemas.openxmlformats.org/drawingml/2006/main">
              <a:ext uri="{FF2B5EF4-FFF2-40B4-BE49-F238E27FC236}">
                <a16:creationId xmlns:a16="http://schemas.microsoft.com/office/drawing/2014/main" id="{C91563B2-F336-4514-8154-233C0BFCCFD6}"/>
              </a:ext>
            </a:extLst>
          </p:cNvPr>
          <p:cNvSpPr>
            <a:spLocks xmlns:a="http://schemas.openxmlformats.org/drawingml/2006/main" noGrp="1"/>
          </p:cNvSpPr>
          <p:nvPr/>
        </p:nvSpPr>
        <p:spPr>
          <a:xfrm xmlns:a="http://schemas.openxmlformats.org/drawingml/2006/main" rot="-5400000">
            <a:off x="3052763" y="7439025"/>
            <a:ext cx="85725" cy="9525"/>
          </a:xfrm>
          <a:prstGeom xmlns:a="http://schemas.openxmlformats.org/drawingml/2006/main" prst="line">
            <a:avLst/>
          </a:prstGeom>
          <a:noFill xmlns:a="http://schemas.openxmlformats.org/drawingml/2006/main"/>
          <a:ln xmlns:a="http://schemas.openxmlformats.org/drawingml/2006/main" w="21431">
            <a:solidFill>
              <a:srgbClr val="111111"/>
            </a:solidFill>
            <a:prstDash val="solid"/>
          </a:ln>
        </p:spPr>
      </p:sp>
      <p:sp>
        <p:nvSpPr>
          <p:cNvPr id="203" name="">
            <a:extLst xmlns:a="http://schemas.openxmlformats.org/drawingml/2006/main">
              <a:ext uri="{FF2B5EF4-FFF2-40B4-BE49-F238E27FC236}">
                <a16:creationId xmlns:a16="http://schemas.microsoft.com/office/drawing/2014/main" id="{4D349A8F-4940-4A91-B152-A2A15E598ADE}"/>
              </a:ext>
            </a:extLst>
          </p:cNvPr>
          <p:cNvSpPr>
            <a:spLocks xmlns:a="http://schemas.openxmlformats.org/drawingml/2006/main" noGrp="1"/>
          </p:cNvSpPr>
          <p:nvPr/>
        </p:nvSpPr>
        <p:spPr>
          <a:xfrm xmlns:a="http://schemas.openxmlformats.org/drawingml/2006/main">
            <a:off x="2624138" y="7260431"/>
            <a:ext cx="314325" cy="300038"/>
          </a:xfrm>
          <a:prstGeom xmlns:a="http://schemas.openxmlformats.org/drawingml/2006/main" prst="arc">
            <a:avLst/>
          </a:prstGeom>
          <a:noFill xmlns:a="http://schemas.openxmlformats.org/drawingml/2006/main"/>
          <a:ln xmlns:a="http://schemas.openxmlformats.org/drawingml/2006/main" w="21431">
            <a:solidFill>
              <a:srgbClr val="111111"/>
            </a:solidFill>
            <a:prstDash val="solid"/>
          </a:ln>
        </p:spPr>
      </p:sp>
      <p:sp>
        <p:nvSpPr>
          <p:cNvPr id="204" name="">
            <a:extLst xmlns:a="http://schemas.openxmlformats.org/drawingml/2006/main">
              <a:ext uri="{FF2B5EF4-FFF2-40B4-BE49-F238E27FC236}">
                <a16:creationId xmlns:a16="http://schemas.microsoft.com/office/drawing/2014/main" id="{3D81BB54-0720-4857-8DA4-8600A1BC0606}"/>
              </a:ext>
            </a:extLst>
          </p:cNvPr>
          <p:cNvSpPr>
            <a:spLocks xmlns:a="http://schemas.openxmlformats.org/drawingml/2006/main" noGrp="1"/>
          </p:cNvSpPr>
          <p:nvPr/>
        </p:nvSpPr>
        <p:spPr>
          <a:xfrm xmlns:a="http://schemas.openxmlformats.org/drawingml/2006/main">
            <a:off x="2495550" y="7281863"/>
            <a:ext cx="185738" cy="228600"/>
          </a:xfrm>
          <a:prstGeom xmlns:a="http://schemas.openxmlformats.org/drawingml/2006/main" prst="arc">
            <a:avLst/>
          </a:prstGeom>
          <a:noFill xmlns:a="http://schemas.openxmlformats.org/drawingml/2006/main"/>
          <a:ln xmlns:a="http://schemas.openxmlformats.org/drawingml/2006/main" w="21431">
            <a:solidFill>
              <a:srgbClr val="111111"/>
            </a:solidFill>
            <a:prstDash val="solid"/>
          </a:ln>
        </p:spPr>
      </p:sp>
      <p:sp>
        <p:nvSpPr>
          <p:cNvPr id="205" name="">
            <a:extLst xmlns:a="http://schemas.openxmlformats.org/drawingml/2006/main">
              <a:ext uri="{FF2B5EF4-FFF2-40B4-BE49-F238E27FC236}">
                <a16:creationId xmlns:a16="http://schemas.microsoft.com/office/drawing/2014/main" id="{48AFBEE1-671F-4195-AC03-ED43435210EB}"/>
              </a:ext>
            </a:extLst>
          </p:cNvPr>
          <p:cNvSpPr>
            <a:spLocks xmlns:a="http://schemas.openxmlformats.org/drawingml/2006/main" noGrp="1"/>
          </p:cNvSpPr>
          <p:nvPr/>
        </p:nvSpPr>
        <p:spPr>
          <a:xfrm xmlns:a="http://schemas.openxmlformats.org/drawingml/2006/main">
            <a:off x="2881313" y="7281863"/>
            <a:ext cx="185738" cy="228600"/>
          </a:xfrm>
          <a:prstGeom xmlns:a="http://schemas.openxmlformats.org/drawingml/2006/main" prst="arc">
            <a:avLst/>
          </a:prstGeom>
          <a:noFill xmlns:a="http://schemas.openxmlformats.org/drawingml/2006/main"/>
          <a:ln xmlns:a="http://schemas.openxmlformats.org/drawingml/2006/main" w="21431">
            <a:solidFill>
              <a:srgbClr val="111111"/>
            </a:solidFill>
            <a:prstDash val="solid"/>
          </a:ln>
        </p:spPr>
      </p:sp>
      <p:sp>
        <p:nvSpPr>
          <p:cNvPr id="206" name="success-title-1">
            <a:extLst xmlns:a="http://schemas.openxmlformats.org/drawingml/2006/main">
              <a:ext uri="{FF2B5EF4-FFF2-40B4-BE49-F238E27FC236}">
                <a16:creationId xmlns:a16="http://schemas.microsoft.com/office/drawing/2014/main" id="{0D7401D1-DC3F-4D67-B575-31371B2AF5FC}"/>
              </a:ext>
            </a:extLst>
          </p:cNvPr>
          <p:cNvSpPr>
            <a:spLocks xmlns:a="http://schemas.openxmlformats.org/drawingml/2006/main" noGrp="1"/>
          </p:cNvSpPr>
          <p:nvPr/>
        </p:nvSpPr>
        <p:spPr>
          <a:xfrm xmlns:a="http://schemas.openxmlformats.org/drawingml/2006/main">
            <a:off x="3343275" y="6953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5285"/>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経営層のコミットメント</a:t>
            </a:r>
          </a:p>
        </p:txBody>
      </p:sp>
      <p:sp>
        <p:nvSpPr>
          <p:cNvPr id="207" name="success-body-1">
            <a:extLst xmlns:a="http://schemas.openxmlformats.org/drawingml/2006/main">
              <a:ext uri="{FF2B5EF4-FFF2-40B4-BE49-F238E27FC236}">
                <a16:creationId xmlns:a16="http://schemas.microsoft.com/office/drawing/2014/main" id="{FF2C945B-2E91-40A6-ABDF-15F4DC15E99E}"/>
              </a:ext>
            </a:extLst>
          </p:cNvPr>
          <p:cNvSpPr>
            <a:spLocks xmlns:a="http://schemas.openxmlformats.org/drawingml/2006/main" noGrp="1"/>
          </p:cNvSpPr>
          <p:nvPr/>
        </p:nvSpPr>
        <p:spPr>
          <a:xfrm xmlns:a="http://schemas.openxmlformats.org/drawingml/2006/main">
            <a:off x="3343275" y="7239000"/>
            <a:ext cx="1924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69583"/>
          </a:bodyPr>
          <a:lstStyle xmlns:a="http://schemas.openxmlformats.org/drawingml/2006/main"/>
          <a:p xmlns:a="http://schemas.openxmlformats.org/drawingml/2006/main">
            <a:pPr>
              <a:lnSpc>
                <a:spcPct val="100000"/>
              </a:lnSpc>
              <a:buNone/>
              <a:defRPr sz="1200">
                <a:solidFill>
                  <a:srgbClr val="111111"/>
                </a:solidFill>
                <a:latin typeface="Yu Gothic"/>
                <a:ea typeface="Yu Gothic"/>
                <a:cs typeface="Yu Gothic"/>
              </a:defRPr>
            </a:pPr>
            <a:r>
              <a:rPr sz="1500">
                <a:solidFill>
                  <a:srgbClr val="111111"/>
                </a:solidFill>
                <a:latin typeface="Yu Gothic"/>
                <a:ea typeface="Yu Gothic"/>
                <a:cs typeface="Yu Gothic"/>
              </a:rPr>
              <a:t>全社的な取り組みとしての</a:t>
            </a:r>
          </a:p>
          <a:p xmlns:a="http://schemas.openxmlformats.org/drawingml/2006/main">
            <a:pPr>
              <a:lnSpc>
                <a:spcPct val="100000"/>
              </a:lnSpc>
              <a:buNone/>
              <a:defRPr sz="1200">
                <a:solidFill>
                  <a:srgbClr val="111111"/>
                </a:solidFill>
                <a:latin typeface="Yu Gothic"/>
                <a:ea typeface="Yu Gothic"/>
                <a:cs typeface="Yu Gothic"/>
              </a:defRPr>
            </a:pPr>
            <a:r>
              <a:rPr sz="1500">
                <a:solidFill>
                  <a:srgbClr val="111111"/>
                </a:solidFill>
                <a:latin typeface="Yu Gothic"/>
                <a:ea typeface="Yu Gothic"/>
                <a:cs typeface="Yu Gothic"/>
              </a:rPr>
              <a:t>位置づけが重要です。</a:t>
            </a:r>
          </a:p>
        </p:txBody>
      </p:sp>
      <p:sp>
        <p:nvSpPr>
          <p:cNvPr id="208" name="success-divider-1">
            <a:extLst xmlns:a="http://schemas.openxmlformats.org/drawingml/2006/main">
              <a:ext uri="{FF2B5EF4-FFF2-40B4-BE49-F238E27FC236}">
                <a16:creationId xmlns:a16="http://schemas.microsoft.com/office/drawing/2014/main" id="{3EB9DDB0-D44E-4EBC-9730-B443709018B9}"/>
              </a:ext>
            </a:extLst>
          </p:cNvPr>
          <p:cNvSpPr>
            <a:spLocks xmlns:a="http://schemas.openxmlformats.org/drawingml/2006/main" noGrp="1"/>
          </p:cNvSpPr>
          <p:nvPr/>
        </p:nvSpPr>
        <p:spPr>
          <a:xfrm xmlns:a="http://schemas.openxmlformats.org/drawingml/2006/main" rot="5400000">
            <a:off x="5495925" y="6819900"/>
            <a:ext cx="8953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209" name="success-icon-circle-2">
            <a:extLst xmlns:a="http://schemas.openxmlformats.org/drawingml/2006/main">
              <a:ext uri="{FF2B5EF4-FFF2-40B4-BE49-F238E27FC236}">
                <a16:creationId xmlns:a16="http://schemas.microsoft.com/office/drawing/2014/main" id="{BBD3A27D-3DF5-467D-A370-EF316384C885}"/>
              </a:ext>
            </a:extLst>
          </p:cNvPr>
          <p:cNvSpPr>
            <a:spLocks xmlns:a="http://schemas.openxmlformats.org/drawingml/2006/main" noGrp="1"/>
          </p:cNvSpPr>
          <p:nvPr/>
        </p:nvSpPr>
        <p:spPr>
          <a:xfrm xmlns:a="http://schemas.openxmlformats.org/drawingml/2006/main">
            <a:off x="5815013" y="6948488"/>
            <a:ext cx="638175" cy="638175"/>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210" name="">
            <a:extLst xmlns:a="http://schemas.openxmlformats.org/drawingml/2006/main">
              <a:ext uri="{FF2B5EF4-FFF2-40B4-BE49-F238E27FC236}">
                <a16:creationId xmlns:a16="http://schemas.microsoft.com/office/drawing/2014/main" id="{7503471F-D118-416C-9C18-2520E93FB8F8}"/>
              </a:ext>
            </a:extLst>
          </p:cNvPr>
          <p:cNvSpPr>
            <a:spLocks xmlns:a="http://schemas.openxmlformats.org/drawingml/2006/main" noGrp="1"/>
          </p:cNvSpPr>
          <p:nvPr/>
        </p:nvSpPr>
        <p:spPr>
          <a:xfrm xmlns:a="http://schemas.openxmlformats.org/drawingml/2006/main">
            <a:off x="5876925" y="7105650"/>
            <a:ext cx="304800" cy="228600"/>
          </a:xfrm>
          <a:prstGeom xmlns:a="http://schemas.openxmlformats.org/drawingml/2006/main" prst="roundRect">
            <a:avLst>
              <a:gd name="adj" fmla="val 33333"/>
            </a:avLst>
          </a:prstGeom>
          <a:noFill xmlns:a="http://schemas.openxmlformats.org/drawingml/2006/main"/>
          <a:ln xmlns:a="http://schemas.openxmlformats.org/drawingml/2006/main" w="28575">
            <a:solidFill>
              <a:srgbClr val="111111"/>
            </a:solidFill>
            <a:prstDash val="solid"/>
          </a:ln>
        </p:spPr>
      </p:sp>
      <p:sp>
        <p:nvSpPr>
          <p:cNvPr id="211" name="">
            <a:extLst xmlns:a="http://schemas.openxmlformats.org/drawingml/2006/main">
              <a:ext uri="{FF2B5EF4-FFF2-40B4-BE49-F238E27FC236}">
                <a16:creationId xmlns:a16="http://schemas.microsoft.com/office/drawing/2014/main" id="{A3ACE3E9-62F7-4595-AE02-771EBD13FE3A}"/>
              </a:ext>
            </a:extLst>
          </p:cNvPr>
          <p:cNvSpPr>
            <a:spLocks xmlns:a="http://schemas.openxmlformats.org/drawingml/2006/main" noGrp="1"/>
          </p:cNvSpPr>
          <p:nvPr/>
        </p:nvSpPr>
        <p:spPr>
          <a:xfrm xmlns:a="http://schemas.openxmlformats.org/drawingml/2006/main" rot="8100000">
            <a:off x="5981700" y="7334250"/>
            <a:ext cx="94293"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212" name="">
            <a:extLst xmlns:a="http://schemas.openxmlformats.org/drawingml/2006/main">
              <a:ext uri="{FF2B5EF4-FFF2-40B4-BE49-F238E27FC236}">
                <a16:creationId xmlns:a16="http://schemas.microsoft.com/office/drawing/2014/main" id="{5C8D2622-0251-462D-97DA-D44A2D93FFBD}"/>
              </a:ext>
            </a:extLst>
          </p:cNvPr>
          <p:cNvSpPr>
            <a:spLocks xmlns:a="http://schemas.openxmlformats.org/drawingml/2006/main" noGrp="1"/>
          </p:cNvSpPr>
          <p:nvPr/>
        </p:nvSpPr>
        <p:spPr>
          <a:xfrm xmlns:a="http://schemas.openxmlformats.org/drawingml/2006/main">
            <a:off x="6105525" y="7219950"/>
            <a:ext cx="304800" cy="228600"/>
          </a:xfrm>
          <a:prstGeom xmlns:a="http://schemas.openxmlformats.org/drawingml/2006/main" prst="roundRect">
            <a:avLst>
              <a:gd name="adj" fmla="val 33333"/>
            </a:avLst>
          </a:prstGeom>
          <a:noFill xmlns:a="http://schemas.openxmlformats.org/drawingml/2006/main"/>
          <a:ln xmlns:a="http://schemas.openxmlformats.org/drawingml/2006/main" w="28575">
            <a:solidFill>
              <a:srgbClr val="111111"/>
            </a:solidFill>
            <a:prstDash val="solid"/>
          </a:ln>
        </p:spPr>
      </p:sp>
      <p:sp>
        <p:nvSpPr>
          <p:cNvPr id="213" name="">
            <a:extLst xmlns:a="http://schemas.openxmlformats.org/drawingml/2006/main">
              <a:ext uri="{FF2B5EF4-FFF2-40B4-BE49-F238E27FC236}">
                <a16:creationId xmlns:a16="http://schemas.microsoft.com/office/drawing/2014/main" id="{05616FB3-D471-44E6-8F04-A9653DD0866A}"/>
              </a:ext>
            </a:extLst>
          </p:cNvPr>
          <p:cNvSpPr>
            <a:spLocks xmlns:a="http://schemas.openxmlformats.org/drawingml/2006/main" noGrp="1"/>
          </p:cNvSpPr>
          <p:nvPr/>
        </p:nvSpPr>
        <p:spPr>
          <a:xfrm xmlns:a="http://schemas.openxmlformats.org/drawingml/2006/main" rot="3011666">
            <a:off x="6305550" y="7448550"/>
            <a:ext cx="74393" cy="9525"/>
          </a:xfrm>
          <a:prstGeom xmlns:a="http://schemas.openxmlformats.org/drawingml/2006/main" prst="line">
            <a:avLst/>
          </a:prstGeom>
          <a:noFill xmlns:a="http://schemas.openxmlformats.org/drawingml/2006/main"/>
          <a:ln xmlns:a="http://schemas.openxmlformats.org/drawingml/2006/main" w="28575">
            <a:solidFill>
              <a:srgbClr val="111111"/>
            </a:solidFill>
            <a:prstDash val="solid"/>
          </a:ln>
        </p:spPr>
      </p:sp>
      <p:sp>
        <p:nvSpPr>
          <p:cNvPr id="214" name="success-title-2">
            <a:extLst xmlns:a="http://schemas.openxmlformats.org/drawingml/2006/main">
              <a:ext uri="{FF2B5EF4-FFF2-40B4-BE49-F238E27FC236}">
                <a16:creationId xmlns:a16="http://schemas.microsoft.com/office/drawing/2014/main" id="{A5FF5DE3-2171-47C2-BC75-A4301B38081E}"/>
              </a:ext>
            </a:extLst>
          </p:cNvPr>
          <p:cNvSpPr>
            <a:spLocks xmlns:a="http://schemas.openxmlformats.org/drawingml/2006/main" noGrp="1"/>
          </p:cNvSpPr>
          <p:nvPr/>
        </p:nvSpPr>
        <p:spPr>
          <a:xfrm xmlns:a="http://schemas.openxmlformats.org/drawingml/2006/main">
            <a:off x="6696075" y="6953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6667"/>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現場との連携</a:t>
            </a:r>
          </a:p>
        </p:txBody>
      </p:sp>
      <p:sp>
        <p:nvSpPr>
          <p:cNvPr id="215" name="success-body-2">
            <a:extLst xmlns:a="http://schemas.openxmlformats.org/drawingml/2006/main">
              <a:ext uri="{FF2B5EF4-FFF2-40B4-BE49-F238E27FC236}">
                <a16:creationId xmlns:a16="http://schemas.microsoft.com/office/drawing/2014/main" id="{D3C309E7-F870-4CE3-8816-D291C1E78A3D}"/>
              </a:ext>
            </a:extLst>
          </p:cNvPr>
          <p:cNvSpPr>
            <a:spLocks xmlns:a="http://schemas.openxmlformats.org/drawingml/2006/main" noGrp="1"/>
          </p:cNvSpPr>
          <p:nvPr/>
        </p:nvSpPr>
        <p:spPr>
          <a:xfrm xmlns:a="http://schemas.openxmlformats.org/drawingml/2006/main">
            <a:off x="6696075" y="7239000"/>
            <a:ext cx="1924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69583"/>
          </a:bodyPr>
          <a:lstStyle xmlns:a="http://schemas.openxmlformats.org/drawingml/2006/main"/>
          <a:p xmlns:a="http://schemas.openxmlformats.org/drawingml/2006/main">
            <a:pPr>
              <a:lnSpc>
                <a:spcPct val="100000"/>
              </a:lnSpc>
              <a:buNone/>
              <a:defRPr sz="1200">
                <a:solidFill>
                  <a:srgbClr val="111111"/>
                </a:solidFill>
                <a:latin typeface="Yu Gothic"/>
                <a:ea typeface="Yu Gothic"/>
                <a:cs typeface="Yu Gothic"/>
              </a:defRPr>
            </a:pPr>
            <a:r>
              <a:rPr sz="1500">
                <a:solidFill>
                  <a:srgbClr val="111111"/>
                </a:solidFill>
                <a:latin typeface="Yu Gothic"/>
                <a:ea typeface="Yu Gothic"/>
                <a:cs typeface="Yu Gothic"/>
              </a:rPr>
              <a:t>現場の意見を取り入れ、</a:t>
            </a:r>
          </a:p>
          <a:p xmlns:a="http://schemas.openxmlformats.org/drawingml/2006/main">
            <a:pPr>
              <a:lnSpc>
                <a:spcPct val="100000"/>
              </a:lnSpc>
              <a:buNone/>
              <a:defRPr sz="1200">
                <a:solidFill>
                  <a:srgbClr val="111111"/>
                </a:solidFill>
                <a:latin typeface="Yu Gothic"/>
                <a:ea typeface="Yu Gothic"/>
                <a:cs typeface="Yu Gothic"/>
              </a:defRPr>
            </a:pPr>
            <a:r>
              <a:rPr sz="1500">
                <a:solidFill>
                  <a:srgbClr val="111111"/>
                </a:solidFill>
                <a:latin typeface="Yu Gothic"/>
                <a:ea typeface="Yu Gothic"/>
                <a:cs typeface="Yu Gothic"/>
              </a:rPr>
              <a:t>実態に即した運用を行います。</a:t>
            </a:r>
          </a:p>
        </p:txBody>
      </p:sp>
      <p:sp>
        <p:nvSpPr>
          <p:cNvPr id="216" name="success-divider-2">
            <a:extLst xmlns:a="http://schemas.openxmlformats.org/drawingml/2006/main">
              <a:ext uri="{FF2B5EF4-FFF2-40B4-BE49-F238E27FC236}">
                <a16:creationId xmlns:a16="http://schemas.microsoft.com/office/drawing/2014/main" id="{39759A92-C92B-4B65-890B-E9B6C08CA78C}"/>
              </a:ext>
            </a:extLst>
          </p:cNvPr>
          <p:cNvSpPr>
            <a:spLocks xmlns:a="http://schemas.openxmlformats.org/drawingml/2006/main" noGrp="1"/>
          </p:cNvSpPr>
          <p:nvPr/>
        </p:nvSpPr>
        <p:spPr>
          <a:xfrm xmlns:a="http://schemas.openxmlformats.org/drawingml/2006/main" rot="5400000">
            <a:off x="8848725" y="6819900"/>
            <a:ext cx="8953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217" name="success-icon-circle-3">
            <a:extLst xmlns:a="http://schemas.openxmlformats.org/drawingml/2006/main">
              <a:ext uri="{FF2B5EF4-FFF2-40B4-BE49-F238E27FC236}">
                <a16:creationId xmlns:a16="http://schemas.microsoft.com/office/drawing/2014/main" id="{7385AF56-8852-4841-81D0-58B74539C6CC}"/>
              </a:ext>
            </a:extLst>
          </p:cNvPr>
          <p:cNvSpPr>
            <a:spLocks xmlns:a="http://schemas.openxmlformats.org/drawingml/2006/main" noGrp="1"/>
          </p:cNvSpPr>
          <p:nvPr/>
        </p:nvSpPr>
        <p:spPr>
          <a:xfrm xmlns:a="http://schemas.openxmlformats.org/drawingml/2006/main">
            <a:off x="9167813" y="6948488"/>
            <a:ext cx="638175" cy="638175"/>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218" name="">
            <a:extLst xmlns:a="http://schemas.openxmlformats.org/drawingml/2006/main">
              <a:ext uri="{FF2B5EF4-FFF2-40B4-BE49-F238E27FC236}">
                <a16:creationId xmlns:a16="http://schemas.microsoft.com/office/drawing/2014/main" id="{388CED6C-988E-447C-A48E-A0CF8615F1E0}"/>
              </a:ext>
            </a:extLst>
          </p:cNvPr>
          <p:cNvSpPr>
            <a:spLocks xmlns:a="http://schemas.openxmlformats.org/drawingml/2006/main" noGrp="1"/>
          </p:cNvSpPr>
          <p:nvPr/>
        </p:nvSpPr>
        <p:spPr>
          <a:xfrm xmlns:a="http://schemas.openxmlformats.org/drawingml/2006/main">
            <a:off x="9229725" y="7400925"/>
            <a:ext cx="76200" cy="1619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19" name="">
            <a:extLst xmlns:a="http://schemas.openxmlformats.org/drawingml/2006/main">
              <a:ext uri="{FF2B5EF4-FFF2-40B4-BE49-F238E27FC236}">
                <a16:creationId xmlns:a16="http://schemas.microsoft.com/office/drawing/2014/main" id="{418E7E3A-B04A-49B9-BBDF-39651A092D6E}"/>
              </a:ext>
            </a:extLst>
          </p:cNvPr>
          <p:cNvSpPr>
            <a:spLocks xmlns:a="http://schemas.openxmlformats.org/drawingml/2006/main" noGrp="1"/>
          </p:cNvSpPr>
          <p:nvPr/>
        </p:nvSpPr>
        <p:spPr>
          <a:xfrm xmlns:a="http://schemas.openxmlformats.org/drawingml/2006/main">
            <a:off x="9382125" y="7296150"/>
            <a:ext cx="76200" cy="2667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0" name="">
            <a:extLst xmlns:a="http://schemas.openxmlformats.org/drawingml/2006/main">
              <a:ext uri="{FF2B5EF4-FFF2-40B4-BE49-F238E27FC236}">
                <a16:creationId xmlns:a16="http://schemas.microsoft.com/office/drawing/2014/main" id="{0E5D8709-01AE-4B88-AD38-3A69434179C4}"/>
              </a:ext>
            </a:extLst>
          </p:cNvPr>
          <p:cNvSpPr>
            <a:spLocks xmlns:a="http://schemas.openxmlformats.org/drawingml/2006/main" noGrp="1"/>
          </p:cNvSpPr>
          <p:nvPr/>
        </p:nvSpPr>
        <p:spPr>
          <a:xfrm xmlns:a="http://schemas.openxmlformats.org/drawingml/2006/main">
            <a:off x="9534525" y="7134225"/>
            <a:ext cx="76200" cy="428625"/>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221" name="">
            <a:extLst xmlns:a="http://schemas.openxmlformats.org/drawingml/2006/main">
              <a:ext uri="{FF2B5EF4-FFF2-40B4-BE49-F238E27FC236}">
                <a16:creationId xmlns:a16="http://schemas.microsoft.com/office/drawing/2014/main" id="{4AC23EAD-0E08-4299-AC1D-1A8715AE385D}"/>
              </a:ext>
            </a:extLst>
          </p:cNvPr>
          <p:cNvSpPr>
            <a:spLocks xmlns:a="http://schemas.openxmlformats.org/drawingml/2006/main" noGrp="1"/>
          </p:cNvSpPr>
          <p:nvPr/>
        </p:nvSpPr>
        <p:spPr>
          <a:xfrm xmlns:a="http://schemas.openxmlformats.org/drawingml/2006/main" rot="0">
            <a:off x="9182100" y="7562850"/>
            <a:ext cx="485775"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222" name="">
            <a:extLst xmlns:a="http://schemas.openxmlformats.org/drawingml/2006/main">
              <a:ext uri="{FF2B5EF4-FFF2-40B4-BE49-F238E27FC236}">
                <a16:creationId xmlns:a16="http://schemas.microsoft.com/office/drawing/2014/main" id="{E14B0BC3-2E40-4237-9279-92094DD4C91F}"/>
              </a:ext>
            </a:extLst>
          </p:cNvPr>
          <p:cNvSpPr>
            <a:spLocks xmlns:a="http://schemas.openxmlformats.org/drawingml/2006/main" noGrp="1"/>
          </p:cNvSpPr>
          <p:nvPr/>
        </p:nvSpPr>
        <p:spPr>
          <a:xfrm xmlns:a="http://schemas.openxmlformats.org/drawingml/2006/main" rot="-2185851">
            <a:off x="9296400" y="7353300"/>
            <a:ext cx="497220"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223" name="">
            <a:extLst xmlns:a="http://schemas.openxmlformats.org/drawingml/2006/main">
              <a:ext uri="{FF2B5EF4-FFF2-40B4-BE49-F238E27FC236}">
                <a16:creationId xmlns:a16="http://schemas.microsoft.com/office/drawing/2014/main" id="{B0A4B726-45A1-49DA-8815-7B0DF4641BFA}"/>
              </a:ext>
            </a:extLst>
          </p:cNvPr>
          <p:cNvSpPr>
            <a:spLocks xmlns:a="http://schemas.openxmlformats.org/drawingml/2006/main" noGrp="1"/>
          </p:cNvSpPr>
          <p:nvPr/>
        </p:nvSpPr>
        <p:spPr>
          <a:xfrm xmlns:a="http://schemas.openxmlformats.org/drawingml/2006/main" rot="6506097">
            <a:off x="9696450" y="7058025"/>
            <a:ext cx="150603"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224" name="">
            <a:extLst xmlns:a="http://schemas.openxmlformats.org/drawingml/2006/main">
              <a:ext uri="{FF2B5EF4-FFF2-40B4-BE49-F238E27FC236}">
                <a16:creationId xmlns:a16="http://schemas.microsoft.com/office/drawing/2014/main" id="{B2E82F6C-D862-476D-A3FC-07BEA2065826}"/>
              </a:ext>
            </a:extLst>
          </p:cNvPr>
          <p:cNvSpPr>
            <a:spLocks xmlns:a="http://schemas.openxmlformats.org/drawingml/2006/main" noGrp="1"/>
          </p:cNvSpPr>
          <p:nvPr/>
        </p:nvSpPr>
        <p:spPr>
          <a:xfrm xmlns:a="http://schemas.openxmlformats.org/drawingml/2006/main" rot="9843276">
            <a:off x="9696450" y="7058025"/>
            <a:ext cx="138686" cy="9525"/>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225" name="success-title-3">
            <a:extLst xmlns:a="http://schemas.openxmlformats.org/drawingml/2006/main">
              <a:ext uri="{FF2B5EF4-FFF2-40B4-BE49-F238E27FC236}">
                <a16:creationId xmlns:a16="http://schemas.microsoft.com/office/drawing/2014/main" id="{5019E024-A034-4BA1-83A9-957D6E0F3605}"/>
              </a:ext>
            </a:extLst>
          </p:cNvPr>
          <p:cNvSpPr>
            <a:spLocks xmlns:a="http://schemas.openxmlformats.org/drawingml/2006/main" noGrp="1"/>
          </p:cNvSpPr>
          <p:nvPr/>
        </p:nvSpPr>
        <p:spPr>
          <a:xfrm xmlns:a="http://schemas.openxmlformats.org/drawingml/2006/main">
            <a:off x="10048875" y="6953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4708"/>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小さく始めて大きく展開</a:t>
            </a:r>
          </a:p>
        </p:txBody>
      </p:sp>
      <p:sp>
        <p:nvSpPr>
          <p:cNvPr id="226" name="success-body-3">
            <a:extLst xmlns:a="http://schemas.openxmlformats.org/drawingml/2006/main">
              <a:ext uri="{FF2B5EF4-FFF2-40B4-BE49-F238E27FC236}">
                <a16:creationId xmlns:a16="http://schemas.microsoft.com/office/drawing/2014/main" id="{5E0748FF-03B5-4C6F-931B-0FD591EAAFDF}"/>
              </a:ext>
            </a:extLst>
          </p:cNvPr>
          <p:cNvSpPr>
            <a:spLocks xmlns:a="http://schemas.openxmlformats.org/drawingml/2006/main" noGrp="1"/>
          </p:cNvSpPr>
          <p:nvPr/>
        </p:nvSpPr>
        <p:spPr>
          <a:xfrm xmlns:a="http://schemas.openxmlformats.org/drawingml/2006/main">
            <a:off x="10048875" y="7239000"/>
            <a:ext cx="1924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71513"/>
          </a:bodyPr>
          <a:lstStyle xmlns:a="http://schemas.openxmlformats.org/drawingml/2006/main"/>
          <a:p xmlns:a="http://schemas.openxmlformats.org/drawingml/2006/main">
            <a:pPr>
              <a:lnSpc>
                <a:spcPct val="100000"/>
              </a:lnSpc>
              <a:buNone/>
              <a:defRPr sz="1200">
                <a:solidFill>
                  <a:srgbClr val="111111"/>
                </a:solidFill>
                <a:latin typeface="Yu Gothic"/>
                <a:ea typeface="Yu Gothic"/>
                <a:cs typeface="Yu Gothic"/>
              </a:defRPr>
            </a:pPr>
            <a:r>
              <a:rPr sz="1425">
                <a:solidFill>
                  <a:srgbClr val="111111"/>
                </a:solidFill>
                <a:latin typeface="Yu Gothic"/>
                <a:ea typeface="Yu Gothic"/>
                <a:cs typeface="Yu Gothic"/>
              </a:rPr>
              <a:t>スモールスタートでリスクを</a:t>
            </a:r>
          </a:p>
          <a:p xmlns:a="http://schemas.openxmlformats.org/drawingml/2006/main">
            <a:pPr>
              <a:lnSpc>
                <a:spcPct val="100000"/>
              </a:lnSpc>
              <a:buNone/>
              <a:defRPr sz="1200">
                <a:solidFill>
                  <a:srgbClr val="111111"/>
                </a:solidFill>
                <a:latin typeface="Yu Gothic"/>
                <a:ea typeface="Yu Gothic"/>
                <a:cs typeface="Yu Gothic"/>
              </a:defRPr>
            </a:pPr>
            <a:r>
              <a:rPr sz="1425">
                <a:solidFill>
                  <a:srgbClr val="111111"/>
                </a:solidFill>
                <a:latin typeface="Yu Gothic"/>
                <a:ea typeface="Yu Gothic"/>
                <a:cs typeface="Yu Gothic"/>
              </a:rPr>
              <a:t>抑え、成功事例を積み上げます。</a:t>
            </a:r>
          </a:p>
        </p:txBody>
      </p:sp>
      <p:sp>
        <p:nvSpPr>
          <p:cNvPr id="227" name="success-divider-3">
            <a:extLst xmlns:a="http://schemas.openxmlformats.org/drawingml/2006/main">
              <a:ext uri="{FF2B5EF4-FFF2-40B4-BE49-F238E27FC236}">
                <a16:creationId xmlns:a16="http://schemas.microsoft.com/office/drawing/2014/main" id="{F028E841-157B-4EA9-A7B7-63E69C14909F}"/>
              </a:ext>
            </a:extLst>
          </p:cNvPr>
          <p:cNvSpPr>
            <a:spLocks xmlns:a="http://schemas.openxmlformats.org/drawingml/2006/main" noGrp="1"/>
          </p:cNvSpPr>
          <p:nvPr/>
        </p:nvSpPr>
        <p:spPr>
          <a:xfrm xmlns:a="http://schemas.openxmlformats.org/drawingml/2006/main" rot="5400000">
            <a:off x="12201525" y="6819900"/>
            <a:ext cx="895350" cy="9525"/>
          </a:xfrm>
          <a:prstGeom xmlns:a="http://schemas.openxmlformats.org/drawingml/2006/main" prst="line">
            <a:avLst/>
          </a:prstGeom>
          <a:noFill xmlns:a="http://schemas.openxmlformats.org/drawingml/2006/main"/>
          <a:ln xmlns:a="http://schemas.openxmlformats.org/drawingml/2006/main" w="9525">
            <a:solidFill>
              <a:srgbClr val="D6DDE5"/>
            </a:solidFill>
            <a:prstDash val="solid"/>
          </a:ln>
        </p:spPr>
      </p:sp>
      <p:sp>
        <p:nvSpPr>
          <p:cNvPr id="228" name="success-icon-circle-4">
            <a:extLst xmlns:a="http://schemas.openxmlformats.org/drawingml/2006/main">
              <a:ext uri="{FF2B5EF4-FFF2-40B4-BE49-F238E27FC236}">
                <a16:creationId xmlns:a16="http://schemas.microsoft.com/office/drawing/2014/main" id="{D06662D2-16B3-413F-B2BB-2F7E2B858C68}"/>
              </a:ext>
            </a:extLst>
          </p:cNvPr>
          <p:cNvSpPr>
            <a:spLocks xmlns:a="http://schemas.openxmlformats.org/drawingml/2006/main" noGrp="1"/>
          </p:cNvSpPr>
          <p:nvPr/>
        </p:nvSpPr>
        <p:spPr>
          <a:xfrm xmlns:a="http://schemas.openxmlformats.org/drawingml/2006/main">
            <a:off x="12520613" y="6948488"/>
            <a:ext cx="638175" cy="638175"/>
          </a:xfrm>
          <a:prstGeom xmlns:a="http://schemas.openxmlformats.org/drawingml/2006/main" prst="ellipse">
            <a:avLst/>
          </a:prstGeom>
          <a:solidFill xmlns:a="http://schemas.openxmlformats.org/drawingml/2006/main">
            <a:srgbClr val="FDE7E7"/>
          </a:solidFill>
          <a:ln xmlns:a="http://schemas.openxmlformats.org/drawingml/2006/main" w="0">
            <a:noFill/>
            <a:prstDash val="solid"/>
          </a:ln>
        </p:spPr>
      </p:sp>
      <p:sp>
        <p:nvSpPr>
          <p:cNvPr id="229" name="gear-silhouette">
            <a:extLst xmlns:a="http://schemas.openxmlformats.org/drawingml/2006/main">
              <a:ext uri="{FF2B5EF4-FFF2-40B4-BE49-F238E27FC236}">
                <a16:creationId xmlns:a16="http://schemas.microsoft.com/office/drawing/2014/main" id="{58CDE613-997B-4983-9A6C-6C4083632F2C}"/>
              </a:ext>
            </a:extLst>
          </p:cNvPr>
          <p:cNvSpPr>
            <a:spLocks xmlns:a="http://schemas.openxmlformats.org/drawingml/2006/main" noGrp="1"/>
          </p:cNvSpPr>
          <p:nvPr/>
        </p:nvSpPr>
        <p:spPr>
          <a:xfrm xmlns:a="http://schemas.openxmlformats.org/drawingml/2006/main">
            <a:off x="12718256" y="7146131"/>
            <a:ext cx="242888" cy="242888"/>
          </a:xfrm>
          <a:prstGeom xmlns:a="http://schemas.openxmlformats.org/drawingml/2006/main" prst="ellipse">
            <a:avLst/>
          </a:prstGeom>
          <a:noFill xmlns:a="http://schemas.openxmlformats.org/drawingml/2006/main"/>
          <a:ln xmlns:a="http://schemas.openxmlformats.org/drawingml/2006/main" w="28575">
            <a:solidFill>
              <a:srgbClr val="111111"/>
            </a:solidFill>
            <a:prstDash val="solid"/>
          </a:ln>
        </p:spPr>
      </p:sp>
      <p:sp>
        <p:nvSpPr>
          <p:cNvPr id="230" name="gear-tooth-1">
            <a:extLst xmlns:a="http://schemas.openxmlformats.org/drawingml/2006/main">
              <a:ext uri="{FF2B5EF4-FFF2-40B4-BE49-F238E27FC236}">
                <a16:creationId xmlns:a16="http://schemas.microsoft.com/office/drawing/2014/main" id="{BC44D80F-C84D-4502-9428-C39F0320558C}"/>
              </a:ext>
            </a:extLst>
          </p:cNvPr>
          <p:cNvSpPr>
            <a:spLocks xmlns:a="http://schemas.openxmlformats.org/drawingml/2006/main" noGrp="1"/>
          </p:cNvSpPr>
          <p:nvPr/>
        </p:nvSpPr>
        <p:spPr>
          <a:xfrm xmlns:a="http://schemas.openxmlformats.org/drawingml/2006/main" rot="0">
            <a:off x="12961144" y="7267575"/>
            <a:ext cx="57150" cy="9525"/>
          </a:xfrm>
          <a:prstGeom xmlns:a="http://schemas.openxmlformats.org/drawingml/2006/main" prst="line">
            <a:avLst/>
          </a:prstGeom>
          <a:noFill xmlns:a="http://schemas.openxmlformats.org/drawingml/2006/main"/>
          <a:ln xmlns:a="http://schemas.openxmlformats.org/drawingml/2006/main" w="35719">
            <a:solidFill>
              <a:srgbClr val="111111"/>
            </a:solidFill>
            <a:prstDash val="solid"/>
          </a:ln>
        </p:spPr>
      </p:sp>
      <p:sp>
        <p:nvSpPr>
          <p:cNvPr id="231" name="gear-tooth-2">
            <a:extLst xmlns:a="http://schemas.openxmlformats.org/drawingml/2006/main">
              <a:ext uri="{FF2B5EF4-FFF2-40B4-BE49-F238E27FC236}">
                <a16:creationId xmlns:a16="http://schemas.microsoft.com/office/drawing/2014/main" id="{85491581-7299-408C-AAC7-5288885C54A5}"/>
              </a:ext>
            </a:extLst>
          </p:cNvPr>
          <p:cNvSpPr>
            <a:spLocks xmlns:a="http://schemas.openxmlformats.org/drawingml/2006/main" noGrp="1"/>
          </p:cNvSpPr>
          <p:nvPr/>
        </p:nvSpPr>
        <p:spPr>
          <a:xfrm xmlns:a="http://schemas.openxmlformats.org/drawingml/2006/main" rot="2700000">
            <a:off x="12925574" y="7353449"/>
            <a:ext cx="57150" cy="9525"/>
          </a:xfrm>
          <a:prstGeom xmlns:a="http://schemas.openxmlformats.org/drawingml/2006/main" prst="line">
            <a:avLst/>
          </a:prstGeom>
          <a:noFill xmlns:a="http://schemas.openxmlformats.org/drawingml/2006/main"/>
          <a:ln xmlns:a="http://schemas.openxmlformats.org/drawingml/2006/main" w="35719">
            <a:solidFill>
              <a:srgbClr val="111111"/>
            </a:solidFill>
            <a:prstDash val="solid"/>
          </a:ln>
        </p:spPr>
      </p:sp>
      <p:sp>
        <p:nvSpPr>
          <p:cNvPr id="232" name="gear-tooth-3">
            <a:extLst xmlns:a="http://schemas.openxmlformats.org/drawingml/2006/main">
              <a:ext uri="{FF2B5EF4-FFF2-40B4-BE49-F238E27FC236}">
                <a16:creationId xmlns:a16="http://schemas.microsoft.com/office/drawing/2014/main" id="{96A36598-C589-4CFA-AD9E-20D5D28EC735}"/>
              </a:ext>
            </a:extLst>
          </p:cNvPr>
          <p:cNvSpPr>
            <a:spLocks xmlns:a="http://schemas.openxmlformats.org/drawingml/2006/main" noGrp="1"/>
          </p:cNvSpPr>
          <p:nvPr/>
        </p:nvSpPr>
        <p:spPr>
          <a:xfrm xmlns:a="http://schemas.openxmlformats.org/drawingml/2006/main" rot="5400000">
            <a:off x="12839700" y="7389019"/>
            <a:ext cx="57150" cy="9525"/>
          </a:xfrm>
          <a:prstGeom xmlns:a="http://schemas.openxmlformats.org/drawingml/2006/main" prst="line">
            <a:avLst/>
          </a:prstGeom>
          <a:noFill xmlns:a="http://schemas.openxmlformats.org/drawingml/2006/main"/>
          <a:ln xmlns:a="http://schemas.openxmlformats.org/drawingml/2006/main" w="35719">
            <a:solidFill>
              <a:srgbClr val="111111"/>
            </a:solidFill>
            <a:prstDash val="solid"/>
          </a:ln>
        </p:spPr>
      </p:sp>
      <p:sp>
        <p:nvSpPr>
          <p:cNvPr id="233" name="gear-tooth-4">
            <a:extLst xmlns:a="http://schemas.openxmlformats.org/drawingml/2006/main">
              <a:ext uri="{FF2B5EF4-FFF2-40B4-BE49-F238E27FC236}">
                <a16:creationId xmlns:a16="http://schemas.microsoft.com/office/drawing/2014/main" id="{08681652-F656-45C4-8B72-05965C0EC46A}"/>
              </a:ext>
            </a:extLst>
          </p:cNvPr>
          <p:cNvSpPr>
            <a:spLocks xmlns:a="http://schemas.openxmlformats.org/drawingml/2006/main" noGrp="1"/>
          </p:cNvSpPr>
          <p:nvPr/>
        </p:nvSpPr>
        <p:spPr>
          <a:xfrm xmlns:a="http://schemas.openxmlformats.org/drawingml/2006/main" rot="8100000">
            <a:off x="12753826" y="7353449"/>
            <a:ext cx="57150" cy="9525"/>
          </a:xfrm>
          <a:prstGeom xmlns:a="http://schemas.openxmlformats.org/drawingml/2006/main" prst="line">
            <a:avLst/>
          </a:prstGeom>
          <a:noFill xmlns:a="http://schemas.openxmlformats.org/drawingml/2006/main"/>
          <a:ln xmlns:a="http://schemas.openxmlformats.org/drawingml/2006/main" w="35719">
            <a:solidFill>
              <a:srgbClr val="111111"/>
            </a:solidFill>
            <a:prstDash val="solid"/>
          </a:ln>
        </p:spPr>
      </p:sp>
      <p:sp>
        <p:nvSpPr>
          <p:cNvPr id="234" name="gear-tooth-5">
            <a:extLst xmlns:a="http://schemas.openxmlformats.org/drawingml/2006/main">
              <a:ext uri="{FF2B5EF4-FFF2-40B4-BE49-F238E27FC236}">
                <a16:creationId xmlns:a16="http://schemas.microsoft.com/office/drawing/2014/main" id="{1F265BF5-DC3B-452E-8FC5-6F2C7524056F}"/>
              </a:ext>
            </a:extLst>
          </p:cNvPr>
          <p:cNvSpPr>
            <a:spLocks xmlns:a="http://schemas.openxmlformats.org/drawingml/2006/main" noGrp="1"/>
          </p:cNvSpPr>
          <p:nvPr/>
        </p:nvSpPr>
        <p:spPr>
          <a:xfrm xmlns:a="http://schemas.openxmlformats.org/drawingml/2006/main" rot="10800000">
            <a:off x="12718256" y="7267575"/>
            <a:ext cx="57150" cy="9525"/>
          </a:xfrm>
          <a:prstGeom xmlns:a="http://schemas.openxmlformats.org/drawingml/2006/main" prst="line">
            <a:avLst/>
          </a:prstGeom>
          <a:noFill xmlns:a="http://schemas.openxmlformats.org/drawingml/2006/main"/>
          <a:ln xmlns:a="http://schemas.openxmlformats.org/drawingml/2006/main" w="35719">
            <a:solidFill>
              <a:srgbClr val="111111"/>
            </a:solidFill>
            <a:prstDash val="solid"/>
          </a:ln>
        </p:spPr>
      </p:sp>
      <p:sp>
        <p:nvSpPr>
          <p:cNvPr id="235" name="gear-tooth-6">
            <a:extLst xmlns:a="http://schemas.openxmlformats.org/drawingml/2006/main">
              <a:ext uri="{FF2B5EF4-FFF2-40B4-BE49-F238E27FC236}">
                <a16:creationId xmlns:a16="http://schemas.microsoft.com/office/drawing/2014/main" id="{679E6FFF-1E06-49EA-BE26-FF040CB3006C}"/>
              </a:ext>
            </a:extLst>
          </p:cNvPr>
          <p:cNvSpPr>
            <a:spLocks xmlns:a="http://schemas.openxmlformats.org/drawingml/2006/main" noGrp="1"/>
          </p:cNvSpPr>
          <p:nvPr/>
        </p:nvSpPr>
        <p:spPr>
          <a:xfrm xmlns:a="http://schemas.openxmlformats.org/drawingml/2006/main" rot="-8100000">
            <a:off x="12753826" y="7181701"/>
            <a:ext cx="57150" cy="9525"/>
          </a:xfrm>
          <a:prstGeom xmlns:a="http://schemas.openxmlformats.org/drawingml/2006/main" prst="line">
            <a:avLst/>
          </a:prstGeom>
          <a:noFill xmlns:a="http://schemas.openxmlformats.org/drawingml/2006/main"/>
          <a:ln xmlns:a="http://schemas.openxmlformats.org/drawingml/2006/main" w="35719">
            <a:solidFill>
              <a:srgbClr val="111111"/>
            </a:solidFill>
            <a:prstDash val="solid"/>
          </a:ln>
        </p:spPr>
      </p:sp>
      <p:sp>
        <p:nvSpPr>
          <p:cNvPr id="236" name="gear-tooth-7">
            <a:extLst xmlns:a="http://schemas.openxmlformats.org/drawingml/2006/main">
              <a:ext uri="{FF2B5EF4-FFF2-40B4-BE49-F238E27FC236}">
                <a16:creationId xmlns:a16="http://schemas.microsoft.com/office/drawing/2014/main" id="{58997CD4-AA71-4E5E-B9E6-E4C39F697016}"/>
              </a:ext>
            </a:extLst>
          </p:cNvPr>
          <p:cNvSpPr>
            <a:spLocks xmlns:a="http://schemas.openxmlformats.org/drawingml/2006/main" noGrp="1"/>
          </p:cNvSpPr>
          <p:nvPr/>
        </p:nvSpPr>
        <p:spPr>
          <a:xfrm xmlns:a="http://schemas.openxmlformats.org/drawingml/2006/main" rot="-5400000">
            <a:off x="12839700" y="7146131"/>
            <a:ext cx="57150" cy="9525"/>
          </a:xfrm>
          <a:prstGeom xmlns:a="http://schemas.openxmlformats.org/drawingml/2006/main" prst="line">
            <a:avLst/>
          </a:prstGeom>
          <a:noFill xmlns:a="http://schemas.openxmlformats.org/drawingml/2006/main"/>
          <a:ln xmlns:a="http://schemas.openxmlformats.org/drawingml/2006/main" w="35719">
            <a:solidFill>
              <a:srgbClr val="111111"/>
            </a:solidFill>
            <a:prstDash val="solid"/>
          </a:ln>
        </p:spPr>
      </p:sp>
      <p:sp>
        <p:nvSpPr>
          <p:cNvPr id="237" name="gear-tooth-8">
            <a:extLst xmlns:a="http://schemas.openxmlformats.org/drawingml/2006/main">
              <a:ext uri="{FF2B5EF4-FFF2-40B4-BE49-F238E27FC236}">
                <a16:creationId xmlns:a16="http://schemas.microsoft.com/office/drawing/2014/main" id="{222367D7-5ED2-4292-A198-21468CDDCB3A}"/>
              </a:ext>
            </a:extLst>
          </p:cNvPr>
          <p:cNvSpPr>
            <a:spLocks xmlns:a="http://schemas.openxmlformats.org/drawingml/2006/main" noGrp="1"/>
          </p:cNvSpPr>
          <p:nvPr/>
        </p:nvSpPr>
        <p:spPr>
          <a:xfrm xmlns:a="http://schemas.openxmlformats.org/drawingml/2006/main" rot="-2700000">
            <a:off x="12925574" y="7181701"/>
            <a:ext cx="57150" cy="9525"/>
          </a:xfrm>
          <a:prstGeom xmlns:a="http://schemas.openxmlformats.org/drawingml/2006/main" prst="line">
            <a:avLst/>
          </a:prstGeom>
          <a:noFill xmlns:a="http://schemas.openxmlformats.org/drawingml/2006/main"/>
          <a:ln xmlns:a="http://schemas.openxmlformats.org/drawingml/2006/main" w="35719">
            <a:solidFill>
              <a:srgbClr val="111111"/>
            </a:solidFill>
            <a:prstDash val="solid"/>
          </a:ln>
        </p:spPr>
      </p:sp>
      <p:sp>
        <p:nvSpPr>
          <p:cNvPr id="238" name="gear-hub">
            <a:extLst xmlns:a="http://schemas.openxmlformats.org/drawingml/2006/main">
              <a:ext uri="{FF2B5EF4-FFF2-40B4-BE49-F238E27FC236}">
                <a16:creationId xmlns:a16="http://schemas.microsoft.com/office/drawing/2014/main" id="{4760D5E0-E53D-4993-A0E6-F89FE95F60B9}"/>
              </a:ext>
            </a:extLst>
          </p:cNvPr>
          <p:cNvSpPr>
            <a:spLocks xmlns:a="http://schemas.openxmlformats.org/drawingml/2006/main" noGrp="1"/>
          </p:cNvSpPr>
          <p:nvPr/>
        </p:nvSpPr>
        <p:spPr>
          <a:xfrm xmlns:a="http://schemas.openxmlformats.org/drawingml/2006/main">
            <a:off x="12800409" y="7228284"/>
            <a:ext cx="78581" cy="78581"/>
          </a:xfrm>
          <a:prstGeom xmlns:a="http://schemas.openxmlformats.org/drawingml/2006/main" prst="ellipse">
            <a:avLst/>
          </a:prstGeom>
          <a:noFill xmlns:a="http://schemas.openxmlformats.org/drawingml/2006/main"/>
          <a:ln xmlns:a="http://schemas.openxmlformats.org/drawingml/2006/main" w="21431">
            <a:solidFill>
              <a:srgbClr val="111111"/>
            </a:solidFill>
            <a:prstDash val="solid"/>
          </a:ln>
        </p:spPr>
      </p:sp>
      <p:sp>
        <p:nvSpPr>
          <p:cNvPr id="239" name="success-title-4">
            <a:extLst xmlns:a="http://schemas.openxmlformats.org/drawingml/2006/main">
              <a:ext uri="{FF2B5EF4-FFF2-40B4-BE49-F238E27FC236}">
                <a16:creationId xmlns:a16="http://schemas.microsoft.com/office/drawing/2014/main" id="{4614F3A5-78FE-4B6F-9B46-A5D141FB7E33}"/>
              </a:ext>
            </a:extLst>
          </p:cNvPr>
          <p:cNvSpPr>
            <a:spLocks xmlns:a="http://schemas.openxmlformats.org/drawingml/2006/main" noGrp="1"/>
          </p:cNvSpPr>
          <p:nvPr/>
        </p:nvSpPr>
        <p:spPr>
          <a:xfrm xmlns:a="http://schemas.openxmlformats.org/drawingml/2006/main">
            <a:off x="13401675" y="6953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56667"/>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2250" b="1">
                <a:solidFill>
                  <a:srgbClr val="111111"/>
                </a:solidFill>
                <a:latin typeface="Yu Gothic"/>
                <a:ea typeface="Yu Gothic"/>
                <a:cs typeface="Yu Gothic"/>
              </a:rPr>
              <a:t>継続的な改善</a:t>
            </a:r>
          </a:p>
        </p:txBody>
      </p:sp>
      <p:sp>
        <p:nvSpPr>
          <p:cNvPr id="240" name="success-body-4">
            <a:extLst xmlns:a="http://schemas.openxmlformats.org/drawingml/2006/main">
              <a:ext uri="{FF2B5EF4-FFF2-40B4-BE49-F238E27FC236}">
                <a16:creationId xmlns:a16="http://schemas.microsoft.com/office/drawing/2014/main" id="{2A21EC81-DDAF-45F3-B3DF-E8EB816C260A}"/>
              </a:ext>
            </a:extLst>
          </p:cNvPr>
          <p:cNvSpPr>
            <a:spLocks xmlns:a="http://schemas.openxmlformats.org/drawingml/2006/main" noGrp="1"/>
          </p:cNvSpPr>
          <p:nvPr/>
        </p:nvSpPr>
        <p:spPr>
          <a:xfrm xmlns:a="http://schemas.openxmlformats.org/drawingml/2006/main">
            <a:off x="13401675" y="7239000"/>
            <a:ext cx="1924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rIns="0" anchor="t">
            <a:normAutofit fontScale="69583"/>
          </a:bodyPr>
          <a:lstStyle xmlns:a="http://schemas.openxmlformats.org/drawingml/2006/main"/>
          <a:p xmlns:a="http://schemas.openxmlformats.org/drawingml/2006/main">
            <a:pPr>
              <a:lnSpc>
                <a:spcPct val="100000"/>
              </a:lnSpc>
              <a:buNone/>
              <a:defRPr sz="1200">
                <a:solidFill>
                  <a:srgbClr val="111111"/>
                </a:solidFill>
                <a:latin typeface="Yu Gothic"/>
                <a:ea typeface="Yu Gothic"/>
                <a:cs typeface="Yu Gothic"/>
              </a:defRPr>
            </a:pPr>
            <a:r>
              <a:rPr sz="1500">
                <a:solidFill>
                  <a:srgbClr val="111111"/>
                </a:solidFill>
                <a:latin typeface="Yu Gothic"/>
                <a:ea typeface="Yu Gothic"/>
                <a:cs typeface="Yu Gothic"/>
              </a:rPr>
              <a:t>データに基づく改善を継続し、</a:t>
            </a:r>
          </a:p>
          <a:p xmlns:a="http://schemas.openxmlformats.org/drawingml/2006/main">
            <a:pPr>
              <a:lnSpc>
                <a:spcPct val="100000"/>
              </a:lnSpc>
              <a:buNone/>
              <a:defRPr sz="1200">
                <a:solidFill>
                  <a:srgbClr val="111111"/>
                </a:solidFill>
                <a:latin typeface="Yu Gothic"/>
                <a:ea typeface="Yu Gothic"/>
                <a:cs typeface="Yu Gothic"/>
              </a:defRPr>
            </a:pPr>
            <a:r>
              <a:rPr sz="1500">
                <a:solidFill>
                  <a:srgbClr val="111111"/>
                </a:solidFill>
                <a:latin typeface="Yu Gothic"/>
                <a:ea typeface="Yu Gothic"/>
                <a:cs typeface="Yu Gothic"/>
              </a:rPr>
              <a:t>長期的な成果につなげます。</a:t>
            </a:r>
          </a:p>
        </p:txBody>
      </p:sp>
      <p:sp>
        <p:nvSpPr>
          <p:cNvPr id="241" name="judgment-band">
            <a:extLst xmlns:a="http://schemas.openxmlformats.org/drawingml/2006/main">
              <a:ext uri="{FF2B5EF4-FFF2-40B4-BE49-F238E27FC236}">
                <a16:creationId xmlns:a16="http://schemas.microsoft.com/office/drawing/2014/main" id="{B8A69CA0-C3DC-4356-951C-035C3FDD4D50}"/>
              </a:ext>
            </a:extLst>
          </p:cNvPr>
          <p:cNvSpPr>
            <a:spLocks xmlns:a="http://schemas.openxmlformats.org/drawingml/2006/main" noGrp="1"/>
          </p:cNvSpPr>
          <p:nvPr/>
        </p:nvSpPr>
        <p:spPr>
          <a:xfrm xmlns:a="http://schemas.openxmlformats.org/drawingml/2006/main">
            <a:off x="352425" y="7810500"/>
            <a:ext cx="15220950" cy="571500"/>
          </a:xfrm>
          <a:prstGeom xmlns:a="http://schemas.openxmlformats.org/drawingml/2006/main" prst="rect">
            <a:avLst/>
          </a:prstGeom>
          <a:solidFill xmlns:a="http://schemas.openxmlformats.org/drawingml/2006/main">
            <a:srgbClr val="F52323"/>
          </a:solidFill>
          <a:ln xmlns:a="http://schemas.openxmlformats.org/drawingml/2006/main" w="0">
            <a:solidFill>
              <a:srgbClr val="F52323"/>
            </a:solidFill>
            <a:prstDash val="solid"/>
          </a:ln>
        </p:spPr>
      </p:sp>
      <p:sp>
        <p:nvSpPr>
          <p:cNvPr id="242" name="">
            <a:extLst xmlns:a="http://schemas.openxmlformats.org/drawingml/2006/main">
              <a:ext uri="{FF2B5EF4-FFF2-40B4-BE49-F238E27FC236}">
                <a16:creationId xmlns:a16="http://schemas.microsoft.com/office/drawing/2014/main" id="{B7028A58-BC5D-4A04-9836-C5844E5985DA}"/>
              </a:ext>
            </a:extLst>
          </p:cNvPr>
          <p:cNvSpPr>
            <a:spLocks xmlns:a="http://schemas.openxmlformats.org/drawingml/2006/main" noGrp="1"/>
          </p:cNvSpPr>
          <p:nvPr/>
        </p:nvSpPr>
        <p:spPr>
          <a:xfrm xmlns:a="http://schemas.openxmlformats.org/drawingml/2006/main">
            <a:off x="626364" y="7979664"/>
            <a:ext cx="233172" cy="233172"/>
          </a:xfrm>
          <a:prstGeom xmlns:a="http://schemas.openxmlformats.org/drawingml/2006/main" prst="ellipse">
            <a:avLst/>
          </a:prstGeom>
          <a:noFill xmlns:a="http://schemas.openxmlformats.org/drawingml/2006/main"/>
          <a:ln xmlns:a="http://schemas.openxmlformats.org/drawingml/2006/main" w="27432">
            <a:solidFill>
              <a:srgbClr val="FFFFFF"/>
            </a:solidFill>
            <a:prstDash val="solid"/>
          </a:ln>
        </p:spPr>
      </p:sp>
      <p:sp>
        <p:nvSpPr>
          <p:cNvPr id="243" name="">
            <a:extLst xmlns:a="http://schemas.openxmlformats.org/drawingml/2006/main">
              <a:ext uri="{FF2B5EF4-FFF2-40B4-BE49-F238E27FC236}">
                <a16:creationId xmlns:a16="http://schemas.microsoft.com/office/drawing/2014/main" id="{3C8FBB47-E5BF-4427-B292-F42D13ABEA67}"/>
              </a:ext>
            </a:extLst>
          </p:cNvPr>
          <p:cNvSpPr>
            <a:spLocks xmlns:a="http://schemas.openxmlformats.org/drawingml/2006/main" noGrp="1"/>
          </p:cNvSpPr>
          <p:nvPr/>
        </p:nvSpPr>
        <p:spPr>
          <a:xfrm xmlns:a="http://schemas.openxmlformats.org/drawingml/2006/main">
            <a:off x="674370" y="8027670"/>
            <a:ext cx="137160" cy="137160"/>
          </a:xfrm>
          <a:prstGeom xmlns:a="http://schemas.openxmlformats.org/drawingml/2006/main" prst="ellipse">
            <a:avLst/>
          </a:prstGeom>
          <a:noFill xmlns:a="http://schemas.openxmlformats.org/drawingml/2006/main"/>
          <a:ln xmlns:a="http://schemas.openxmlformats.org/drawingml/2006/main" w="27432">
            <a:solidFill>
              <a:srgbClr val="FFFFFF"/>
            </a:solidFill>
            <a:prstDash val="solid"/>
          </a:ln>
        </p:spPr>
      </p:sp>
      <p:sp>
        <p:nvSpPr>
          <p:cNvPr id="244" name="">
            <a:extLst xmlns:a="http://schemas.openxmlformats.org/drawingml/2006/main">
              <a:ext uri="{FF2B5EF4-FFF2-40B4-BE49-F238E27FC236}">
                <a16:creationId xmlns:a16="http://schemas.microsoft.com/office/drawing/2014/main" id="{F92B7F12-6C12-4397-B1EF-26D18BFF126D}"/>
              </a:ext>
            </a:extLst>
          </p:cNvPr>
          <p:cNvSpPr>
            <a:spLocks xmlns:a="http://schemas.openxmlformats.org/drawingml/2006/main" noGrp="1"/>
          </p:cNvSpPr>
          <p:nvPr/>
        </p:nvSpPr>
        <p:spPr>
          <a:xfrm xmlns:a="http://schemas.openxmlformats.org/drawingml/2006/main">
            <a:off x="722376" y="8075676"/>
            <a:ext cx="41148" cy="41148"/>
          </a:xfrm>
          <a:prstGeom xmlns:a="http://schemas.openxmlformats.org/drawingml/2006/main" prst="ellipse">
            <a:avLst/>
          </a:prstGeom>
          <a:noFill xmlns:a="http://schemas.openxmlformats.org/drawingml/2006/main"/>
          <a:ln xmlns:a="http://schemas.openxmlformats.org/drawingml/2006/main" w="27432">
            <a:solidFill>
              <a:srgbClr val="FFFFFF"/>
            </a:solidFill>
            <a:prstDash val="solid"/>
          </a:ln>
        </p:spPr>
      </p:sp>
      <p:sp>
        <p:nvSpPr>
          <p:cNvPr id="245" name="">
            <a:extLst xmlns:a="http://schemas.openxmlformats.org/drawingml/2006/main">
              <a:ext uri="{FF2B5EF4-FFF2-40B4-BE49-F238E27FC236}">
                <a16:creationId xmlns:a16="http://schemas.microsoft.com/office/drawing/2014/main" id="{74EB9BA1-0F9B-4C95-97DC-E4E7FD398A94}"/>
              </a:ext>
            </a:extLst>
          </p:cNvPr>
          <p:cNvSpPr>
            <a:spLocks xmlns:a="http://schemas.openxmlformats.org/drawingml/2006/main" noGrp="1"/>
          </p:cNvSpPr>
          <p:nvPr/>
        </p:nvSpPr>
        <p:spPr>
          <a:xfrm xmlns:a="http://schemas.openxmlformats.org/drawingml/2006/main" rot="-2700000">
            <a:off x="784098" y="8055102"/>
            <a:ext cx="223070" cy="9525"/>
          </a:xfrm>
          <a:prstGeom xmlns:a="http://schemas.openxmlformats.org/drawingml/2006/main" prst="line">
            <a:avLst/>
          </a:prstGeom>
          <a:noFill xmlns:a="http://schemas.openxmlformats.org/drawingml/2006/main"/>
          <a:ln xmlns:a="http://schemas.openxmlformats.org/drawingml/2006/main" w="27432">
            <a:solidFill>
              <a:srgbClr val="FFFFFF"/>
            </a:solidFill>
            <a:prstDash val="solid"/>
          </a:ln>
        </p:spPr>
      </p:sp>
      <p:sp>
        <p:nvSpPr>
          <p:cNvPr id="246" name="">
            <a:extLst xmlns:a="http://schemas.openxmlformats.org/drawingml/2006/main">
              <a:ext uri="{FF2B5EF4-FFF2-40B4-BE49-F238E27FC236}">
                <a16:creationId xmlns:a16="http://schemas.microsoft.com/office/drawing/2014/main" id="{3EAB9646-D470-457A-930C-77A92050F146}"/>
              </a:ext>
            </a:extLst>
          </p:cNvPr>
          <p:cNvSpPr>
            <a:spLocks xmlns:a="http://schemas.openxmlformats.org/drawingml/2006/main" noGrp="1"/>
          </p:cNvSpPr>
          <p:nvPr/>
        </p:nvSpPr>
        <p:spPr>
          <a:xfrm xmlns:a="http://schemas.openxmlformats.org/drawingml/2006/main" rot="10181709">
            <a:off x="941832" y="7897368"/>
            <a:ext cx="76675" cy="9525"/>
          </a:xfrm>
          <a:prstGeom xmlns:a="http://schemas.openxmlformats.org/drawingml/2006/main" prst="line">
            <a:avLst/>
          </a:prstGeom>
          <a:noFill xmlns:a="http://schemas.openxmlformats.org/drawingml/2006/main"/>
          <a:ln xmlns:a="http://schemas.openxmlformats.org/drawingml/2006/main" w="27432">
            <a:solidFill>
              <a:srgbClr val="FFFFFF"/>
            </a:solidFill>
            <a:prstDash val="solid"/>
          </a:ln>
        </p:spPr>
      </p:sp>
      <p:sp>
        <p:nvSpPr>
          <p:cNvPr id="247" name="">
            <a:extLst xmlns:a="http://schemas.openxmlformats.org/drawingml/2006/main">
              <a:ext uri="{FF2B5EF4-FFF2-40B4-BE49-F238E27FC236}">
                <a16:creationId xmlns:a16="http://schemas.microsoft.com/office/drawing/2014/main" id="{5F80E23B-5C99-40EC-82FA-EC0EB3027680}"/>
              </a:ext>
            </a:extLst>
          </p:cNvPr>
          <p:cNvSpPr>
            <a:spLocks xmlns:a="http://schemas.openxmlformats.org/drawingml/2006/main" noGrp="1"/>
          </p:cNvSpPr>
          <p:nvPr/>
        </p:nvSpPr>
        <p:spPr>
          <a:xfrm xmlns:a="http://schemas.openxmlformats.org/drawingml/2006/main" rot="6018291">
            <a:off x="941832" y="7897368"/>
            <a:ext cx="76675" cy="9525"/>
          </a:xfrm>
          <a:prstGeom xmlns:a="http://schemas.openxmlformats.org/drawingml/2006/main" prst="line">
            <a:avLst/>
          </a:prstGeom>
          <a:noFill xmlns:a="http://schemas.openxmlformats.org/drawingml/2006/main"/>
          <a:ln xmlns:a="http://schemas.openxmlformats.org/drawingml/2006/main" w="27432">
            <a:solidFill>
              <a:srgbClr val="FFFFFF"/>
            </a:solidFill>
            <a:prstDash val="solid"/>
          </a:ln>
        </p:spPr>
      </p:sp>
      <p:sp>
        <p:nvSpPr>
          <p:cNvPr id="248" name="judgment-label-text">
            <a:extLst xmlns:a="http://schemas.openxmlformats.org/drawingml/2006/main">
              <a:ext uri="{FF2B5EF4-FFF2-40B4-BE49-F238E27FC236}">
                <a16:creationId xmlns:a16="http://schemas.microsoft.com/office/drawing/2014/main" id="{72F3BED8-D397-4526-B065-1A7A0485D7A3}"/>
              </a:ext>
            </a:extLst>
          </p:cNvPr>
          <p:cNvSpPr>
            <a:spLocks xmlns:a="http://schemas.openxmlformats.org/drawingml/2006/main" noGrp="1"/>
          </p:cNvSpPr>
          <p:nvPr/>
        </p:nvSpPr>
        <p:spPr>
          <a:xfrm xmlns:a="http://schemas.openxmlformats.org/drawingml/2006/main">
            <a:off x="1123950" y="7962900"/>
            <a:ext cx="152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8590"/>
          </a:bodyPr>
          <a:lstStyle xmlns:a="http://schemas.openxmlformats.org/drawingml/2006/main"/>
          <a:p xmlns:a="http://schemas.openxmlformats.org/drawingml/2006/main">
            <a:pPr>
              <a:buNone/>
              <a:defRPr sz="1950" b="1">
                <a:solidFill>
                  <a:srgbClr val="FFFFFF"/>
                </a:solidFill>
                <a:latin typeface="Yu Gothic"/>
                <a:ea typeface="Yu Gothic"/>
                <a:cs typeface="Yu Gothic"/>
              </a:defRPr>
            </a:pPr>
            <a:r>
              <a:rPr sz="1950" b="1">
                <a:solidFill>
                  <a:srgbClr val="FFFFFF"/>
                </a:solidFill>
                <a:latin typeface="Yu Gothic"/>
                <a:ea typeface="Yu Gothic"/>
                <a:cs typeface="Yu Gothic"/>
              </a:rPr>
              <a:t>目指す姿</a:t>
            </a:r>
          </a:p>
        </p:txBody>
      </p:sp>
      <p:sp>
        <p:nvSpPr>
          <p:cNvPr id="249" name="judgment-divider">
            <a:extLst xmlns:a="http://schemas.openxmlformats.org/drawingml/2006/main">
              <a:ext uri="{FF2B5EF4-FFF2-40B4-BE49-F238E27FC236}">
                <a16:creationId xmlns:a16="http://schemas.microsoft.com/office/drawing/2014/main" id="{54343406-5D80-4167-A12D-DE7AD851871D}"/>
              </a:ext>
            </a:extLst>
          </p:cNvPr>
          <p:cNvSpPr>
            <a:spLocks xmlns:a="http://schemas.openxmlformats.org/drawingml/2006/main" noGrp="1"/>
          </p:cNvSpPr>
          <p:nvPr/>
        </p:nvSpPr>
        <p:spPr>
          <a:xfrm xmlns:a="http://schemas.openxmlformats.org/drawingml/2006/main" rot="5400000">
            <a:off x="2905125" y="7943850"/>
            <a:ext cx="304800" cy="9525"/>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250" name="judgment-copy">
            <a:extLst xmlns:a="http://schemas.openxmlformats.org/drawingml/2006/main">
              <a:ext uri="{FF2B5EF4-FFF2-40B4-BE49-F238E27FC236}">
                <a16:creationId xmlns:a16="http://schemas.microsoft.com/office/drawing/2014/main" id="{DFCC0068-1028-4FEF-A85E-7B3C1B192B28}"/>
              </a:ext>
            </a:extLst>
          </p:cNvPr>
          <p:cNvSpPr>
            <a:spLocks xmlns:a="http://schemas.openxmlformats.org/drawingml/2006/main" noGrp="1"/>
          </p:cNvSpPr>
          <p:nvPr/>
        </p:nvSpPr>
        <p:spPr>
          <a:xfrm xmlns:a="http://schemas.openxmlformats.org/drawingml/2006/main">
            <a:off x="3714750" y="7962900"/>
            <a:ext cx="11144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40580"/>
          </a:bodyPr>
          <a:lstStyle xmlns:a="http://schemas.openxmlformats.org/drawingml/2006/main"/>
          <a:p xmlns:a="http://schemas.openxmlformats.org/drawingml/2006/main">
            <a:pPr algn="ctr">
              <a:buNone/>
              <a:defRPr sz="1800" b="1">
                <a:solidFill>
                  <a:srgbClr val="FFFFFF"/>
                </a:solidFill>
                <a:latin typeface="Yu Gothic"/>
                <a:ea typeface="Yu Gothic"/>
                <a:cs typeface="Yu Gothic"/>
              </a:defRPr>
            </a:pPr>
            <a:r>
              <a:rPr sz="3450" b="1">
                <a:solidFill>
                  <a:srgbClr val="FFFFFF"/>
                </a:solidFill>
                <a:latin typeface="Yu Gothic"/>
                <a:ea typeface="Yu Gothic"/>
                <a:cs typeface="Yu Gothic"/>
              </a:rPr>
              <a:t>確実な導入と継続的な改善により、持続的なビジネス価値を創出します。</a:t>
            </a:r>
          </a:p>
        </p:txBody>
      </p:sp>
      <p:sp>
        <p:nvSpPr>
          <p:cNvPr id="251" name="footer-rule">
            <a:extLst xmlns:a="http://schemas.openxmlformats.org/drawingml/2006/main">
              <a:ext uri="{FF2B5EF4-FFF2-40B4-BE49-F238E27FC236}">
                <a16:creationId xmlns:a16="http://schemas.microsoft.com/office/drawing/2014/main" id="{741CA175-E40C-4EA5-B968-A19C3461EB7C}"/>
              </a:ext>
            </a:extLst>
          </p:cNvPr>
          <p:cNvSpPr>
            <a:spLocks xmlns:a="http://schemas.openxmlformats.org/drawingml/2006/main" noGrp="1"/>
          </p:cNvSpPr>
          <p:nvPr/>
        </p:nvSpPr>
        <p:spPr>
          <a:xfrm xmlns:a="http://schemas.openxmlformats.org/drawingml/2006/main" rot="0">
            <a:off x="352425" y="8505825"/>
            <a:ext cx="15230475" cy="9525"/>
          </a:xfrm>
          <a:prstGeom xmlns:a="http://schemas.openxmlformats.org/drawingml/2006/main" prst="line">
            <a:avLst/>
          </a:prstGeom>
          <a:noFill xmlns:a="http://schemas.openxmlformats.org/drawingml/2006/main"/>
          <a:ln xmlns:a="http://schemas.openxmlformats.org/drawingml/2006/main" w="28575">
            <a:solidFill>
              <a:srgbClr val="F52323"/>
            </a:solidFill>
            <a:prstDash val="solid"/>
          </a:ln>
        </p:spPr>
      </p:sp>
      <p:sp>
        <p:nvSpPr>
          <p:cNvPr id="252" name="footer-page">
            <a:extLst xmlns:a="http://schemas.openxmlformats.org/drawingml/2006/main">
              <a:ext uri="{FF2B5EF4-FFF2-40B4-BE49-F238E27FC236}">
                <a16:creationId xmlns:a16="http://schemas.microsoft.com/office/drawing/2014/main" id="{54ED036D-91C5-4019-985B-4B6F846F3C66}"/>
              </a:ext>
            </a:extLst>
          </p:cNvPr>
          <p:cNvSpPr>
            <a:spLocks xmlns:a="http://schemas.openxmlformats.org/drawingml/2006/main" noGrp="1"/>
          </p:cNvSpPr>
          <p:nvPr/>
        </p:nvSpPr>
        <p:spPr>
          <a:xfrm xmlns:a="http://schemas.openxmlformats.org/drawingml/2006/main">
            <a:off x="381000" y="86391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6667"/>
          </a:bodyPr>
          <a:lstStyle xmlns:a="http://schemas.openxmlformats.org/drawingml/2006/main"/>
          <a:p xmlns:a="http://schemas.openxmlformats.org/drawingml/2006/main">
            <a:pPr>
              <a:buNone/>
              <a:defRPr sz="1350" b="1">
                <a:solidFill>
                  <a:srgbClr val="111111"/>
                </a:solidFill>
                <a:latin typeface="Yu Gothic"/>
                <a:ea typeface="Yu Gothic"/>
                <a:cs typeface="Yu Gothic"/>
              </a:defRPr>
            </a:pPr>
            <a:r>
              <a:rPr sz="1350" b="1">
                <a:solidFill>
                  <a:srgbClr val="111111"/>
                </a:solidFill>
                <a:latin typeface="Yu Gothic"/>
                <a:ea typeface="Yu Gothic"/>
                <a:cs typeface="Yu Gothic"/>
              </a:rPr>
              <a:t>10</a:t>
            </a:r>
          </a:p>
        </p:txBody>
      </p:sp>
      <p:sp>
        <p:nvSpPr>
          <p:cNvPr id="253" name="footer-divider">
            <a:extLst xmlns:a="http://schemas.openxmlformats.org/drawingml/2006/main">
              <a:ext uri="{FF2B5EF4-FFF2-40B4-BE49-F238E27FC236}">
                <a16:creationId xmlns:a16="http://schemas.microsoft.com/office/drawing/2014/main" id="{BC626A5B-2309-40A7-A876-63C737304947}"/>
              </a:ext>
            </a:extLst>
          </p:cNvPr>
          <p:cNvSpPr>
            <a:spLocks xmlns:a="http://schemas.openxmlformats.org/drawingml/2006/main" noGrp="1"/>
          </p:cNvSpPr>
          <p:nvPr/>
        </p:nvSpPr>
        <p:spPr>
          <a:xfrm xmlns:a="http://schemas.openxmlformats.org/drawingml/2006/main" rot="5400000">
            <a:off x="790575" y="8639175"/>
            <a:ext cx="257175" cy="9525"/>
          </a:xfrm>
          <a:prstGeom xmlns:a="http://schemas.openxmlformats.org/drawingml/2006/main" prst="line">
            <a:avLst/>
          </a:prstGeom>
          <a:noFill xmlns:a="http://schemas.openxmlformats.org/drawingml/2006/main"/>
          <a:ln xmlns:a="http://schemas.openxmlformats.org/drawingml/2006/main" w="19050">
            <a:solidFill>
              <a:srgbClr val="F52323"/>
            </a:solidFill>
            <a:prstDash val="solid"/>
          </a:ln>
        </p:spPr>
      </p:sp>
      <p:sp>
        <p:nvSpPr>
          <p:cNvPr id="254" name="footer-brand">
            <a:extLst xmlns:a="http://schemas.openxmlformats.org/drawingml/2006/main">
              <a:ext uri="{FF2B5EF4-FFF2-40B4-BE49-F238E27FC236}">
                <a16:creationId xmlns:a16="http://schemas.microsoft.com/office/drawing/2014/main" id="{55FC733D-ACD3-499C-A7A0-2FA7EA1A814C}"/>
              </a:ext>
            </a:extLst>
          </p:cNvPr>
          <p:cNvSpPr>
            <a:spLocks xmlns:a="http://schemas.openxmlformats.org/drawingml/2006/main" noGrp="1"/>
          </p:cNvSpPr>
          <p:nvPr/>
        </p:nvSpPr>
        <p:spPr>
          <a:xfrm xmlns:a="http://schemas.openxmlformats.org/drawingml/2006/main">
            <a:off x="1000125" y="8639175"/>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60000"/>
          </a:bodyPr>
          <a:lstStyle xmlns:a="http://schemas.openxmlformats.org/drawingml/2006/main"/>
          <a:p xmlns:a="http://schemas.openxmlformats.org/drawingml/2006/main">
            <a:pPr>
              <a:buNone/>
              <a:defRPr sz="1500" b="1">
                <a:solidFill>
                  <a:srgbClr val="111111"/>
                </a:solidFill>
                <a:latin typeface="Yu Gothic"/>
                <a:ea typeface="Yu Gothic"/>
                <a:cs typeface="Yu Gothic"/>
              </a:defRPr>
            </a:pPr>
            <a:r>
              <a:rPr sz="1500" b="1">
                <a:solidFill>
                  <a:srgbClr val="111111"/>
                </a:solidFill>
                <a:latin typeface="Yu Gothic"/>
                <a:ea typeface="Yu Gothic"/>
                <a:cs typeface="Yu Gothic"/>
              </a:rPr>
              <a:t>提案クエスト</a:t>
            </a:r>
          </a:p>
        </p:txBody>
      </p:sp>
      <p:sp>
        <p:nvSpPr>
          <p:cNvPr id="255" name="footer-copyright">
            <a:extLst xmlns:a="http://schemas.openxmlformats.org/drawingml/2006/main">
              <a:ext uri="{FF2B5EF4-FFF2-40B4-BE49-F238E27FC236}">
                <a16:creationId xmlns:a16="http://schemas.microsoft.com/office/drawing/2014/main" id="{3DBDFE38-CC7F-4F90-9AD5-F174FBE64FEA}"/>
              </a:ext>
            </a:extLst>
          </p:cNvPr>
          <p:cNvSpPr>
            <a:spLocks xmlns:a="http://schemas.openxmlformats.org/drawingml/2006/main" noGrp="1"/>
          </p:cNvSpPr>
          <p:nvPr/>
        </p:nvSpPr>
        <p:spPr>
          <a:xfrm xmlns:a="http://schemas.openxmlformats.org/drawingml/2006/main">
            <a:off x="12715875" y="8639175"/>
            <a:ext cx="28479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anchor="ctr">
            <a:normAutofit fontScale="80000"/>
          </a:bodyPr>
          <a:lstStyle xmlns:a="http://schemas.openxmlformats.org/drawingml/2006/main"/>
          <a:p xmlns:a="http://schemas.openxmlformats.org/drawingml/2006/main">
            <a:pPr algn="r">
              <a:buNone/>
              <a:defRPr sz="1125">
                <a:solidFill>
                  <a:srgbClr val="111111"/>
                </a:solidFill>
                <a:latin typeface="Yu Gothic"/>
                <a:ea typeface="Yu Gothic"/>
                <a:cs typeface="Yu Gothic"/>
              </a:defRPr>
            </a:pPr>
            <a:r>
              <a:rPr sz="1125">
                <a:solidFill>
                  <a:srgbClr val="111111"/>
                </a:solidFill>
                <a:latin typeface="Yu Gothic"/>
                <a:ea typeface="Yu Gothic"/>
                <a:cs typeface="Yu Gothic"/>
              </a:rPr>
              <a:t>© 2026 提案クエスト Inc. All Rights Reserved.</a:t>
            </a:r>
          </a:p>
        </p:txBody>
      </p:sp>
    </p:spTree>
    <p:extLst>
      <p:ext uri="{BB962C8B-B14F-4D97-AF65-F5344CB8AC3E}">
        <p14:creationId xmlns:p14="http://schemas.microsoft.com/office/powerpoint/2010/main" val="683175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2026-09-21T09:25:52.3940000Z</dcterms:created>
  <dcterms:modified xsi:type="dcterms:W3CDTF">2026-09-21T09:25:52.3940000Z</dcterms:modified>
</coreProperties>
</file>